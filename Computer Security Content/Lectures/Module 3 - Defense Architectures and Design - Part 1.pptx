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7" r:id="rId2"/>
    <p:sldMasterId id="2147483679" r:id="rId3"/>
  </p:sldMasterIdLst>
  <p:notesMasterIdLst>
    <p:notesMasterId r:id="rId37"/>
  </p:notesMasterIdLst>
  <p:handoutMasterIdLst>
    <p:handoutMasterId r:id="rId38"/>
  </p:handoutMasterIdLst>
  <p:sldIdLst>
    <p:sldId id="258" r:id="rId4"/>
    <p:sldId id="259" r:id="rId5"/>
    <p:sldId id="900" r:id="rId6"/>
    <p:sldId id="302" r:id="rId7"/>
    <p:sldId id="320" r:id="rId8"/>
    <p:sldId id="328" r:id="rId9"/>
    <p:sldId id="329" r:id="rId10"/>
    <p:sldId id="330" r:id="rId11"/>
    <p:sldId id="327" r:id="rId12"/>
    <p:sldId id="331" r:id="rId13"/>
    <p:sldId id="332" r:id="rId14"/>
    <p:sldId id="323" r:id="rId15"/>
    <p:sldId id="319" r:id="rId16"/>
    <p:sldId id="907" r:id="rId17"/>
    <p:sldId id="301" r:id="rId18"/>
    <p:sldId id="901" r:id="rId19"/>
    <p:sldId id="317" r:id="rId20"/>
    <p:sldId id="902" r:id="rId21"/>
    <p:sldId id="333" r:id="rId22"/>
    <p:sldId id="334" r:id="rId23"/>
    <p:sldId id="335" r:id="rId24"/>
    <p:sldId id="336" r:id="rId25"/>
    <p:sldId id="321" r:id="rId26"/>
    <p:sldId id="322" r:id="rId27"/>
    <p:sldId id="337" r:id="rId28"/>
    <p:sldId id="903" r:id="rId29"/>
    <p:sldId id="904" r:id="rId30"/>
    <p:sldId id="905" r:id="rId31"/>
    <p:sldId id="338" r:id="rId32"/>
    <p:sldId id="906" r:id="rId33"/>
    <p:sldId id="326" r:id="rId34"/>
    <p:sldId id="340" r:id="rId35"/>
    <p:sldId id="31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199"/>
    <a:srgbClr val="767171"/>
    <a:srgbClr val="0099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22"/>
    <p:restoredTop sz="94694"/>
  </p:normalViewPr>
  <p:slideViewPr>
    <p:cSldViewPr snapToGrid="0" showGuides="1">
      <p:cViewPr varScale="1">
        <p:scale>
          <a:sx n="152" d="100"/>
          <a:sy n="152" d="100"/>
        </p:scale>
        <p:origin x="1104" y="132"/>
      </p:cViewPr>
      <p:guideLst>
        <p:guide orient="horz" pos="35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, Chengyi" userId="9f02c3db-5b00-4063-9ad4-7cdd84fdd2bb" providerId="ADAL" clId="{2AD67459-F6B2-4EB7-BD08-89A77A9534CE}"/>
    <pc:docChg chg="undo custSel addSld delSld modSld">
      <pc:chgData name="Qu, Chengyi" userId="9f02c3db-5b00-4063-9ad4-7cdd84fdd2bb" providerId="ADAL" clId="{2AD67459-F6B2-4EB7-BD08-89A77A9534CE}" dt="2024-01-30T21:52:58.093" v="198" actId="20577"/>
      <pc:docMkLst>
        <pc:docMk/>
      </pc:docMkLst>
      <pc:sldChg chg="modSp mod">
        <pc:chgData name="Qu, Chengyi" userId="9f02c3db-5b00-4063-9ad4-7cdd84fdd2bb" providerId="ADAL" clId="{2AD67459-F6B2-4EB7-BD08-89A77A9534CE}" dt="2024-01-30T21:52:17.455" v="179" actId="20577"/>
        <pc:sldMkLst>
          <pc:docMk/>
          <pc:sldMk cId="0" sldId="256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4285260508" sldId="272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026168530" sldId="274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305972062" sldId="275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242056526" sldId="276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552594960" sldId="279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989998856" sldId="280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246992091" sldId="281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387288212" sldId="305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3887296429" sldId="306"/>
        </pc:sldMkLst>
      </pc:sldChg>
      <pc:sldChg chg="add">
        <pc:chgData name="Qu, Chengyi" userId="9f02c3db-5b00-4063-9ad4-7cdd84fdd2bb" providerId="ADAL" clId="{2AD67459-F6B2-4EB7-BD08-89A77A9534CE}" dt="2024-01-30T20:10:32.734" v="1"/>
        <pc:sldMkLst>
          <pc:docMk/>
          <pc:sldMk cId="4266121674" sldId="310"/>
        </pc:sldMkLst>
      </pc:sldChg>
      <pc:sldChg chg="modSp add mod">
        <pc:chgData name="Qu, Chengyi" userId="9f02c3db-5b00-4063-9ad4-7cdd84fdd2bb" providerId="ADAL" clId="{2AD67459-F6B2-4EB7-BD08-89A77A9534CE}" dt="2024-01-30T20:10:32.921" v="3" actId="27636"/>
        <pc:sldMkLst>
          <pc:docMk/>
          <pc:sldMk cId="397340874" sldId="311"/>
        </pc:sldMkLst>
      </pc:sldChg>
      <pc:sldChg chg="modSp add mod">
        <pc:chgData name="Qu, Chengyi" userId="9f02c3db-5b00-4063-9ad4-7cdd84fdd2bb" providerId="ADAL" clId="{2AD67459-F6B2-4EB7-BD08-89A77A9534CE}" dt="2024-01-30T20:10:32.896" v="2" actId="27636"/>
        <pc:sldMkLst>
          <pc:docMk/>
          <pc:sldMk cId="1891869304" sldId="312"/>
        </pc:sldMkLst>
      </pc:sldChg>
      <pc:sldChg chg="modSp add mod">
        <pc:chgData name="Qu, Chengyi" userId="9f02c3db-5b00-4063-9ad4-7cdd84fdd2bb" providerId="ADAL" clId="{2AD67459-F6B2-4EB7-BD08-89A77A9534CE}" dt="2024-01-30T20:17:11.845" v="12" actId="1076"/>
        <pc:sldMkLst>
          <pc:docMk/>
          <pc:sldMk cId="2140572250" sldId="313"/>
        </pc:sldMkLst>
      </pc:sldChg>
      <pc:sldChg chg="modSp add del mod">
        <pc:chgData name="Qu, Chengyi" userId="9f02c3db-5b00-4063-9ad4-7cdd84fdd2bb" providerId="ADAL" clId="{2AD67459-F6B2-4EB7-BD08-89A77A9534CE}" dt="2024-01-30T20:17:18.068" v="13" actId="47"/>
        <pc:sldMkLst>
          <pc:docMk/>
          <pc:sldMk cId="4049178258" sldId="314"/>
        </pc:sldMkLst>
      </pc:sldChg>
      <pc:sldChg chg="modSp add mod">
        <pc:chgData name="Qu, Chengyi" userId="9f02c3db-5b00-4063-9ad4-7cdd84fdd2bb" providerId="ADAL" clId="{2AD67459-F6B2-4EB7-BD08-89A77A9534CE}" dt="2024-01-30T20:12:43.317" v="8" actId="27636"/>
        <pc:sldMkLst>
          <pc:docMk/>
          <pc:sldMk cId="2771919027" sldId="315"/>
        </pc:sldMkLst>
      </pc:sldChg>
      <pc:sldChg chg="add del">
        <pc:chgData name="Qu, Chengyi" userId="9f02c3db-5b00-4063-9ad4-7cdd84fdd2bb" providerId="ADAL" clId="{2AD67459-F6B2-4EB7-BD08-89A77A9534CE}" dt="2024-01-30T20:17:20.382" v="14" actId="47"/>
        <pc:sldMkLst>
          <pc:docMk/>
          <pc:sldMk cId="4017082117" sldId="316"/>
        </pc:sldMkLst>
      </pc:sldChg>
      <pc:sldChg chg="modSp add mod modClrScheme chgLayout">
        <pc:chgData name="Qu, Chengyi" userId="9f02c3db-5b00-4063-9ad4-7cdd84fdd2bb" providerId="ADAL" clId="{2AD67459-F6B2-4EB7-BD08-89A77A9534CE}" dt="2024-01-30T20:17:54.972" v="22" actId="1076"/>
        <pc:sldMkLst>
          <pc:docMk/>
          <pc:sldMk cId="2610447627" sldId="317"/>
        </pc:sldMkLst>
      </pc:sldChg>
      <pc:sldChg chg="modSp add mod">
        <pc:chgData name="Qu, Chengyi" userId="9f02c3db-5b00-4063-9ad4-7cdd84fdd2bb" providerId="ADAL" clId="{2AD67459-F6B2-4EB7-BD08-89A77A9534CE}" dt="2024-01-30T20:24:01.196" v="24" actId="403"/>
        <pc:sldMkLst>
          <pc:docMk/>
          <pc:sldMk cId="1554699303" sldId="318"/>
        </pc:sldMkLst>
      </pc:sldChg>
      <pc:sldChg chg="modSp add mod">
        <pc:chgData name="Qu, Chengyi" userId="9f02c3db-5b00-4063-9ad4-7cdd84fdd2bb" providerId="ADAL" clId="{2AD67459-F6B2-4EB7-BD08-89A77A9534CE}" dt="2024-01-30T20:12:43.356" v="11" actId="27636"/>
        <pc:sldMkLst>
          <pc:docMk/>
          <pc:sldMk cId="4261292706" sldId="319"/>
        </pc:sldMkLst>
      </pc:sldChg>
      <pc:sldChg chg="modSp add mod">
        <pc:chgData name="Qu, Chengyi" userId="9f02c3db-5b00-4063-9ad4-7cdd84fdd2bb" providerId="ADAL" clId="{2AD67459-F6B2-4EB7-BD08-89A77A9534CE}" dt="2024-01-30T21:07:46.277" v="121" actId="113"/>
        <pc:sldMkLst>
          <pc:docMk/>
          <pc:sldMk cId="4160575002" sldId="321"/>
        </pc:sldMkLst>
      </pc:sldChg>
      <pc:sldChg chg="modSp add mod">
        <pc:chgData name="Qu, Chengyi" userId="9f02c3db-5b00-4063-9ad4-7cdd84fdd2bb" providerId="ADAL" clId="{2AD67459-F6B2-4EB7-BD08-89A77A9534CE}" dt="2024-01-30T21:47:14.427" v="126" actId="113"/>
        <pc:sldMkLst>
          <pc:docMk/>
          <pc:sldMk cId="2042401734" sldId="322"/>
        </pc:sldMkLst>
      </pc:sldChg>
      <pc:sldChg chg="modSp add mod">
        <pc:chgData name="Qu, Chengyi" userId="9f02c3db-5b00-4063-9ad4-7cdd84fdd2bb" providerId="ADAL" clId="{2AD67459-F6B2-4EB7-BD08-89A77A9534CE}" dt="2024-01-30T21:47:22.124" v="132" actId="113"/>
        <pc:sldMkLst>
          <pc:docMk/>
          <pc:sldMk cId="29790647" sldId="323"/>
        </pc:sldMkLst>
      </pc:sldChg>
      <pc:sldChg chg="modSp add mod">
        <pc:chgData name="Qu, Chengyi" userId="9f02c3db-5b00-4063-9ad4-7cdd84fdd2bb" providerId="ADAL" clId="{2AD67459-F6B2-4EB7-BD08-89A77A9534CE}" dt="2024-01-30T21:47:18.372" v="129" actId="113"/>
        <pc:sldMkLst>
          <pc:docMk/>
          <pc:sldMk cId="3123380444" sldId="324"/>
        </pc:sldMkLst>
      </pc:sldChg>
      <pc:sldChg chg="modSp add mod">
        <pc:chgData name="Qu, Chengyi" userId="9f02c3db-5b00-4063-9ad4-7cdd84fdd2bb" providerId="ADAL" clId="{2AD67459-F6B2-4EB7-BD08-89A77A9534CE}" dt="2024-01-30T21:47:27.153" v="135" actId="113"/>
        <pc:sldMkLst>
          <pc:docMk/>
          <pc:sldMk cId="1014335648" sldId="325"/>
        </pc:sldMkLst>
      </pc:sldChg>
      <pc:sldChg chg="add del">
        <pc:chgData name="Qu, Chengyi" userId="9f02c3db-5b00-4063-9ad4-7cdd84fdd2bb" providerId="ADAL" clId="{2AD67459-F6B2-4EB7-BD08-89A77A9534CE}" dt="2024-01-30T20:46:03.667" v="26"/>
        <pc:sldMkLst>
          <pc:docMk/>
          <pc:sldMk cId="0" sldId="329"/>
        </pc:sldMkLst>
      </pc:sldChg>
      <pc:sldChg chg="del">
        <pc:chgData name="Qu, Chengyi" userId="9f02c3db-5b00-4063-9ad4-7cdd84fdd2bb" providerId="ADAL" clId="{2AD67459-F6B2-4EB7-BD08-89A77A9534CE}" dt="2024-01-30T20:49:47.305" v="48"/>
        <pc:sldMkLst>
          <pc:docMk/>
          <pc:sldMk cId="0" sldId="337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987998376" sldId="964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81497876" sldId="965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391119021" sldId="966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438849163" sldId="967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3951012725" sldId="968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33124414" sldId="1007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645911935" sldId="1083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47584997" sldId="1084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680331947" sldId="1085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696498074" sldId="1086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94232623" sldId="1257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434809446" sldId="1258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914323500" sldId="1259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1876543634" sldId="1260"/>
        </pc:sldMkLst>
      </pc:sldChg>
      <pc:sldChg chg="del">
        <pc:chgData name="Qu, Chengyi" userId="9f02c3db-5b00-4063-9ad4-7cdd84fdd2bb" providerId="ADAL" clId="{2AD67459-F6B2-4EB7-BD08-89A77A9534CE}" dt="2024-01-30T20:07:42.571" v="0" actId="47"/>
        <pc:sldMkLst>
          <pc:docMk/>
          <pc:sldMk cId="2325914770" sldId="1261"/>
        </pc:sldMkLst>
      </pc:sldChg>
      <pc:sldChg chg="addSp delSp modSp add mod">
        <pc:chgData name="Qu, Chengyi" userId="9f02c3db-5b00-4063-9ad4-7cdd84fdd2bb" providerId="ADAL" clId="{2AD67459-F6B2-4EB7-BD08-89A77A9534CE}" dt="2024-01-30T20:47:30.088" v="47" actId="207"/>
        <pc:sldMkLst>
          <pc:docMk/>
          <pc:sldMk cId="2288592048" sldId="1269"/>
        </pc:sldMkLst>
      </pc:sldChg>
      <pc:sldChg chg="modSp new mod">
        <pc:chgData name="Qu, Chengyi" userId="9f02c3db-5b00-4063-9ad4-7cdd84fdd2bb" providerId="ADAL" clId="{2AD67459-F6B2-4EB7-BD08-89A77A9534CE}" dt="2024-01-30T21:04:21.904" v="117" actId="20577"/>
        <pc:sldMkLst>
          <pc:docMk/>
          <pc:sldMk cId="2843450976" sldId="1270"/>
        </pc:sldMkLst>
      </pc:sldChg>
      <pc:sldChg chg="modSp new mod">
        <pc:chgData name="Qu, Chengyi" userId="9f02c3db-5b00-4063-9ad4-7cdd84fdd2bb" providerId="ADAL" clId="{2AD67459-F6B2-4EB7-BD08-89A77A9534CE}" dt="2024-01-30T20:59:39.501" v="116" actId="113"/>
        <pc:sldMkLst>
          <pc:docMk/>
          <pc:sldMk cId="566162244" sldId="1271"/>
        </pc:sldMkLst>
      </pc:sldChg>
      <pc:sldChg chg="modSp new mod">
        <pc:chgData name="Qu, Chengyi" userId="9f02c3db-5b00-4063-9ad4-7cdd84fdd2bb" providerId="ADAL" clId="{2AD67459-F6B2-4EB7-BD08-89A77A9534CE}" dt="2024-01-30T21:50:27.716" v="156" actId="20577"/>
        <pc:sldMkLst>
          <pc:docMk/>
          <pc:sldMk cId="605728639" sldId="1272"/>
        </pc:sldMkLst>
      </pc:sldChg>
      <pc:sldChg chg="modSp new mod">
        <pc:chgData name="Qu, Chengyi" userId="9f02c3db-5b00-4063-9ad4-7cdd84fdd2bb" providerId="ADAL" clId="{2AD67459-F6B2-4EB7-BD08-89A77A9534CE}" dt="2024-01-30T21:52:58.093" v="198" actId="20577"/>
        <pc:sldMkLst>
          <pc:docMk/>
          <pc:sldMk cId="2574300258" sldId="1273"/>
        </pc:sldMkLst>
      </pc:sldChg>
      <pc:sldMasterChg chg="delSldLayout">
        <pc:chgData name="Qu, Chengyi" userId="9f02c3db-5b00-4063-9ad4-7cdd84fdd2bb" providerId="ADAL" clId="{2AD67459-F6B2-4EB7-BD08-89A77A9534CE}" dt="2024-01-30T20:07:42.571" v="0" actId="47"/>
        <pc:sldMasterMkLst>
          <pc:docMk/>
          <pc:sldMasterMk cId="2807116942" sldId="2147483648"/>
        </pc:sldMasterMkLst>
        <pc:sldLayoutChg chg="del">
          <pc:chgData name="Qu, Chengyi" userId="9f02c3db-5b00-4063-9ad4-7cdd84fdd2bb" providerId="ADAL" clId="{2AD67459-F6B2-4EB7-BD08-89A77A9534CE}" dt="2024-01-30T20:07:42.571" v="0" actId="47"/>
          <pc:sldLayoutMkLst>
            <pc:docMk/>
            <pc:sldMasterMk cId="2807116942" sldId="2147483648"/>
            <pc:sldLayoutMk cId="2582956718" sldId="2147483662"/>
          </pc:sldLayoutMkLst>
        </pc:sldLayoutChg>
        <pc:sldLayoutChg chg="del">
          <pc:chgData name="Qu, Chengyi" userId="9f02c3db-5b00-4063-9ad4-7cdd84fdd2bb" providerId="ADAL" clId="{2AD67459-F6B2-4EB7-BD08-89A77A9534CE}" dt="2024-01-30T20:07:42.571" v="0" actId="47"/>
          <pc:sldLayoutMkLst>
            <pc:docMk/>
            <pc:sldMasterMk cId="2807116942" sldId="2147483648"/>
            <pc:sldLayoutMk cId="2960784913" sldId="2147483680"/>
          </pc:sldLayoutMkLst>
        </pc:sldLayoutChg>
      </pc:sldMasterChg>
    </pc:docChg>
  </pc:docChgLst>
  <pc:docChgLst>
    <pc:chgData name="Qu, Chengyi" userId="9f02c3db-5b00-4063-9ad4-7cdd84fdd2bb" providerId="ADAL" clId="{F8FF537E-3FA4-425A-8CC6-8B253AE02F38}"/>
    <pc:docChg chg="undo custSel addSld delSld modSld delMainMaster">
      <pc:chgData name="Qu, Chengyi" userId="9f02c3db-5b00-4063-9ad4-7cdd84fdd2bb" providerId="ADAL" clId="{F8FF537E-3FA4-425A-8CC6-8B253AE02F38}" dt="2024-03-17T01:51:21.093" v="93" actId="47"/>
      <pc:docMkLst>
        <pc:docMk/>
      </pc:docMkLst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0" sldId="256"/>
        </pc:sldMkLst>
      </pc:sldChg>
      <pc:sldChg chg="modSp mod">
        <pc:chgData name="Qu, Chengyi" userId="9f02c3db-5b00-4063-9ad4-7cdd84fdd2bb" providerId="ADAL" clId="{F8FF537E-3FA4-425A-8CC6-8B253AE02F38}" dt="2024-03-17T01:16:33.051" v="6" actId="20577"/>
        <pc:sldMkLst>
          <pc:docMk/>
          <pc:sldMk cId="553553694" sldId="258"/>
        </pc:sldMkLst>
      </pc:sldChg>
      <pc:sldChg chg="addSp modSp new mod">
        <pc:chgData name="Qu, Chengyi" userId="9f02c3db-5b00-4063-9ad4-7cdd84fdd2bb" providerId="ADAL" clId="{F8FF537E-3FA4-425A-8CC6-8B253AE02F38}" dt="2024-03-17T01:34:23.421" v="38" actId="14100"/>
        <pc:sldMkLst>
          <pc:docMk/>
          <pc:sldMk cId="2669928344" sldId="259"/>
        </pc:sldMkLst>
      </pc:sldChg>
      <pc:sldChg chg="del">
        <pc:chgData name="Qu, Chengyi" userId="9f02c3db-5b00-4063-9ad4-7cdd84fdd2bb" providerId="ADAL" clId="{F8FF537E-3FA4-425A-8CC6-8B253AE02F38}" dt="2024-03-17T01:36:16.100" v="41" actId="47"/>
        <pc:sldMkLst>
          <pc:docMk/>
          <pc:sldMk cId="1941321543" sldId="260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0" sldId="262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0" sldId="263"/>
        </pc:sldMkLst>
      </pc:sldChg>
      <pc:sldChg chg="del modNotesTx">
        <pc:chgData name="Qu, Chengyi" userId="9f02c3db-5b00-4063-9ad4-7cdd84fdd2bb" providerId="ADAL" clId="{F8FF537E-3FA4-425A-8CC6-8B253AE02F38}" dt="2024-03-17T01:17:58.396" v="20" actId="6549"/>
        <pc:sldMkLst>
          <pc:docMk/>
          <pc:sldMk cId="1111655096" sldId="271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0" sldId="272"/>
        </pc:sldMkLst>
      </pc:sldChg>
      <pc:sldChg chg="delSp modSp mod">
        <pc:chgData name="Qu, Chengyi" userId="9f02c3db-5b00-4063-9ad4-7cdd84fdd2bb" providerId="ADAL" clId="{F8FF537E-3FA4-425A-8CC6-8B253AE02F38}" dt="2024-03-17T01:46:10.710" v="73" actId="478"/>
        <pc:sldMkLst>
          <pc:docMk/>
          <pc:sldMk cId="0" sldId="301"/>
        </pc:sldMkLst>
      </pc:sldChg>
      <pc:sldChg chg="delSp del">
        <pc:chgData name="Qu, Chengyi" userId="9f02c3db-5b00-4063-9ad4-7cdd84fdd2bb" providerId="ADAL" clId="{F8FF537E-3FA4-425A-8CC6-8B253AE02F38}" dt="2024-03-17T01:36:51.433" v="45" actId="478"/>
        <pc:sldMkLst>
          <pc:docMk/>
          <pc:sldMk cId="0" sldId="302"/>
        </pc:sldMkLst>
      </pc:sldChg>
      <pc:sldChg chg="delSp">
        <pc:chgData name="Qu, Chengyi" userId="9f02c3db-5b00-4063-9ad4-7cdd84fdd2bb" providerId="ADAL" clId="{F8FF537E-3FA4-425A-8CC6-8B253AE02F38}" dt="2024-03-17T01:47:07.500" v="92" actId="478"/>
        <pc:sldMkLst>
          <pc:docMk/>
          <pc:sldMk cId="0" sldId="316"/>
        </pc:sldMkLst>
      </pc:sldChg>
      <pc:sldChg chg="delSp">
        <pc:chgData name="Qu, Chengyi" userId="9f02c3db-5b00-4063-9ad4-7cdd84fdd2bb" providerId="ADAL" clId="{F8FF537E-3FA4-425A-8CC6-8B253AE02F38}" dt="2024-03-17T01:46:18.929" v="75" actId="478"/>
        <pc:sldMkLst>
          <pc:docMk/>
          <pc:sldMk cId="0" sldId="317"/>
        </pc:sldMkLst>
      </pc:sldChg>
      <pc:sldChg chg="delSp del">
        <pc:chgData name="Qu, Chengyi" userId="9f02c3db-5b00-4063-9ad4-7cdd84fdd2bb" providerId="ADAL" clId="{F8FF537E-3FA4-425A-8CC6-8B253AE02F38}" dt="2024-03-17T01:37:22.695" v="54" actId="478"/>
        <pc:sldMkLst>
          <pc:docMk/>
          <pc:sldMk cId="0" sldId="319"/>
        </pc:sldMkLst>
      </pc:sldChg>
      <pc:sldChg chg="delSp del">
        <pc:chgData name="Qu, Chengyi" userId="9f02c3db-5b00-4063-9ad4-7cdd84fdd2bb" providerId="ADAL" clId="{F8FF537E-3FA4-425A-8CC6-8B253AE02F38}" dt="2024-03-17T01:36:55.072" v="46" actId="478"/>
        <pc:sldMkLst>
          <pc:docMk/>
          <pc:sldMk cId="0" sldId="320"/>
        </pc:sldMkLst>
      </pc:sldChg>
      <pc:sldChg chg="delSp">
        <pc:chgData name="Qu, Chengyi" userId="9f02c3db-5b00-4063-9ad4-7cdd84fdd2bb" providerId="ADAL" clId="{F8FF537E-3FA4-425A-8CC6-8B253AE02F38}" dt="2024-03-17T01:46:38.799" v="81" actId="478"/>
        <pc:sldMkLst>
          <pc:docMk/>
          <pc:sldMk cId="0" sldId="321"/>
        </pc:sldMkLst>
      </pc:sldChg>
      <pc:sldChg chg="delSp">
        <pc:chgData name="Qu, Chengyi" userId="9f02c3db-5b00-4063-9ad4-7cdd84fdd2bb" providerId="ADAL" clId="{F8FF537E-3FA4-425A-8CC6-8B253AE02F38}" dt="2024-03-17T01:46:40.924" v="82" actId="478"/>
        <pc:sldMkLst>
          <pc:docMk/>
          <pc:sldMk cId="0" sldId="322"/>
        </pc:sldMkLst>
      </pc:sldChg>
      <pc:sldChg chg="delSp del">
        <pc:chgData name="Qu, Chengyi" userId="9f02c3db-5b00-4063-9ad4-7cdd84fdd2bb" providerId="ADAL" clId="{F8FF537E-3FA4-425A-8CC6-8B253AE02F38}" dt="2024-03-17T01:37:19.665" v="53" actId="478"/>
        <pc:sldMkLst>
          <pc:docMk/>
          <pc:sldMk cId="0" sldId="323"/>
        </pc:sldMkLst>
      </pc:sldChg>
      <pc:sldChg chg="delSp">
        <pc:chgData name="Qu, Chengyi" userId="9f02c3db-5b00-4063-9ad4-7cdd84fdd2bb" providerId="ADAL" clId="{F8FF537E-3FA4-425A-8CC6-8B253AE02F38}" dt="2024-03-17T01:47:03.173" v="90" actId="478"/>
        <pc:sldMkLst>
          <pc:docMk/>
          <pc:sldMk cId="0" sldId="326"/>
        </pc:sldMkLst>
      </pc:sldChg>
      <pc:sldChg chg="addSp delSp modSp del mod">
        <pc:chgData name="Qu, Chengyi" userId="9f02c3db-5b00-4063-9ad4-7cdd84fdd2bb" providerId="ADAL" clId="{F8FF537E-3FA4-425A-8CC6-8B253AE02F38}" dt="2024-03-17T01:38:15.008" v="61" actId="1076"/>
        <pc:sldMkLst>
          <pc:docMk/>
          <pc:sldMk cId="2294344049" sldId="327"/>
        </pc:sldMkLst>
      </pc:sldChg>
      <pc:sldChg chg="delSp del">
        <pc:chgData name="Qu, Chengyi" userId="9f02c3db-5b00-4063-9ad4-7cdd84fdd2bb" providerId="ADAL" clId="{F8FF537E-3FA4-425A-8CC6-8B253AE02F38}" dt="2024-03-17T01:36:58.355" v="47" actId="478"/>
        <pc:sldMkLst>
          <pc:docMk/>
          <pc:sldMk cId="3992081842" sldId="328"/>
        </pc:sldMkLst>
      </pc:sldChg>
      <pc:sldChg chg="delSp modSp del mod">
        <pc:chgData name="Qu, Chengyi" userId="9f02c3db-5b00-4063-9ad4-7cdd84fdd2bb" providerId="ADAL" clId="{F8FF537E-3FA4-425A-8CC6-8B253AE02F38}" dt="2024-03-17T01:37:01.371" v="48" actId="478"/>
        <pc:sldMkLst>
          <pc:docMk/>
          <pc:sldMk cId="1673845472" sldId="329"/>
        </pc:sldMkLst>
      </pc:sldChg>
      <pc:sldChg chg="delSp modSp del mod">
        <pc:chgData name="Qu, Chengyi" userId="9f02c3db-5b00-4063-9ad4-7cdd84fdd2bb" providerId="ADAL" clId="{F8FF537E-3FA4-425A-8CC6-8B253AE02F38}" dt="2024-03-17T01:37:04.557" v="49" actId="478"/>
        <pc:sldMkLst>
          <pc:docMk/>
          <pc:sldMk cId="718695360" sldId="330"/>
        </pc:sldMkLst>
      </pc:sldChg>
      <pc:sldChg chg="delSp del">
        <pc:chgData name="Qu, Chengyi" userId="9f02c3db-5b00-4063-9ad4-7cdd84fdd2bb" providerId="ADAL" clId="{F8FF537E-3FA4-425A-8CC6-8B253AE02F38}" dt="2024-03-17T01:37:14.197" v="51" actId="478"/>
        <pc:sldMkLst>
          <pc:docMk/>
          <pc:sldMk cId="3682938387" sldId="331"/>
        </pc:sldMkLst>
      </pc:sldChg>
      <pc:sldChg chg="delSp del">
        <pc:chgData name="Qu, Chengyi" userId="9f02c3db-5b00-4063-9ad4-7cdd84fdd2bb" providerId="ADAL" clId="{F8FF537E-3FA4-425A-8CC6-8B253AE02F38}" dt="2024-03-17T01:37:17.024" v="52" actId="478"/>
        <pc:sldMkLst>
          <pc:docMk/>
          <pc:sldMk cId="3740093705" sldId="332"/>
        </pc:sldMkLst>
      </pc:sldChg>
      <pc:sldChg chg="delSp">
        <pc:chgData name="Qu, Chengyi" userId="9f02c3db-5b00-4063-9ad4-7cdd84fdd2bb" providerId="ADAL" clId="{F8FF537E-3FA4-425A-8CC6-8B253AE02F38}" dt="2024-03-17T01:46:28.989" v="77" actId="478"/>
        <pc:sldMkLst>
          <pc:docMk/>
          <pc:sldMk cId="2572374220" sldId="333"/>
        </pc:sldMkLst>
      </pc:sldChg>
      <pc:sldChg chg="delSp">
        <pc:chgData name="Qu, Chengyi" userId="9f02c3db-5b00-4063-9ad4-7cdd84fdd2bb" providerId="ADAL" clId="{F8FF537E-3FA4-425A-8CC6-8B253AE02F38}" dt="2024-03-17T01:46:31.488" v="78" actId="478"/>
        <pc:sldMkLst>
          <pc:docMk/>
          <pc:sldMk cId="3864460330" sldId="334"/>
        </pc:sldMkLst>
      </pc:sldChg>
      <pc:sldChg chg="delSp">
        <pc:chgData name="Qu, Chengyi" userId="9f02c3db-5b00-4063-9ad4-7cdd84fdd2bb" providerId="ADAL" clId="{F8FF537E-3FA4-425A-8CC6-8B253AE02F38}" dt="2024-03-17T01:46:34.581" v="79" actId="478"/>
        <pc:sldMkLst>
          <pc:docMk/>
          <pc:sldMk cId="1198755921" sldId="335"/>
        </pc:sldMkLst>
      </pc:sldChg>
      <pc:sldChg chg="delSp">
        <pc:chgData name="Qu, Chengyi" userId="9f02c3db-5b00-4063-9ad4-7cdd84fdd2bb" providerId="ADAL" clId="{F8FF537E-3FA4-425A-8CC6-8B253AE02F38}" dt="2024-03-17T01:46:36.613" v="80" actId="478"/>
        <pc:sldMkLst>
          <pc:docMk/>
          <pc:sldMk cId="2569837351" sldId="336"/>
        </pc:sldMkLst>
      </pc:sldChg>
      <pc:sldChg chg="delSp">
        <pc:chgData name="Qu, Chengyi" userId="9f02c3db-5b00-4063-9ad4-7cdd84fdd2bb" providerId="ADAL" clId="{F8FF537E-3FA4-425A-8CC6-8B253AE02F38}" dt="2024-03-17T01:46:43.642" v="83" actId="478"/>
        <pc:sldMkLst>
          <pc:docMk/>
          <pc:sldMk cId="2090264930" sldId="337"/>
        </pc:sldMkLst>
      </pc:sldChg>
      <pc:sldChg chg="delSp">
        <pc:chgData name="Qu, Chengyi" userId="9f02c3db-5b00-4063-9ad4-7cdd84fdd2bb" providerId="ADAL" clId="{F8FF537E-3FA4-425A-8CC6-8B253AE02F38}" dt="2024-03-17T01:46:55.623" v="87" actId="478"/>
        <pc:sldMkLst>
          <pc:docMk/>
          <pc:sldMk cId="139487165" sldId="338"/>
        </pc:sldMkLst>
      </pc:sldChg>
      <pc:sldChg chg="delSp del">
        <pc:chgData name="Qu, Chengyi" userId="9f02c3db-5b00-4063-9ad4-7cdd84fdd2bb" providerId="ADAL" clId="{F8FF537E-3FA4-425A-8CC6-8B253AE02F38}" dt="2024-03-17T01:51:21.093" v="93" actId="47"/>
        <pc:sldMkLst>
          <pc:docMk/>
          <pc:sldMk cId="422637587" sldId="339"/>
        </pc:sldMkLst>
      </pc:sldChg>
      <pc:sldChg chg="delSp">
        <pc:chgData name="Qu, Chengyi" userId="9f02c3db-5b00-4063-9ad4-7cdd84fdd2bb" providerId="ADAL" clId="{F8FF537E-3FA4-425A-8CC6-8B253AE02F38}" dt="2024-03-17T01:47:05.516" v="91" actId="478"/>
        <pc:sldMkLst>
          <pc:docMk/>
          <pc:sldMk cId="89061875" sldId="340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1765183426" sldId="375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874442202" sldId="378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401799665" sldId="385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59734074" sldId="409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3096335365" sldId="411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874146617" sldId="413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680690281" sldId="420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559417828" sldId="421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3816176851" sldId="433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1364292571" sldId="434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735504479" sldId="435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1250773627" sldId="436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763282045" sldId="437"/>
        </pc:sldMkLst>
      </pc:sldChg>
      <pc:sldChg chg="del">
        <pc:chgData name="Qu, Chengyi" userId="9f02c3db-5b00-4063-9ad4-7cdd84fdd2bb" providerId="ADAL" clId="{F8FF537E-3FA4-425A-8CC6-8B253AE02F38}" dt="2024-03-17T01:36:16.100" v="41" actId="47"/>
        <pc:sldMkLst>
          <pc:docMk/>
          <pc:sldMk cId="3191549446" sldId="891"/>
        </pc:sldMkLst>
      </pc:sldChg>
      <pc:sldChg chg="del">
        <pc:chgData name="Qu, Chengyi" userId="9f02c3db-5b00-4063-9ad4-7cdd84fdd2bb" providerId="ADAL" clId="{F8FF537E-3FA4-425A-8CC6-8B253AE02F38}" dt="2024-03-17T01:36:16.100" v="41" actId="47"/>
        <pc:sldMkLst>
          <pc:docMk/>
          <pc:sldMk cId="671256825" sldId="892"/>
        </pc:sldMkLst>
      </pc:sldChg>
      <pc:sldChg chg="del">
        <pc:chgData name="Qu, Chengyi" userId="9f02c3db-5b00-4063-9ad4-7cdd84fdd2bb" providerId="ADAL" clId="{F8FF537E-3FA4-425A-8CC6-8B253AE02F38}" dt="2024-03-17T01:36:16.100" v="41" actId="47"/>
        <pc:sldMkLst>
          <pc:docMk/>
          <pc:sldMk cId="300381930" sldId="893"/>
        </pc:sldMkLst>
      </pc:sldChg>
      <pc:sldChg chg="del">
        <pc:chgData name="Qu, Chengyi" userId="9f02c3db-5b00-4063-9ad4-7cdd84fdd2bb" providerId="ADAL" clId="{F8FF537E-3FA4-425A-8CC6-8B253AE02F38}" dt="2024-03-17T01:36:16.100" v="41" actId="47"/>
        <pc:sldMkLst>
          <pc:docMk/>
          <pc:sldMk cId="2575865210" sldId="895"/>
        </pc:sldMkLst>
      </pc:sldChg>
      <pc:sldChg chg="del">
        <pc:chgData name="Qu, Chengyi" userId="9f02c3db-5b00-4063-9ad4-7cdd84fdd2bb" providerId="ADAL" clId="{F8FF537E-3FA4-425A-8CC6-8B253AE02F38}" dt="2024-03-17T01:36:16.100" v="41" actId="47"/>
        <pc:sldMkLst>
          <pc:docMk/>
          <pc:sldMk cId="2815186426" sldId="897"/>
        </pc:sldMkLst>
      </pc:sldChg>
      <pc:sldChg chg="del">
        <pc:chgData name="Qu, Chengyi" userId="9f02c3db-5b00-4063-9ad4-7cdd84fdd2bb" providerId="ADAL" clId="{F8FF537E-3FA4-425A-8CC6-8B253AE02F38}" dt="2024-03-17T01:36:16.100" v="41" actId="47"/>
        <pc:sldMkLst>
          <pc:docMk/>
          <pc:sldMk cId="3569851906" sldId="898"/>
        </pc:sldMkLst>
      </pc:sldChg>
      <pc:sldChg chg="del">
        <pc:chgData name="Qu, Chengyi" userId="9f02c3db-5b00-4063-9ad4-7cdd84fdd2bb" providerId="ADAL" clId="{F8FF537E-3FA4-425A-8CC6-8B253AE02F38}" dt="2024-03-17T01:36:16.100" v="41" actId="47"/>
        <pc:sldMkLst>
          <pc:docMk/>
          <pc:sldMk cId="2302419998" sldId="899"/>
        </pc:sldMkLst>
      </pc:sldChg>
      <pc:sldChg chg="modSp add mod">
        <pc:chgData name="Qu, Chengyi" userId="9f02c3db-5b00-4063-9ad4-7cdd84fdd2bb" providerId="ADAL" clId="{F8FF537E-3FA4-425A-8CC6-8B253AE02F38}" dt="2024-03-17T01:34:31.638" v="40" actId="207"/>
        <pc:sldMkLst>
          <pc:docMk/>
          <pc:sldMk cId="3706262246" sldId="900"/>
        </pc:sldMkLst>
      </pc:sldChg>
      <pc:sldChg chg="delSp">
        <pc:chgData name="Qu, Chengyi" userId="9f02c3db-5b00-4063-9ad4-7cdd84fdd2bb" providerId="ADAL" clId="{F8FF537E-3FA4-425A-8CC6-8B253AE02F38}" dt="2024-03-17T01:46:15.055" v="74" actId="478"/>
        <pc:sldMkLst>
          <pc:docMk/>
          <pc:sldMk cId="3354138420" sldId="901"/>
        </pc:sldMkLst>
      </pc:sldChg>
      <pc:sldChg chg="delSp">
        <pc:chgData name="Qu, Chengyi" userId="9f02c3db-5b00-4063-9ad4-7cdd84fdd2bb" providerId="ADAL" clId="{F8FF537E-3FA4-425A-8CC6-8B253AE02F38}" dt="2024-03-17T01:46:24.897" v="76" actId="478"/>
        <pc:sldMkLst>
          <pc:docMk/>
          <pc:sldMk cId="3263422621" sldId="902"/>
        </pc:sldMkLst>
      </pc:sldChg>
      <pc:sldChg chg="delSp">
        <pc:chgData name="Qu, Chengyi" userId="9f02c3db-5b00-4063-9ad4-7cdd84fdd2bb" providerId="ADAL" clId="{F8FF537E-3FA4-425A-8CC6-8B253AE02F38}" dt="2024-03-17T01:46:45.923" v="84" actId="478"/>
        <pc:sldMkLst>
          <pc:docMk/>
          <pc:sldMk cId="0" sldId="903"/>
        </pc:sldMkLst>
      </pc:sldChg>
      <pc:sldChg chg="delSp">
        <pc:chgData name="Qu, Chengyi" userId="9f02c3db-5b00-4063-9ad4-7cdd84fdd2bb" providerId="ADAL" clId="{F8FF537E-3FA4-425A-8CC6-8B253AE02F38}" dt="2024-03-17T01:46:47.891" v="85" actId="478"/>
        <pc:sldMkLst>
          <pc:docMk/>
          <pc:sldMk cId="0" sldId="904"/>
        </pc:sldMkLst>
      </pc:sldChg>
      <pc:sldChg chg="delSp modSp mod">
        <pc:chgData name="Qu, Chengyi" userId="9f02c3db-5b00-4063-9ad4-7cdd84fdd2bb" providerId="ADAL" clId="{F8FF537E-3FA4-425A-8CC6-8B253AE02F38}" dt="2024-03-17T01:46:51.859" v="86" actId="478"/>
        <pc:sldMkLst>
          <pc:docMk/>
          <pc:sldMk cId="0" sldId="905"/>
        </pc:sldMkLst>
      </pc:sldChg>
      <pc:sldChg chg="delSp modSp mod">
        <pc:chgData name="Qu, Chengyi" userId="9f02c3db-5b00-4063-9ad4-7cdd84fdd2bb" providerId="ADAL" clId="{F8FF537E-3FA4-425A-8CC6-8B253AE02F38}" dt="2024-03-17T01:47:00.751" v="89" actId="478"/>
        <pc:sldMkLst>
          <pc:docMk/>
          <pc:sldMk cId="0" sldId="906"/>
        </pc:sldMkLst>
      </pc:sldChg>
      <pc:sldChg chg="add del">
        <pc:chgData name="Qu, Chengyi" userId="9f02c3db-5b00-4063-9ad4-7cdd84fdd2bb" providerId="ADAL" clId="{F8FF537E-3FA4-425A-8CC6-8B253AE02F38}" dt="2024-03-17T01:45:31.633" v="65"/>
        <pc:sldMkLst>
          <pc:docMk/>
          <pc:sldMk cId="222255032" sldId="907"/>
        </pc:sldMkLst>
      </pc:sldChg>
      <pc:sldChg chg="del">
        <pc:chgData name="Qu, Chengyi" userId="9f02c3db-5b00-4063-9ad4-7cdd84fdd2bb" providerId="ADAL" clId="{F8FF537E-3FA4-425A-8CC6-8B253AE02F38}" dt="2024-03-17T01:45:36.632" v="66"/>
        <pc:sldMkLst>
          <pc:docMk/>
          <pc:sldMk cId="1357359515" sldId="907"/>
        </pc:sldMkLst>
      </pc:sldChg>
      <pc:sldChg chg="modSp mod">
        <pc:chgData name="Qu, Chengyi" userId="9f02c3db-5b00-4063-9ad4-7cdd84fdd2bb" providerId="ADAL" clId="{F8FF537E-3FA4-425A-8CC6-8B253AE02F38}" dt="2024-03-17T01:45:45.427" v="67" actId="207"/>
        <pc:sldMkLst>
          <pc:docMk/>
          <pc:sldMk cId="2833186835" sldId="907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4038715374" sldId="1255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39755599" sldId="1256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120514358" sldId="1257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919834031" sldId="1258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2632825530" sldId="1259"/>
        </pc:sldMkLst>
      </pc:sldChg>
      <pc:sldChg chg="del">
        <pc:chgData name="Qu, Chengyi" userId="9f02c3db-5b00-4063-9ad4-7cdd84fdd2bb" providerId="ADAL" clId="{F8FF537E-3FA4-425A-8CC6-8B253AE02F38}" dt="2024-03-17T01:16:41.112" v="7" actId="47"/>
        <pc:sldMkLst>
          <pc:docMk/>
          <pc:sldMk cId="3745870871" sldId="1260"/>
        </pc:sldMkLst>
      </pc:sldChg>
      <pc:sldMasterChg chg="del delSldLayout">
        <pc:chgData name="Qu, Chengyi" userId="9f02c3db-5b00-4063-9ad4-7cdd84fdd2bb" providerId="ADAL" clId="{F8FF537E-3FA4-425A-8CC6-8B253AE02F38}" dt="2024-03-17T01:16:41.112" v="7" actId="47"/>
        <pc:sldMasterMkLst>
          <pc:docMk/>
          <pc:sldMasterMk cId="816407230" sldId="2147483667"/>
        </pc:sldMasterMkLst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1478954547" sldId="2147483668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2802328541" sldId="2147483669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825140372" sldId="2147483670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4177523922" sldId="2147483671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771864" sldId="2147483672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2710111665" sldId="2147483673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3944089362" sldId="2147483674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1166321837" sldId="2147483675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1062298521" sldId="2147483676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3792717422" sldId="2147483677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816407230" sldId="2147483667"/>
            <pc:sldLayoutMk cId="764764108" sldId="2147483678"/>
          </pc:sldLayoutMkLst>
        </pc:sldLayoutChg>
      </pc:sldMasterChg>
      <pc:sldMasterChg chg="del delSldLayout">
        <pc:chgData name="Qu, Chengyi" userId="9f02c3db-5b00-4063-9ad4-7cdd84fdd2bb" providerId="ADAL" clId="{F8FF537E-3FA4-425A-8CC6-8B253AE02F38}" dt="2024-03-17T01:36:16.100" v="41" actId="47"/>
        <pc:sldMasterMkLst>
          <pc:docMk/>
          <pc:sldMasterMk cId="2756400662" sldId="2147483667"/>
        </pc:sldMasterMkLst>
        <pc:sldLayoutChg chg="del">
          <pc:chgData name="Qu, Chengyi" userId="9f02c3db-5b00-4063-9ad4-7cdd84fdd2bb" providerId="ADAL" clId="{F8FF537E-3FA4-425A-8CC6-8B253AE02F38}" dt="2024-03-17T01:36:16.100" v="41" actId="47"/>
          <pc:sldLayoutMkLst>
            <pc:docMk/>
            <pc:sldMasterMk cId="2756400662" sldId="2147483667"/>
            <pc:sldLayoutMk cId="3774905265" sldId="2147483668"/>
          </pc:sldLayoutMkLst>
        </pc:sldLayoutChg>
        <pc:sldLayoutChg chg="del">
          <pc:chgData name="Qu, Chengyi" userId="9f02c3db-5b00-4063-9ad4-7cdd84fdd2bb" providerId="ADAL" clId="{F8FF537E-3FA4-425A-8CC6-8B253AE02F38}" dt="2024-03-17T01:36:16.100" v="41" actId="47"/>
          <pc:sldLayoutMkLst>
            <pc:docMk/>
            <pc:sldMasterMk cId="2756400662" sldId="2147483667"/>
            <pc:sldLayoutMk cId="3930148857" sldId="2147483669"/>
          </pc:sldLayoutMkLst>
        </pc:sldLayoutChg>
        <pc:sldLayoutChg chg="del">
          <pc:chgData name="Qu, Chengyi" userId="9f02c3db-5b00-4063-9ad4-7cdd84fdd2bb" providerId="ADAL" clId="{F8FF537E-3FA4-425A-8CC6-8B253AE02F38}" dt="2024-03-17T01:36:16.100" v="41" actId="47"/>
          <pc:sldLayoutMkLst>
            <pc:docMk/>
            <pc:sldMasterMk cId="2756400662" sldId="2147483667"/>
            <pc:sldLayoutMk cId="1914597760" sldId="2147483670"/>
          </pc:sldLayoutMkLst>
        </pc:sldLayoutChg>
        <pc:sldLayoutChg chg="del">
          <pc:chgData name="Qu, Chengyi" userId="9f02c3db-5b00-4063-9ad4-7cdd84fdd2bb" providerId="ADAL" clId="{F8FF537E-3FA4-425A-8CC6-8B253AE02F38}" dt="2024-03-17T01:36:16.100" v="41" actId="47"/>
          <pc:sldLayoutMkLst>
            <pc:docMk/>
            <pc:sldMasterMk cId="2756400662" sldId="2147483667"/>
            <pc:sldLayoutMk cId="780730292" sldId="2147483671"/>
          </pc:sldLayoutMkLst>
        </pc:sldLayoutChg>
        <pc:sldLayoutChg chg="del">
          <pc:chgData name="Qu, Chengyi" userId="9f02c3db-5b00-4063-9ad4-7cdd84fdd2bb" providerId="ADAL" clId="{F8FF537E-3FA4-425A-8CC6-8B253AE02F38}" dt="2024-03-17T01:36:16.100" v="41" actId="47"/>
          <pc:sldLayoutMkLst>
            <pc:docMk/>
            <pc:sldMasterMk cId="2756400662" sldId="2147483667"/>
            <pc:sldLayoutMk cId="2637755153" sldId="2147483672"/>
          </pc:sldLayoutMkLst>
        </pc:sldLayoutChg>
        <pc:sldLayoutChg chg="del">
          <pc:chgData name="Qu, Chengyi" userId="9f02c3db-5b00-4063-9ad4-7cdd84fdd2bb" providerId="ADAL" clId="{F8FF537E-3FA4-425A-8CC6-8B253AE02F38}" dt="2024-03-17T01:36:16.100" v="41" actId="47"/>
          <pc:sldLayoutMkLst>
            <pc:docMk/>
            <pc:sldMasterMk cId="2756400662" sldId="2147483667"/>
            <pc:sldLayoutMk cId="3202706629" sldId="2147483673"/>
          </pc:sldLayoutMkLst>
        </pc:sldLayoutChg>
        <pc:sldLayoutChg chg="del">
          <pc:chgData name="Qu, Chengyi" userId="9f02c3db-5b00-4063-9ad4-7cdd84fdd2bb" providerId="ADAL" clId="{F8FF537E-3FA4-425A-8CC6-8B253AE02F38}" dt="2024-03-17T01:36:16.100" v="41" actId="47"/>
          <pc:sldLayoutMkLst>
            <pc:docMk/>
            <pc:sldMasterMk cId="2756400662" sldId="2147483667"/>
            <pc:sldLayoutMk cId="1546838111" sldId="2147483674"/>
          </pc:sldLayoutMkLst>
        </pc:sldLayoutChg>
        <pc:sldLayoutChg chg="del">
          <pc:chgData name="Qu, Chengyi" userId="9f02c3db-5b00-4063-9ad4-7cdd84fdd2bb" providerId="ADAL" clId="{F8FF537E-3FA4-425A-8CC6-8B253AE02F38}" dt="2024-03-17T01:36:16.100" v="41" actId="47"/>
          <pc:sldLayoutMkLst>
            <pc:docMk/>
            <pc:sldMasterMk cId="2756400662" sldId="2147483667"/>
            <pc:sldLayoutMk cId="2035425489" sldId="2147483675"/>
          </pc:sldLayoutMkLst>
        </pc:sldLayoutChg>
        <pc:sldLayoutChg chg="del">
          <pc:chgData name="Qu, Chengyi" userId="9f02c3db-5b00-4063-9ad4-7cdd84fdd2bb" providerId="ADAL" clId="{F8FF537E-3FA4-425A-8CC6-8B253AE02F38}" dt="2024-03-17T01:36:16.100" v="41" actId="47"/>
          <pc:sldLayoutMkLst>
            <pc:docMk/>
            <pc:sldMasterMk cId="2756400662" sldId="2147483667"/>
            <pc:sldLayoutMk cId="882700031" sldId="2147483676"/>
          </pc:sldLayoutMkLst>
        </pc:sldLayoutChg>
        <pc:sldLayoutChg chg="del">
          <pc:chgData name="Qu, Chengyi" userId="9f02c3db-5b00-4063-9ad4-7cdd84fdd2bb" providerId="ADAL" clId="{F8FF537E-3FA4-425A-8CC6-8B253AE02F38}" dt="2024-03-17T01:36:16.100" v="41" actId="47"/>
          <pc:sldLayoutMkLst>
            <pc:docMk/>
            <pc:sldMasterMk cId="2756400662" sldId="2147483667"/>
            <pc:sldLayoutMk cId="3985012986" sldId="2147483677"/>
          </pc:sldLayoutMkLst>
        </pc:sldLayoutChg>
        <pc:sldLayoutChg chg="del">
          <pc:chgData name="Qu, Chengyi" userId="9f02c3db-5b00-4063-9ad4-7cdd84fdd2bb" providerId="ADAL" clId="{F8FF537E-3FA4-425A-8CC6-8B253AE02F38}" dt="2024-03-17T01:36:16.100" v="41" actId="47"/>
          <pc:sldLayoutMkLst>
            <pc:docMk/>
            <pc:sldMasterMk cId="2756400662" sldId="2147483667"/>
            <pc:sldLayoutMk cId="1912766187" sldId="2147483678"/>
          </pc:sldLayoutMkLst>
        </pc:sldLayoutChg>
      </pc:sldMasterChg>
      <pc:sldMasterChg chg="del delSldLayout">
        <pc:chgData name="Qu, Chengyi" userId="9f02c3db-5b00-4063-9ad4-7cdd84fdd2bb" providerId="ADAL" clId="{F8FF537E-3FA4-425A-8CC6-8B253AE02F38}" dt="2024-03-17T01:16:41.112" v="7" actId="47"/>
        <pc:sldMasterMkLst>
          <pc:docMk/>
          <pc:sldMasterMk cId="285659993" sldId="2147483679"/>
        </pc:sldMasterMkLst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2842456320" sldId="2147483680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1457017757" sldId="2147483681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2086968319" sldId="2147483682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1708509305" sldId="2147483683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497337308" sldId="2147483684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770178683" sldId="2147483685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3911091063" sldId="2147483686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1094673248" sldId="2147483687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2206353706" sldId="2147483688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2570034858" sldId="2147483689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3766516897" sldId="2147483690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285659993" sldId="2147483679"/>
            <pc:sldLayoutMk cId="827356254" sldId="2147483691"/>
          </pc:sldLayoutMkLst>
        </pc:sldLayoutChg>
      </pc:sldMasterChg>
      <pc:sldMasterChg chg="del delSldLayout">
        <pc:chgData name="Qu, Chengyi" userId="9f02c3db-5b00-4063-9ad4-7cdd84fdd2bb" providerId="ADAL" clId="{F8FF537E-3FA4-425A-8CC6-8B253AE02F38}" dt="2024-03-17T01:16:41.112" v="7" actId="47"/>
        <pc:sldMasterMkLst>
          <pc:docMk/>
          <pc:sldMasterMk cId="739236253" sldId="2147483692"/>
        </pc:sldMasterMkLst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3916218876" sldId="2147483693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3568439253" sldId="2147483694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331496385" sldId="2147483695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974694476" sldId="2147483696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1112934890" sldId="2147483697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1250321267" sldId="2147483698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2355138482" sldId="2147483699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1310252774" sldId="2147483700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4246126308" sldId="2147483701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3007040105" sldId="2147483702"/>
          </pc:sldLayoutMkLst>
        </pc:sldLayoutChg>
        <pc:sldLayoutChg chg="del">
          <pc:chgData name="Qu, Chengyi" userId="9f02c3db-5b00-4063-9ad4-7cdd84fdd2bb" providerId="ADAL" clId="{F8FF537E-3FA4-425A-8CC6-8B253AE02F38}" dt="2024-03-17T01:16:41.112" v="7" actId="47"/>
          <pc:sldLayoutMkLst>
            <pc:docMk/>
            <pc:sldMasterMk cId="739236253" sldId="2147483692"/>
            <pc:sldLayoutMk cId="775594334" sldId="2147483703"/>
          </pc:sldLayoutMkLst>
        </pc:sldLayoutChg>
      </pc:sldMasterChg>
    </pc:docChg>
  </pc:docChgLst>
  <pc:docChgLst>
    <pc:chgData name="Qu, Chengyi" userId="9f02c3db-5b00-4063-9ad4-7cdd84fdd2bb" providerId="ADAL" clId="{1F24A312-CE90-46DA-8B2A-8596C84ACAA4}"/>
    <pc:docChg chg="undo custSel addSld delSld modSld sldOrd">
      <pc:chgData name="Qu, Chengyi" userId="9f02c3db-5b00-4063-9ad4-7cdd84fdd2bb" providerId="ADAL" clId="{1F24A312-CE90-46DA-8B2A-8596C84ACAA4}" dt="2024-01-28T20:05:13.466" v="368" actId="20577"/>
      <pc:docMkLst>
        <pc:docMk/>
      </pc:docMkLst>
      <pc:sldChg chg="modSp add mod">
        <pc:chgData name="Qu, Chengyi" userId="9f02c3db-5b00-4063-9ad4-7cdd84fdd2bb" providerId="ADAL" clId="{1F24A312-CE90-46DA-8B2A-8596C84ACAA4}" dt="2024-01-28T20:05:13.466" v="368" actId="20577"/>
        <pc:sldMkLst>
          <pc:docMk/>
          <pc:sldMk cId="0" sldId="256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990146364" sldId="259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4236835058" sldId="266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2712866180" sldId="267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180261676" sldId="268"/>
        </pc:sldMkLst>
      </pc:sldChg>
      <pc:sldChg chg="add modNotes">
        <pc:chgData name="Qu, Chengyi" userId="9f02c3db-5b00-4063-9ad4-7cdd84fdd2bb" providerId="ADAL" clId="{1F24A312-CE90-46DA-8B2A-8596C84ACAA4}" dt="2024-01-28T02:48:57.700" v="29"/>
        <pc:sldMkLst>
          <pc:docMk/>
          <pc:sldMk cId="4285260508" sldId="272"/>
        </pc:sldMkLst>
      </pc:sldChg>
      <pc:sldChg chg="add modNotes">
        <pc:chgData name="Qu, Chengyi" userId="9f02c3db-5b00-4063-9ad4-7cdd84fdd2bb" providerId="ADAL" clId="{1F24A312-CE90-46DA-8B2A-8596C84ACAA4}" dt="2024-01-28T02:48:57.700" v="29"/>
        <pc:sldMkLst>
          <pc:docMk/>
          <pc:sldMk cId="1026168530" sldId="274"/>
        </pc:sldMkLst>
      </pc:sldChg>
      <pc:sldChg chg="add modNotesTx">
        <pc:chgData name="Qu, Chengyi" userId="9f02c3db-5b00-4063-9ad4-7cdd84fdd2bb" providerId="ADAL" clId="{1F24A312-CE90-46DA-8B2A-8596C84ACAA4}" dt="2024-01-28T01:38:20.927" v="6"/>
        <pc:sldMkLst>
          <pc:docMk/>
          <pc:sldMk cId="1305972062" sldId="275"/>
        </pc:sldMkLst>
      </pc:sldChg>
      <pc:sldChg chg="add modNotes">
        <pc:chgData name="Qu, Chengyi" userId="9f02c3db-5b00-4063-9ad4-7cdd84fdd2bb" providerId="ADAL" clId="{1F24A312-CE90-46DA-8B2A-8596C84ACAA4}" dt="2024-01-28T02:48:57.700" v="29"/>
        <pc:sldMkLst>
          <pc:docMk/>
          <pc:sldMk cId="2242056526" sldId="276"/>
        </pc:sldMkLst>
      </pc:sldChg>
      <pc:sldChg chg="modSp add mod">
        <pc:chgData name="Qu, Chengyi" userId="9f02c3db-5b00-4063-9ad4-7cdd84fdd2bb" providerId="ADAL" clId="{1F24A312-CE90-46DA-8B2A-8596C84ACAA4}" dt="2024-01-28T01:39:04.731" v="8" actId="14100"/>
        <pc:sldMkLst>
          <pc:docMk/>
          <pc:sldMk cId="1552594960" sldId="279"/>
        </pc:sldMkLst>
      </pc:sldChg>
      <pc:sldChg chg="add modNotes">
        <pc:chgData name="Qu, Chengyi" userId="9f02c3db-5b00-4063-9ad4-7cdd84fdd2bb" providerId="ADAL" clId="{1F24A312-CE90-46DA-8B2A-8596C84ACAA4}" dt="2024-01-28T02:48:57.700" v="29"/>
        <pc:sldMkLst>
          <pc:docMk/>
          <pc:sldMk cId="1989998856" sldId="280"/>
        </pc:sldMkLst>
      </pc:sldChg>
      <pc:sldChg chg="addSp modSp add mod">
        <pc:chgData name="Qu, Chengyi" userId="9f02c3db-5b00-4063-9ad4-7cdd84fdd2bb" providerId="ADAL" clId="{1F24A312-CE90-46DA-8B2A-8596C84ACAA4}" dt="2024-01-28T01:48:33.608" v="26" actId="1076"/>
        <pc:sldMkLst>
          <pc:docMk/>
          <pc:sldMk cId="2246992091" sldId="281"/>
        </pc:sldMkLst>
      </pc:sldChg>
      <pc:sldChg chg="add del modNotes">
        <pc:chgData name="Qu, Chengyi" userId="9f02c3db-5b00-4063-9ad4-7cdd84fdd2bb" providerId="ADAL" clId="{1F24A312-CE90-46DA-8B2A-8596C84ACAA4}" dt="2024-01-28T03:32:53.811" v="315" actId="47"/>
        <pc:sldMkLst>
          <pc:docMk/>
          <pc:sldMk cId="1276839199" sldId="287"/>
        </pc:sldMkLst>
      </pc:sldChg>
      <pc:sldChg chg="add">
        <pc:chgData name="Qu, Chengyi" userId="9f02c3db-5b00-4063-9ad4-7cdd84fdd2bb" providerId="ADAL" clId="{1F24A312-CE90-46DA-8B2A-8596C84ACAA4}" dt="2024-01-28T03:17:44.957" v="290"/>
        <pc:sldMkLst>
          <pc:docMk/>
          <pc:sldMk cId="1350622502" sldId="302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3696353953" sldId="303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2713426596" sldId="304"/>
        </pc:sldMkLst>
      </pc:sldChg>
      <pc:sldChg chg="add del ord modNotes">
        <pc:chgData name="Qu, Chengyi" userId="9f02c3db-5b00-4063-9ad4-7cdd84fdd2bb" providerId="ADAL" clId="{1F24A312-CE90-46DA-8B2A-8596C84ACAA4}" dt="2024-01-28T02:53:16.825" v="262"/>
        <pc:sldMkLst>
          <pc:docMk/>
          <pc:sldMk cId="2387288212" sldId="305"/>
        </pc:sldMkLst>
      </pc:sldChg>
      <pc:sldChg chg="add del ord modNotes">
        <pc:chgData name="Qu, Chengyi" userId="9f02c3db-5b00-4063-9ad4-7cdd84fdd2bb" providerId="ADAL" clId="{1F24A312-CE90-46DA-8B2A-8596C84ACAA4}" dt="2024-01-28T02:53:16.825" v="262"/>
        <pc:sldMkLst>
          <pc:docMk/>
          <pc:sldMk cId="3887296429" sldId="306"/>
        </pc:sldMkLst>
      </pc:sldChg>
      <pc:sldChg chg="modSp add mod">
        <pc:chgData name="Qu, Chengyi" userId="9f02c3db-5b00-4063-9ad4-7cdd84fdd2bb" providerId="ADAL" clId="{1F24A312-CE90-46DA-8B2A-8596C84ACAA4}" dt="2024-01-28T03:36:39.075" v="327" actId="27636"/>
        <pc:sldMkLst>
          <pc:docMk/>
          <pc:sldMk cId="4081942817" sldId="309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81497876" sldId="965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1391119021" sldId="966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438849163" sldId="967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3951012725" sldId="968"/>
        </pc:sldMkLst>
      </pc:sldChg>
      <pc:sldChg chg="add">
        <pc:chgData name="Qu, Chengyi" userId="9f02c3db-5b00-4063-9ad4-7cdd84fdd2bb" providerId="ADAL" clId="{1F24A312-CE90-46DA-8B2A-8596C84ACAA4}" dt="2024-01-28T03:29:43.463" v="291"/>
        <pc:sldMkLst>
          <pc:docMk/>
          <pc:sldMk cId="233124414" sldId="1007"/>
        </pc:sldMkLst>
      </pc:sldChg>
      <pc:sldChg chg="add">
        <pc:chgData name="Qu, Chengyi" userId="9f02c3db-5b00-4063-9ad4-7cdd84fdd2bb" providerId="ADAL" clId="{1F24A312-CE90-46DA-8B2A-8596C84ACAA4}" dt="2024-01-28T02:47:49.341" v="28"/>
        <pc:sldMkLst>
          <pc:docMk/>
          <pc:sldMk cId="2645911935" sldId="1083"/>
        </pc:sldMkLst>
      </pc:sldChg>
      <pc:sldChg chg="add">
        <pc:chgData name="Qu, Chengyi" userId="9f02c3db-5b00-4063-9ad4-7cdd84fdd2bb" providerId="ADAL" clId="{1F24A312-CE90-46DA-8B2A-8596C84ACAA4}" dt="2024-01-28T02:47:49.341" v="28"/>
        <pc:sldMkLst>
          <pc:docMk/>
          <pc:sldMk cId="147584997" sldId="1084"/>
        </pc:sldMkLst>
      </pc:sldChg>
      <pc:sldChg chg="add">
        <pc:chgData name="Qu, Chengyi" userId="9f02c3db-5b00-4063-9ad4-7cdd84fdd2bb" providerId="ADAL" clId="{1F24A312-CE90-46DA-8B2A-8596C84ACAA4}" dt="2024-01-28T02:47:49.341" v="28"/>
        <pc:sldMkLst>
          <pc:docMk/>
          <pc:sldMk cId="2680331947" sldId="1085"/>
        </pc:sldMkLst>
      </pc:sldChg>
      <pc:sldChg chg="add">
        <pc:chgData name="Qu, Chengyi" userId="9f02c3db-5b00-4063-9ad4-7cdd84fdd2bb" providerId="ADAL" clId="{1F24A312-CE90-46DA-8B2A-8596C84ACAA4}" dt="2024-01-28T02:47:49.341" v="28"/>
        <pc:sldMkLst>
          <pc:docMk/>
          <pc:sldMk cId="2696498074" sldId="1086"/>
        </pc:sldMkLst>
      </pc:sldChg>
      <pc:sldChg chg="modSp add mod">
        <pc:chgData name="Qu, Chengyi" userId="9f02c3db-5b00-4063-9ad4-7cdd84fdd2bb" providerId="ADAL" clId="{1F24A312-CE90-46DA-8B2A-8596C84ACAA4}" dt="2024-01-27T02:56:02.847" v="2" actId="207"/>
        <pc:sldMkLst>
          <pc:docMk/>
          <pc:sldMk cId="94232623" sldId="1257"/>
        </pc:sldMkLst>
      </pc:sldChg>
      <pc:sldChg chg="modSp add mod">
        <pc:chgData name="Qu, Chengyi" userId="9f02c3db-5b00-4063-9ad4-7cdd84fdd2bb" providerId="ADAL" clId="{1F24A312-CE90-46DA-8B2A-8596C84ACAA4}" dt="2024-01-28T02:52:48.210" v="258" actId="2710"/>
        <pc:sldMkLst>
          <pc:docMk/>
          <pc:sldMk cId="2434809446" sldId="1258"/>
        </pc:sldMkLst>
      </pc:sldChg>
      <pc:sldChg chg="modSp add mod">
        <pc:chgData name="Qu, Chengyi" userId="9f02c3db-5b00-4063-9ad4-7cdd84fdd2bb" providerId="ADAL" clId="{1F24A312-CE90-46DA-8B2A-8596C84ACAA4}" dt="2024-01-28T02:53:05.701" v="260" actId="207"/>
        <pc:sldMkLst>
          <pc:docMk/>
          <pc:sldMk cId="2914323500" sldId="1259"/>
        </pc:sldMkLst>
      </pc:sldChg>
      <pc:sldChg chg="modSp add mod">
        <pc:chgData name="Qu, Chengyi" userId="9f02c3db-5b00-4063-9ad4-7cdd84fdd2bb" providerId="ADAL" clId="{1F24A312-CE90-46DA-8B2A-8596C84ACAA4}" dt="2024-01-28T02:53:44.994" v="264" actId="207"/>
        <pc:sldMkLst>
          <pc:docMk/>
          <pc:sldMk cId="1876543634" sldId="1260"/>
        </pc:sldMkLst>
      </pc:sldChg>
      <pc:sldChg chg="modSp add mod">
        <pc:chgData name="Qu, Chengyi" userId="9f02c3db-5b00-4063-9ad4-7cdd84fdd2bb" providerId="ADAL" clId="{1F24A312-CE90-46DA-8B2A-8596C84ACAA4}" dt="2024-01-28T03:32:49.253" v="314" actId="207"/>
        <pc:sldMkLst>
          <pc:docMk/>
          <pc:sldMk cId="2325914770" sldId="1261"/>
        </pc:sldMkLst>
      </pc:sldChg>
      <pc:sldChg chg="modSp add mod">
        <pc:chgData name="Qu, Chengyi" userId="9f02c3db-5b00-4063-9ad4-7cdd84fdd2bb" providerId="ADAL" clId="{1F24A312-CE90-46DA-8B2A-8596C84ACAA4}" dt="2024-01-28T03:15:48.889" v="268" actId="113"/>
        <pc:sldMkLst>
          <pc:docMk/>
          <pc:sldMk cId="2651535271" sldId="1262"/>
        </pc:sldMkLst>
      </pc:sldChg>
      <pc:sldChg chg="modSp new mod">
        <pc:chgData name="Qu, Chengyi" userId="9f02c3db-5b00-4063-9ad4-7cdd84fdd2bb" providerId="ADAL" clId="{1F24A312-CE90-46DA-8B2A-8596C84ACAA4}" dt="2024-01-28T03:17:18.461" v="289" actId="20577"/>
        <pc:sldMkLst>
          <pc:docMk/>
          <pc:sldMk cId="3767743320" sldId="1263"/>
        </pc:sldMkLst>
      </pc:sldChg>
      <pc:sldChg chg="modSp new mod ord">
        <pc:chgData name="Qu, Chengyi" userId="9f02c3db-5b00-4063-9ad4-7cdd84fdd2bb" providerId="ADAL" clId="{1F24A312-CE90-46DA-8B2A-8596C84ACAA4}" dt="2024-01-28T03:37:09.258" v="339" actId="20577"/>
        <pc:sldMkLst>
          <pc:docMk/>
          <pc:sldMk cId="327016494" sldId="1264"/>
        </pc:sldMkLst>
      </pc:sldChg>
      <pc:sldChg chg="modSp add mod">
        <pc:chgData name="Qu, Chengyi" userId="9f02c3db-5b00-4063-9ad4-7cdd84fdd2bb" providerId="ADAL" clId="{1F24A312-CE90-46DA-8B2A-8596C84ACAA4}" dt="2024-01-28T03:33:14.604" v="317" actId="207"/>
        <pc:sldMkLst>
          <pc:docMk/>
          <pc:sldMk cId="3507344199" sldId="1265"/>
        </pc:sldMkLst>
      </pc:sldChg>
      <pc:sldChg chg="modSp add mod">
        <pc:chgData name="Qu, Chengyi" userId="9f02c3db-5b00-4063-9ad4-7cdd84fdd2bb" providerId="ADAL" clId="{1F24A312-CE90-46DA-8B2A-8596C84ACAA4}" dt="2024-01-28T03:33:05.562" v="316" actId="207"/>
        <pc:sldMkLst>
          <pc:docMk/>
          <pc:sldMk cId="1835531626" sldId="1266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2793842598" sldId="1267"/>
        </pc:sldMkLst>
      </pc:sldChg>
      <pc:sldChg chg="addSp delSp modSp new mod">
        <pc:chgData name="Qu, Chengyi" userId="9f02c3db-5b00-4063-9ad4-7cdd84fdd2bb" providerId="ADAL" clId="{1F24A312-CE90-46DA-8B2A-8596C84ACAA4}" dt="2024-01-28T03:34:03.662" v="325" actId="1076"/>
        <pc:sldMkLst>
          <pc:docMk/>
          <pc:sldMk cId="2897299916" sldId="1267"/>
        </pc:sldMkLst>
      </pc:sldChg>
      <pc:sldChg chg="addSp delSp modSp add mod">
        <pc:chgData name="Qu, Chengyi" userId="9f02c3db-5b00-4063-9ad4-7cdd84fdd2bb" providerId="ADAL" clId="{1F24A312-CE90-46DA-8B2A-8596C84ACAA4}" dt="2024-01-28T03:42:09.247" v="354" actId="20577"/>
        <pc:sldMkLst>
          <pc:docMk/>
          <pc:sldMk cId="730941134" sldId="1268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3532468293" sldId="1268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912014593" sldId="1269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3645425597" sldId="1270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358948776" sldId="1271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825207080" sldId="1272"/>
        </pc:sldMkLst>
      </pc:sldChg>
      <pc:sldChg chg="del">
        <pc:chgData name="Qu, Chengyi" userId="9f02c3db-5b00-4063-9ad4-7cdd84fdd2bb" providerId="ADAL" clId="{1F24A312-CE90-46DA-8B2A-8596C84ACAA4}" dt="2024-01-27T02:55:56.805" v="0" actId="47"/>
        <pc:sldMkLst>
          <pc:docMk/>
          <pc:sldMk cId="1950225687" sldId="1273"/>
        </pc:sldMkLst>
      </pc:sldChg>
      <pc:sldMasterChg chg="delSldLayout">
        <pc:chgData name="Qu, Chengyi" userId="9f02c3db-5b00-4063-9ad4-7cdd84fdd2bb" providerId="ADAL" clId="{1F24A312-CE90-46DA-8B2A-8596C84ACAA4}" dt="2024-01-27T02:55:56.805" v="0" actId="47"/>
        <pc:sldMasterMkLst>
          <pc:docMk/>
          <pc:sldMasterMk cId="2807116942" sldId="2147483648"/>
        </pc:sldMasterMkLst>
        <pc:sldLayoutChg chg="del">
          <pc:chgData name="Qu, Chengyi" userId="9f02c3db-5b00-4063-9ad4-7cdd84fdd2bb" providerId="ADAL" clId="{1F24A312-CE90-46DA-8B2A-8596C84ACAA4}" dt="2024-01-27T02:55:56.805" v="0" actId="47"/>
          <pc:sldLayoutMkLst>
            <pc:docMk/>
            <pc:sldMasterMk cId="2807116942" sldId="2147483648"/>
            <pc:sldLayoutMk cId="1509607055" sldId="2147483681"/>
          </pc:sldLayoutMkLst>
        </pc:sldLayoutChg>
      </pc:sldMasterChg>
    </pc:docChg>
  </pc:docChgLst>
  <pc:docChgLst>
    <pc:chgData name="Qu, Chengyi" userId="9f02c3db-5b00-4063-9ad4-7cdd84fdd2bb" providerId="ADAL" clId="{A560A83B-B716-47FE-B9F6-0C2976A5826E}"/>
    <pc:docChg chg="undo custSel addSld delSld modSld delMainMaster">
      <pc:chgData name="Qu, Chengyi" userId="9f02c3db-5b00-4063-9ad4-7cdd84fdd2bb" providerId="ADAL" clId="{A560A83B-B716-47FE-B9F6-0C2976A5826E}" dt="2024-02-13T21:59:31.444" v="213" actId="207"/>
      <pc:docMkLst>
        <pc:docMk/>
      </pc:docMkLst>
      <pc:sldChg chg="add del">
        <pc:chgData name="Qu, Chengyi" userId="9f02c3db-5b00-4063-9ad4-7cdd84fdd2bb" providerId="ADAL" clId="{A560A83B-B716-47FE-B9F6-0C2976A5826E}" dt="2024-02-13T21:59:16.874" v="212"/>
        <pc:sldMkLst>
          <pc:docMk/>
          <pc:sldMk cId="0" sldId="256"/>
        </pc:sldMkLst>
      </pc:sldChg>
      <pc:sldChg chg="modSp mod">
        <pc:chgData name="Qu, Chengyi" userId="9f02c3db-5b00-4063-9ad4-7cdd84fdd2bb" providerId="ADAL" clId="{A560A83B-B716-47FE-B9F6-0C2976A5826E}" dt="2024-02-13T20:02:11.587" v="52" actId="20577"/>
        <pc:sldMkLst>
          <pc:docMk/>
          <pc:sldMk cId="553553694" sldId="258"/>
        </pc:sldMkLst>
      </pc:sldChg>
      <pc:sldChg chg="addSp delSp modSp add del mod">
        <pc:chgData name="Qu, Chengyi" userId="9f02c3db-5b00-4063-9ad4-7cdd84fdd2bb" providerId="ADAL" clId="{A560A83B-B716-47FE-B9F6-0C2976A5826E}" dt="2024-02-13T21:48:38.350" v="124" actId="47"/>
        <pc:sldMkLst>
          <pc:docMk/>
          <pc:sldMk cId="2669928344" sldId="259"/>
        </pc:sldMkLst>
      </pc:sldChg>
      <pc:sldChg chg="addSp delSp modSp add mod modNotes">
        <pc:chgData name="Qu, Chengyi" userId="9f02c3db-5b00-4063-9ad4-7cdd84fdd2bb" providerId="ADAL" clId="{A560A83B-B716-47FE-B9F6-0C2976A5826E}" dt="2024-02-13T21:49:11.785" v="133" actId="1076"/>
        <pc:sldMkLst>
          <pc:docMk/>
          <pc:sldMk cId="1941321543" sldId="260"/>
        </pc:sldMkLst>
      </pc:sldChg>
      <pc:sldChg chg="modSp add del modNotes">
        <pc:chgData name="Qu, Chengyi" userId="9f02c3db-5b00-4063-9ad4-7cdd84fdd2bb" providerId="ADAL" clId="{A560A83B-B716-47FE-B9F6-0C2976A5826E}" dt="2024-02-13T21:49:41.185" v="135"/>
        <pc:sldMkLst>
          <pc:docMk/>
          <pc:sldMk cId="0" sldId="262"/>
        </pc:sldMkLst>
      </pc:sldChg>
      <pc:sldChg chg="modSp add del modNotes">
        <pc:chgData name="Qu, Chengyi" userId="9f02c3db-5b00-4063-9ad4-7cdd84fdd2bb" providerId="ADAL" clId="{A560A83B-B716-47FE-B9F6-0C2976A5826E}" dt="2024-02-13T21:49:41.185" v="135"/>
        <pc:sldMkLst>
          <pc:docMk/>
          <pc:sldMk cId="0" sldId="263"/>
        </pc:sldMkLst>
      </pc:sldChg>
      <pc:sldChg chg="add del">
        <pc:chgData name="Qu, Chengyi" userId="9f02c3db-5b00-4063-9ad4-7cdd84fdd2bb" providerId="ADAL" clId="{A560A83B-B716-47FE-B9F6-0C2976A5826E}" dt="2024-02-13T20:03:07.226" v="67" actId="47"/>
        <pc:sldMkLst>
          <pc:docMk/>
          <pc:sldMk cId="4211329205" sldId="269"/>
        </pc:sldMkLst>
      </pc:sldChg>
      <pc:sldChg chg="modSp add mod">
        <pc:chgData name="Qu, Chengyi" userId="9f02c3db-5b00-4063-9ad4-7cdd84fdd2bb" providerId="ADAL" clId="{A560A83B-B716-47FE-B9F6-0C2976A5826E}" dt="2024-02-13T21:51:03.124" v="179" actId="20577"/>
        <pc:sldMkLst>
          <pc:docMk/>
          <pc:sldMk cId="1111655096" sldId="271"/>
        </pc:sldMkLst>
      </pc:sldChg>
      <pc:sldChg chg="modSp add del mod">
        <pc:chgData name="Qu, Chengyi" userId="9f02c3db-5b00-4063-9ad4-7cdd84fdd2bb" providerId="ADAL" clId="{A560A83B-B716-47FE-B9F6-0C2976A5826E}" dt="2024-02-13T21:51:28.838" v="208" actId="20577"/>
        <pc:sldMkLst>
          <pc:docMk/>
          <pc:sldMk cId="0" sldId="272"/>
        </pc:sldMkLst>
      </pc:sldChg>
      <pc:sldChg chg="del">
        <pc:chgData name="Qu, Chengyi" userId="9f02c3db-5b00-4063-9ad4-7cdd84fdd2bb" providerId="ADAL" clId="{A560A83B-B716-47FE-B9F6-0C2976A5826E}" dt="2024-02-13T21:05:07.936" v="76" actId="47"/>
        <pc:sldMkLst>
          <pc:docMk/>
          <pc:sldMk cId="929726551" sldId="376"/>
        </pc:sldMkLst>
      </pc:sldChg>
      <pc:sldChg chg="modSp add del mod">
        <pc:chgData name="Qu, Chengyi" userId="9f02c3db-5b00-4063-9ad4-7cdd84fdd2bb" providerId="ADAL" clId="{A560A83B-B716-47FE-B9F6-0C2976A5826E}" dt="2024-02-13T20:03:32.607" v="75"/>
        <pc:sldMkLst>
          <pc:docMk/>
          <pc:sldMk cId="874442202" sldId="378"/>
        </pc:sldMkLst>
      </pc:sldChg>
      <pc:sldChg chg="modSp add del">
        <pc:chgData name="Qu, Chengyi" userId="9f02c3db-5b00-4063-9ad4-7cdd84fdd2bb" providerId="ADAL" clId="{A560A83B-B716-47FE-B9F6-0C2976A5826E}" dt="2024-02-13T20:03:32.607" v="75"/>
        <pc:sldMkLst>
          <pc:docMk/>
          <pc:sldMk cId="401799665" sldId="385"/>
        </pc:sldMkLst>
      </pc:sldChg>
      <pc:sldChg chg="add del">
        <pc:chgData name="Qu, Chengyi" userId="9f02c3db-5b00-4063-9ad4-7cdd84fdd2bb" providerId="ADAL" clId="{A560A83B-B716-47FE-B9F6-0C2976A5826E}" dt="2024-02-13T20:03:32.607" v="75"/>
        <pc:sldMkLst>
          <pc:docMk/>
          <pc:sldMk cId="259734074" sldId="409"/>
        </pc:sldMkLst>
      </pc:sldChg>
      <pc:sldChg chg="add del">
        <pc:chgData name="Qu, Chengyi" userId="9f02c3db-5b00-4063-9ad4-7cdd84fdd2bb" providerId="ADAL" clId="{A560A83B-B716-47FE-B9F6-0C2976A5826E}" dt="2024-02-13T20:03:32.607" v="75"/>
        <pc:sldMkLst>
          <pc:docMk/>
          <pc:sldMk cId="3096335365" sldId="411"/>
        </pc:sldMkLst>
      </pc:sldChg>
      <pc:sldChg chg="add del">
        <pc:chgData name="Qu, Chengyi" userId="9f02c3db-5b00-4063-9ad4-7cdd84fdd2bb" providerId="ADAL" clId="{A560A83B-B716-47FE-B9F6-0C2976A5826E}" dt="2024-02-13T20:03:32.607" v="75"/>
        <pc:sldMkLst>
          <pc:docMk/>
          <pc:sldMk cId="874146617" sldId="413"/>
        </pc:sldMkLst>
      </pc:sldChg>
      <pc:sldChg chg="del">
        <pc:chgData name="Qu, Chengyi" userId="9f02c3db-5b00-4063-9ad4-7cdd84fdd2bb" providerId="ADAL" clId="{A560A83B-B716-47FE-B9F6-0C2976A5826E}" dt="2024-02-13T21:05:07.936" v="76" actId="47"/>
        <pc:sldMkLst>
          <pc:docMk/>
          <pc:sldMk cId="3447973014" sldId="415"/>
        </pc:sldMkLst>
      </pc:sldChg>
      <pc:sldChg chg="modSp mod">
        <pc:chgData name="Qu, Chengyi" userId="9f02c3db-5b00-4063-9ad4-7cdd84fdd2bb" providerId="ADAL" clId="{A560A83B-B716-47FE-B9F6-0C2976A5826E}" dt="2024-02-13T21:08:55.126" v="79"/>
        <pc:sldMkLst>
          <pc:docMk/>
          <pc:sldMk cId="680690281" sldId="420"/>
        </pc:sldMkLst>
      </pc:sldChg>
      <pc:sldChg chg="modSp mod">
        <pc:chgData name="Qu, Chengyi" userId="9f02c3db-5b00-4063-9ad4-7cdd84fdd2bb" providerId="ADAL" clId="{A560A83B-B716-47FE-B9F6-0C2976A5826E}" dt="2024-02-13T21:08:58.104" v="81"/>
        <pc:sldMkLst>
          <pc:docMk/>
          <pc:sldMk cId="2559417828" sldId="421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3816176851" sldId="433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1364292571" sldId="434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2735504479" sldId="435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1250773627" sldId="436"/>
        </pc:sldMkLst>
      </pc:sldChg>
      <pc:sldChg chg="add">
        <pc:chgData name="Qu, Chengyi" userId="9f02c3db-5b00-4063-9ad4-7cdd84fdd2bb" providerId="ADAL" clId="{A560A83B-B716-47FE-B9F6-0C2976A5826E}" dt="2024-02-13T21:08:26.839" v="77"/>
        <pc:sldMkLst>
          <pc:docMk/>
          <pc:sldMk cId="763282045" sldId="437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927004406" sldId="63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327658120" sldId="63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072688855" sldId="63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581542834" sldId="636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334244613" sldId="637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570886114" sldId="638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039379895" sldId="639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913390666" sldId="640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742767098" sldId="641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210879731" sldId="64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403893922" sldId="64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668754033" sldId="64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881150535" sldId="646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456788748" sldId="672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96406873" sldId="67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4154517867" sldId="67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333933496" sldId="67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715274724" sldId="676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57868271" sldId="677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746342220" sldId="678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589473169" sldId="679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560384563" sldId="680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417826034" sldId="681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487987344" sldId="682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453424196" sldId="68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152457748" sldId="68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2108412039" sldId="68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783357540" sldId="686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311487720" sldId="687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498789726" sldId="688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777063748" sldId="689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989709339" sldId="693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1913387589" sldId="694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744046807" sldId="695"/>
        </pc:sldMkLst>
      </pc:sldChg>
      <pc:sldChg chg="addSp modSp new mod">
        <pc:chgData name="Qu, Chengyi" userId="9f02c3db-5b00-4063-9ad4-7cdd84fdd2bb" providerId="ADAL" clId="{A560A83B-B716-47FE-B9F6-0C2976A5826E}" dt="2024-02-13T20:03:03.158" v="66" actId="14100"/>
        <pc:sldMkLst>
          <pc:docMk/>
          <pc:sldMk cId="2120514358" sldId="1257"/>
        </pc:sldMkLst>
      </pc:sldChg>
      <pc:sldChg chg="modSp add mod">
        <pc:chgData name="Qu, Chengyi" userId="9f02c3db-5b00-4063-9ad4-7cdd84fdd2bb" providerId="ADAL" clId="{A560A83B-B716-47FE-B9F6-0C2976A5826E}" dt="2024-02-13T20:03:22.023" v="71" actId="207"/>
        <pc:sldMkLst>
          <pc:docMk/>
          <pc:sldMk cId="919834031" sldId="1258"/>
        </pc:sldMkLst>
      </pc:sldChg>
      <pc:sldChg chg="addSp delSp modSp new mod">
        <pc:chgData name="Qu, Chengyi" userId="9f02c3db-5b00-4063-9ad4-7cdd84fdd2bb" providerId="ADAL" clId="{A560A83B-B716-47FE-B9F6-0C2976A5826E}" dt="2024-02-13T21:48:56.305" v="128" actId="207"/>
        <pc:sldMkLst>
          <pc:docMk/>
          <pc:sldMk cId="2632825530" sldId="1259"/>
        </pc:sldMkLst>
      </pc:sldChg>
      <pc:sldChg chg="modSp add mod">
        <pc:chgData name="Qu, Chengyi" userId="9f02c3db-5b00-4063-9ad4-7cdd84fdd2bb" providerId="ADAL" clId="{A560A83B-B716-47FE-B9F6-0C2976A5826E}" dt="2024-02-13T21:59:31.444" v="213" actId="207"/>
        <pc:sldMkLst>
          <pc:docMk/>
          <pc:sldMk cId="3745870871" sldId="1260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507344199" sldId="1265"/>
        </pc:sldMkLst>
      </pc:sldChg>
      <pc:sldChg chg="del">
        <pc:chgData name="Qu, Chengyi" userId="9f02c3db-5b00-4063-9ad4-7cdd84fdd2bb" providerId="ADAL" clId="{A560A83B-B716-47FE-B9F6-0C2976A5826E}" dt="2024-02-13T20:01:54.618" v="0" actId="47"/>
        <pc:sldMkLst>
          <pc:docMk/>
          <pc:sldMk cId="3209912214" sldId="1266"/>
        </pc:sldMkLst>
      </pc:sldChg>
      <pc:sldMasterChg chg="delSldLayout">
        <pc:chgData name="Qu, Chengyi" userId="9f02c3db-5b00-4063-9ad4-7cdd84fdd2bb" providerId="ADAL" clId="{A560A83B-B716-47FE-B9F6-0C2976A5826E}" dt="2024-02-13T21:48:38.350" v="124" actId="47"/>
        <pc:sldMasterMkLst>
          <pc:docMk/>
          <pc:sldMasterMk cId="816407230" sldId="2147483667"/>
        </pc:sldMasterMkLst>
        <pc:sldLayoutChg chg="del">
          <pc:chgData name="Qu, Chengyi" userId="9f02c3db-5b00-4063-9ad4-7cdd84fdd2bb" providerId="ADAL" clId="{A560A83B-B716-47FE-B9F6-0C2976A5826E}" dt="2024-02-13T21:48:38.350" v="124" actId="47"/>
          <pc:sldLayoutMkLst>
            <pc:docMk/>
            <pc:sldMasterMk cId="816407230" sldId="2147483667"/>
            <pc:sldLayoutMk cId="744208517" sldId="2147483679"/>
          </pc:sldLayoutMkLst>
        </pc:sldLayoutChg>
      </pc:sldMasterChg>
      <pc:sldMasterChg chg="del delSldLayout">
        <pc:chgData name="Qu, Chengyi" userId="9f02c3db-5b00-4063-9ad4-7cdd84fdd2bb" providerId="ADAL" clId="{A560A83B-B716-47FE-B9F6-0C2976A5826E}" dt="2024-02-13T20:01:54.618" v="0" actId="47"/>
        <pc:sldMasterMkLst>
          <pc:docMk/>
          <pc:sldMasterMk cId="1475865050" sldId="2147483667"/>
        </pc:sldMasterMkLst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2444572401" sldId="2147483668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2940105053" sldId="2147483669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453374937" sldId="2147483670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3854693899" sldId="2147483671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3530994955" sldId="2147483672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291632936" sldId="2147483673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613750241" sldId="2147483674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002359994" sldId="2147483675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359564113" sldId="2147483676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201862995" sldId="2147483677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346948971" sldId="2147483678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11329931" sldId="2147483679"/>
          </pc:sldLayoutMkLst>
        </pc:sldLayoutChg>
        <pc:sldLayoutChg chg="del">
          <pc:chgData name="Qu, Chengyi" userId="9f02c3db-5b00-4063-9ad4-7cdd84fdd2bb" providerId="ADAL" clId="{A560A83B-B716-47FE-B9F6-0C2976A5826E}" dt="2024-02-13T20:01:54.618" v="0" actId="47"/>
          <pc:sldLayoutMkLst>
            <pc:docMk/>
            <pc:sldMasterMk cId="1475865050" sldId="2147483667"/>
            <pc:sldLayoutMk cId="2793314298" sldId="2147483680"/>
          </pc:sldLayoutMkLst>
        </pc:sldLayoutChg>
      </pc:sldMasterChg>
      <pc:sldMasterChg chg="del delSldLayout">
        <pc:chgData name="Qu, Chengyi" userId="9f02c3db-5b00-4063-9ad4-7cdd84fdd2bb" providerId="ADAL" clId="{A560A83B-B716-47FE-B9F6-0C2976A5826E}" dt="2024-02-13T20:03:07.226" v="67" actId="47"/>
        <pc:sldMasterMkLst>
          <pc:docMk/>
          <pc:sldMasterMk cId="1567201961" sldId="2147483667"/>
        </pc:sldMasterMkLst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673062084" sldId="2147483668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338622289" sldId="2147483669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1346471507" sldId="2147483670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421656378" sldId="2147483671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1146002619" sldId="2147483672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4140492032" sldId="2147483673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440570319" sldId="2147483674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896675004" sldId="2147483675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809519200" sldId="2147483676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2988825617" sldId="2147483677"/>
          </pc:sldLayoutMkLst>
        </pc:sldLayoutChg>
        <pc:sldLayoutChg chg="del">
          <pc:chgData name="Qu, Chengyi" userId="9f02c3db-5b00-4063-9ad4-7cdd84fdd2bb" providerId="ADAL" clId="{A560A83B-B716-47FE-B9F6-0C2976A5826E}" dt="2024-02-13T20:03:07.226" v="67" actId="47"/>
          <pc:sldLayoutMkLst>
            <pc:docMk/>
            <pc:sldMasterMk cId="1567201961" sldId="2147483667"/>
            <pc:sldLayoutMk cId="3932843405" sldId="2147483678"/>
          </pc:sldLayoutMkLst>
        </pc:sldLayoutChg>
      </pc:sldMasterChg>
    </pc:docChg>
  </pc:docChgLst>
  <pc:docChgLst>
    <pc:chgData name="Qu, Chengyi" userId="9f02c3db-5b00-4063-9ad4-7cdd84fdd2bb" providerId="ADAL" clId="{B8A68927-8F0D-4FCF-A9AA-7717E2476521}"/>
    <pc:docChg chg="undo custSel addSld delSld modSld sldOrd delMainMaster">
      <pc:chgData name="Qu, Chengyi" userId="9f02c3db-5b00-4063-9ad4-7cdd84fdd2bb" providerId="ADAL" clId="{B8A68927-8F0D-4FCF-A9AA-7717E2476521}" dt="2024-02-04T20:38:08.641" v="14" actId="20577"/>
      <pc:docMkLst>
        <pc:docMk/>
      </pc:docMkLst>
      <pc:sldChg chg="modSp mod ord">
        <pc:chgData name="Qu, Chengyi" userId="9f02c3db-5b00-4063-9ad4-7cdd84fdd2bb" providerId="ADAL" clId="{B8A68927-8F0D-4FCF-A9AA-7717E2476521}" dt="2024-02-04T20:11:03.283" v="6" actId="20577"/>
        <pc:sldMkLst>
          <pc:docMk/>
          <pc:sldMk cId="0" sldId="256"/>
        </pc:sldMkLst>
      </pc:sldChg>
      <pc:sldChg chg="del">
        <pc:chgData name="Qu, Chengyi" userId="9f02c3db-5b00-4063-9ad4-7cdd84fdd2bb" providerId="ADAL" clId="{B8A68927-8F0D-4FCF-A9AA-7717E2476521}" dt="2024-02-04T20:10:32.345" v="0" actId="47"/>
        <pc:sldMkLst>
          <pc:docMk/>
          <pc:sldMk cId="1350622502" sldId="302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4081942817" sldId="309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4266121674" sldId="310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97340874" sldId="311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1891869304" sldId="312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140572250" sldId="313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771919027" sldId="315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610447627" sldId="317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1554699303" sldId="318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4261292706" sldId="319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4160575002" sldId="321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042401734" sldId="322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9790647" sldId="323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123380444" sldId="324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1014335648" sldId="325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1332023612" sldId="326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737461284" sldId="360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347205576" sldId="361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09228740" sldId="362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217450473" sldId="367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78958858" sldId="371"/>
        </pc:sldMkLst>
      </pc:sldChg>
      <pc:sldChg chg="modSp add del mod">
        <pc:chgData name="Qu, Chengyi" userId="9f02c3db-5b00-4063-9ad4-7cdd84fdd2bb" providerId="ADAL" clId="{B8A68927-8F0D-4FCF-A9AA-7717E2476521}" dt="2024-02-04T20:27:02.848" v="13"/>
        <pc:sldMkLst>
          <pc:docMk/>
          <pc:sldMk cId="2316534037" sldId="374"/>
        </pc:sldMkLst>
      </pc:sldChg>
      <pc:sldChg chg="modSp add del mod">
        <pc:chgData name="Qu, Chengyi" userId="9f02c3db-5b00-4063-9ad4-7cdd84fdd2bb" providerId="ADAL" clId="{B8A68927-8F0D-4FCF-A9AA-7717E2476521}" dt="2024-02-04T20:27:02.848" v="13"/>
        <pc:sldMkLst>
          <pc:docMk/>
          <pc:sldMk cId="1419336903" sldId="382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3370047568" sldId="383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2055057035" sldId="384"/>
        </pc:sldMkLst>
      </pc:sldChg>
      <pc:sldChg chg="modSp add del mod">
        <pc:chgData name="Qu, Chengyi" userId="9f02c3db-5b00-4063-9ad4-7cdd84fdd2bb" providerId="ADAL" clId="{B8A68927-8F0D-4FCF-A9AA-7717E2476521}" dt="2024-02-04T20:27:02.848" v="13"/>
        <pc:sldMkLst>
          <pc:docMk/>
          <pc:sldMk cId="2640340070" sldId="385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2993049085" sldId="386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540118003" sldId="387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2294238332" sldId="388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3885871552" sldId="389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846400946" sldId="390"/>
        </pc:sldMkLst>
      </pc:sldChg>
      <pc:sldChg chg="add del modNotesTx">
        <pc:chgData name="Qu, Chengyi" userId="9f02c3db-5b00-4063-9ad4-7cdd84fdd2bb" providerId="ADAL" clId="{B8A68927-8F0D-4FCF-A9AA-7717E2476521}" dt="2024-02-04T20:38:08.641" v="14" actId="20577"/>
        <pc:sldMkLst>
          <pc:docMk/>
          <pc:sldMk cId="2515851175" sldId="391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31746736" sldId="392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3184566003" sldId="393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1671043101" sldId="394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4219989565" sldId="395"/>
        </pc:sldMkLst>
      </pc:sldChg>
      <pc:sldChg chg="add del">
        <pc:chgData name="Qu, Chengyi" userId="9f02c3db-5b00-4063-9ad4-7cdd84fdd2bb" providerId="ADAL" clId="{B8A68927-8F0D-4FCF-A9AA-7717E2476521}" dt="2024-02-04T20:27:02.848" v="13"/>
        <pc:sldMkLst>
          <pc:docMk/>
          <pc:sldMk cId="2244718961" sldId="700"/>
        </pc:sldMkLst>
      </pc:sldChg>
      <pc:sldChg chg="del">
        <pc:chgData name="Qu, Chengyi" userId="9f02c3db-5b00-4063-9ad4-7cdd84fdd2bb" providerId="ADAL" clId="{B8A68927-8F0D-4FCF-A9AA-7717E2476521}" dt="2024-02-04T20:10:32.345" v="0" actId="47"/>
        <pc:sldMkLst>
          <pc:docMk/>
          <pc:sldMk cId="2651535271" sldId="1262"/>
        </pc:sldMkLst>
      </pc:sldChg>
      <pc:sldChg chg="del">
        <pc:chgData name="Qu, Chengyi" userId="9f02c3db-5b00-4063-9ad4-7cdd84fdd2bb" providerId="ADAL" clId="{B8A68927-8F0D-4FCF-A9AA-7717E2476521}" dt="2024-02-04T20:10:32.345" v="0" actId="47"/>
        <pc:sldMkLst>
          <pc:docMk/>
          <pc:sldMk cId="3767743320" sldId="1263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327016494" sldId="1264"/>
        </pc:sldMkLst>
      </pc:sldChg>
      <pc:sldChg chg="modSp mod">
        <pc:chgData name="Qu, Chengyi" userId="9f02c3db-5b00-4063-9ad4-7cdd84fdd2bb" providerId="ADAL" clId="{B8A68927-8F0D-4FCF-A9AA-7717E2476521}" dt="2024-02-04T20:10:43.130" v="2" actId="207"/>
        <pc:sldMkLst>
          <pc:docMk/>
          <pc:sldMk cId="3507344199" sldId="1265"/>
        </pc:sldMkLst>
      </pc:sldChg>
      <pc:sldChg chg="del">
        <pc:chgData name="Qu, Chengyi" userId="9f02c3db-5b00-4063-9ad4-7cdd84fdd2bb" providerId="ADAL" clId="{B8A68927-8F0D-4FCF-A9AA-7717E2476521}" dt="2024-02-04T20:10:32.345" v="0" actId="47"/>
        <pc:sldMkLst>
          <pc:docMk/>
          <pc:sldMk cId="1835531626" sldId="1266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897299916" sldId="1267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730941134" sldId="1268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288592048" sldId="1269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843450976" sldId="1270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566162244" sldId="1271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605728639" sldId="1272"/>
        </pc:sldMkLst>
      </pc:sldChg>
      <pc:sldChg chg="del">
        <pc:chgData name="Qu, Chengyi" userId="9f02c3db-5b00-4063-9ad4-7cdd84fdd2bb" providerId="ADAL" clId="{B8A68927-8F0D-4FCF-A9AA-7717E2476521}" dt="2024-02-04T20:11:12.269" v="7" actId="47"/>
        <pc:sldMkLst>
          <pc:docMk/>
          <pc:sldMk cId="2574300258" sldId="1273"/>
        </pc:sldMkLst>
      </pc:sldChg>
      <pc:sldMasterChg chg="delSldLayout">
        <pc:chgData name="Qu, Chengyi" userId="9f02c3db-5b00-4063-9ad4-7cdd84fdd2bb" providerId="ADAL" clId="{B8A68927-8F0D-4FCF-A9AA-7717E2476521}" dt="2024-02-04T20:11:12.269" v="7" actId="47"/>
        <pc:sldMasterMkLst>
          <pc:docMk/>
          <pc:sldMasterMk cId="2807116942" sldId="2147483648"/>
        </pc:sldMasterMkLst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2807116942" sldId="2147483648"/>
            <pc:sldLayoutMk cId="3178452526" sldId="2147483681"/>
          </pc:sldLayoutMkLst>
        </pc:sldLayoutChg>
      </pc:sldMasterChg>
      <pc:sldMasterChg chg="del delSldLayout">
        <pc:chgData name="Qu, Chengyi" userId="9f02c3db-5b00-4063-9ad4-7cdd84fdd2bb" providerId="ADAL" clId="{B8A68927-8F0D-4FCF-A9AA-7717E2476521}" dt="2024-02-04T20:11:12.269" v="7" actId="47"/>
        <pc:sldMasterMkLst>
          <pc:docMk/>
          <pc:sldMasterMk cId="3786389625" sldId="2147483683"/>
        </pc:sldMasterMkLst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1259363603" sldId="2147483684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3471717181" sldId="2147483685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2586057541" sldId="2147483686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4246278388" sldId="2147483687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3941270850" sldId="2147483688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4273289796" sldId="2147483689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2323698036" sldId="2147483690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1475924351" sldId="2147483691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1967705870" sldId="2147483692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3989082028" sldId="2147483693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2148730976" sldId="2147483694"/>
          </pc:sldLayoutMkLst>
        </pc:sldLayoutChg>
        <pc:sldLayoutChg chg="del">
          <pc:chgData name="Qu, Chengyi" userId="9f02c3db-5b00-4063-9ad4-7cdd84fdd2bb" providerId="ADAL" clId="{B8A68927-8F0D-4FCF-A9AA-7717E2476521}" dt="2024-02-04T20:11:12.269" v="7" actId="47"/>
          <pc:sldLayoutMkLst>
            <pc:docMk/>
            <pc:sldMasterMk cId="3786389625" sldId="2147483683"/>
            <pc:sldLayoutMk cId="2908134823" sldId="2147483695"/>
          </pc:sldLayoutMkLst>
        </pc:sldLayoutChg>
      </pc:sldMasterChg>
    </pc:docChg>
  </pc:docChgLst>
  <pc:docChgLst>
    <pc:chgData name="Qu, Chengyi" userId="9f02c3db-5b00-4063-9ad4-7cdd84fdd2bb" providerId="ADAL" clId="{54A67444-F441-4145-B7B7-0BC8ED328209}"/>
    <pc:docChg chg="undo custSel addSld delSld modSld delMainMaster">
      <pc:chgData name="Qu, Chengyi" userId="9f02c3db-5b00-4063-9ad4-7cdd84fdd2bb" providerId="ADAL" clId="{54A67444-F441-4145-B7B7-0BC8ED328209}" dt="2024-01-23T16:11:02.586" v="47" actId="14100"/>
      <pc:docMkLst>
        <pc:docMk/>
      </pc:docMkLst>
      <pc:sldChg chg="modSp mod">
        <pc:chgData name="Qu, Chengyi" userId="9f02c3db-5b00-4063-9ad4-7cdd84fdd2bb" providerId="ADAL" clId="{54A67444-F441-4145-B7B7-0BC8ED328209}" dt="2024-01-23T16:02:39.941" v="9" actId="20577"/>
        <pc:sldMkLst>
          <pc:docMk/>
          <pc:sldMk cId="553553694" sldId="258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1990146364" sldId="259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1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379956012" sldId="26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2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1685846870" sldId="26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3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106735833" sldId="26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4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374817821" sldId="26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0" sldId="265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617169351" sldId="265"/>
        </pc:sldMkLst>
      </pc:sldChg>
      <pc:sldChg chg="modSp add mod modNotes">
        <pc:chgData name="Qu, Chengyi" userId="9f02c3db-5b00-4063-9ad4-7cdd84fdd2bb" providerId="ADAL" clId="{54A67444-F441-4145-B7B7-0BC8ED328209}" dt="2024-01-23T16:11:02.586" v="47" actId="14100"/>
        <pc:sldMkLst>
          <pc:docMk/>
          <pc:sldMk cId="4236835058" sldId="266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2712866180" sldId="267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1180261676" sldId="268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283235496" sldId="270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976470243" sldId="27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385946305" sldId="27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834100436" sldId="27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242056526" sldId="276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3925861337" sldId="280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986486448" sldId="28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836295078" sldId="282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3696353953" sldId="303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2713426596" sldId="304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2387288212" sldId="305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3887296429" sldId="306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996191177" sldId="33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088431158" sldId="33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3190255653" sldId="33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4015059804" sldId="335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4242966397" sldId="390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319081198" sldId="446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626454371" sldId="50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508545327" sldId="52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854743546" sldId="526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4168855840" sldId="53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949189601" sldId="573"/>
        </pc:sldMkLst>
      </pc:sldChg>
      <pc:sldChg chg="addSp delSp modSp mod">
        <pc:chgData name="Qu, Chengyi" userId="9f02c3db-5b00-4063-9ad4-7cdd84fdd2bb" providerId="ADAL" clId="{54A67444-F441-4145-B7B7-0BC8ED328209}" dt="2024-01-23T16:06:18.819" v="43"/>
        <pc:sldMkLst>
          <pc:docMk/>
          <pc:sldMk cId="1987998376" sldId="96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3628008649" sldId="97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3445340925" sldId="97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883330637" sldId="1261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2506038731" sldId="1262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612722790" sldId="1263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84850273" sldId="1264"/>
        </pc:sldMkLst>
      </pc:sldChg>
      <pc:sldChg chg="del">
        <pc:chgData name="Qu, Chengyi" userId="9f02c3db-5b00-4063-9ad4-7cdd84fdd2bb" providerId="ADAL" clId="{54A67444-F441-4145-B7B7-0BC8ED328209}" dt="2024-01-23T16:04:34.681" v="21" actId="47"/>
        <pc:sldMkLst>
          <pc:docMk/>
          <pc:sldMk cId="1835531626" sldId="1266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2793842598" sldId="1267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3532468293" sldId="1268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912014593" sldId="1269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3645425597" sldId="1270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1358948776" sldId="1271"/>
        </pc:sldMkLst>
      </pc:sldChg>
      <pc:sldChg chg="add modNotes">
        <pc:chgData name="Qu, Chengyi" userId="9f02c3db-5b00-4063-9ad4-7cdd84fdd2bb" providerId="ADAL" clId="{54A67444-F441-4145-B7B7-0BC8ED328209}" dt="2024-01-23T16:06:18.819" v="43"/>
        <pc:sldMkLst>
          <pc:docMk/>
          <pc:sldMk cId="1825207080" sldId="1272"/>
        </pc:sldMkLst>
      </pc:sldChg>
      <pc:sldChg chg="modSp add mod">
        <pc:chgData name="Qu, Chengyi" userId="9f02c3db-5b00-4063-9ad4-7cdd84fdd2bb" providerId="ADAL" clId="{54A67444-F441-4145-B7B7-0BC8ED328209}" dt="2024-01-23T16:06:27.837" v="45" actId="207"/>
        <pc:sldMkLst>
          <pc:docMk/>
          <pc:sldMk cId="1950225687" sldId="1273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4245466408" sldId="1273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408189992" sldId="1274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498325649" sldId="1275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2847344630" sldId="1276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1548890303" sldId="1277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014670757" sldId="1278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75507717" sldId="1279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565386033" sldId="1280"/>
        </pc:sldMkLst>
      </pc:sldChg>
      <pc:sldChg chg="add del">
        <pc:chgData name="Qu, Chengyi" userId="9f02c3db-5b00-4063-9ad4-7cdd84fdd2bb" providerId="ADAL" clId="{54A67444-F441-4145-B7B7-0BC8ED328209}" dt="2024-01-23T16:06:18.819" v="43"/>
        <pc:sldMkLst>
          <pc:docMk/>
          <pc:sldMk cId="3047513738" sldId="1281"/>
        </pc:sldMkLst>
      </pc:sldChg>
      <pc:sldMasterChg chg="del delSldLayout">
        <pc:chgData name="Qu, Chengyi" userId="9f02c3db-5b00-4063-9ad4-7cdd84fdd2bb" providerId="ADAL" clId="{54A67444-F441-4145-B7B7-0BC8ED328209}" dt="2024-01-23T16:04:34.681" v="21" actId="47"/>
        <pc:sldMasterMkLst>
          <pc:docMk/>
          <pc:sldMasterMk cId="481874104" sldId="2147483667"/>
        </pc:sldMasterMkLst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3790666592" sldId="2147483668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3974852885" sldId="2147483669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365228270" sldId="2147483670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1832629846" sldId="2147483671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866846496" sldId="2147483672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608458951" sldId="2147483673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1844881848" sldId="2147483674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555211856" sldId="2147483675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1098067528" sldId="2147483676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926623382" sldId="2147483677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2049911616" sldId="2147483678"/>
          </pc:sldLayoutMkLst>
        </pc:sldLayoutChg>
        <pc:sldLayoutChg chg="del">
          <pc:chgData name="Qu, Chengyi" userId="9f02c3db-5b00-4063-9ad4-7cdd84fdd2bb" providerId="ADAL" clId="{54A67444-F441-4145-B7B7-0BC8ED328209}" dt="2024-01-23T16:04:34.681" v="21" actId="47"/>
          <pc:sldLayoutMkLst>
            <pc:docMk/>
            <pc:sldMasterMk cId="481874104" sldId="2147483667"/>
            <pc:sldLayoutMk cId="188227722" sldId="2147483679"/>
          </pc:sldLayoutMkLst>
        </pc:sldLayoutChg>
      </pc:sldMasterChg>
    </pc:docChg>
  </pc:docChgLst>
  <pc:docChgLst>
    <pc:chgData name="Qu, Chengyi" userId="9f02c3db-5b00-4063-9ad4-7cdd84fdd2bb" providerId="ADAL" clId="{B80A1CBF-A58D-495E-A4B2-5534B10F2D49}"/>
    <pc:docChg chg="modSld">
      <pc:chgData name="Qu, Chengyi" userId="9f02c3db-5b00-4063-9ad4-7cdd84fdd2bb" providerId="ADAL" clId="{B80A1CBF-A58D-495E-A4B2-5534B10F2D49}" dt="2025-02-18T04:01:08.946" v="7" actId="20577"/>
      <pc:docMkLst>
        <pc:docMk/>
      </pc:docMkLst>
      <pc:sldChg chg="modSp mod">
        <pc:chgData name="Qu, Chengyi" userId="9f02c3db-5b00-4063-9ad4-7cdd84fdd2bb" providerId="ADAL" clId="{B80A1CBF-A58D-495E-A4B2-5534B10F2D49}" dt="2025-02-18T04:00:58.126" v="1" actId="20577"/>
        <pc:sldMkLst>
          <pc:docMk/>
          <pc:sldMk cId="553553694" sldId="258"/>
        </pc:sldMkLst>
        <pc:spChg chg="mod">
          <ac:chgData name="Qu, Chengyi" userId="9f02c3db-5b00-4063-9ad4-7cdd84fdd2bb" providerId="ADAL" clId="{B80A1CBF-A58D-495E-A4B2-5534B10F2D49}" dt="2025-02-18T04:00:58.126" v="1" actId="20577"/>
          <ac:spMkLst>
            <pc:docMk/>
            <pc:sldMk cId="553553694" sldId="258"/>
            <ac:spMk id="3" creationId="{C74AC5A7-CF21-681C-AD2A-CAFD76C83228}"/>
          </ac:spMkLst>
        </pc:spChg>
      </pc:sldChg>
      <pc:sldChg chg="modSp mod">
        <pc:chgData name="Qu, Chengyi" userId="9f02c3db-5b00-4063-9ad4-7cdd84fdd2bb" providerId="ADAL" clId="{B80A1CBF-A58D-495E-A4B2-5534B10F2D49}" dt="2025-02-18T04:01:01.108" v="3" actId="20577"/>
        <pc:sldMkLst>
          <pc:docMk/>
          <pc:sldMk cId="2669928344" sldId="259"/>
        </pc:sldMkLst>
        <pc:spChg chg="mod">
          <ac:chgData name="Qu, Chengyi" userId="9f02c3db-5b00-4063-9ad4-7cdd84fdd2bb" providerId="ADAL" clId="{B80A1CBF-A58D-495E-A4B2-5534B10F2D49}" dt="2025-02-18T04:01:01.108" v="3" actId="20577"/>
          <ac:spMkLst>
            <pc:docMk/>
            <pc:sldMk cId="2669928344" sldId="259"/>
            <ac:spMk id="3" creationId="{9B939404-9D34-18F4-9D95-C4281E2746EB}"/>
          </ac:spMkLst>
        </pc:spChg>
      </pc:sldChg>
      <pc:sldChg chg="modSp mod">
        <pc:chgData name="Qu, Chengyi" userId="9f02c3db-5b00-4063-9ad4-7cdd84fdd2bb" providerId="ADAL" clId="{B80A1CBF-A58D-495E-A4B2-5534B10F2D49}" dt="2025-02-18T04:01:04.331" v="5" actId="20577"/>
        <pc:sldMkLst>
          <pc:docMk/>
          <pc:sldMk cId="3706262246" sldId="900"/>
        </pc:sldMkLst>
        <pc:spChg chg="mod">
          <ac:chgData name="Qu, Chengyi" userId="9f02c3db-5b00-4063-9ad4-7cdd84fdd2bb" providerId="ADAL" clId="{B80A1CBF-A58D-495E-A4B2-5534B10F2D49}" dt="2025-02-18T04:01:04.331" v="5" actId="20577"/>
          <ac:spMkLst>
            <pc:docMk/>
            <pc:sldMk cId="3706262246" sldId="900"/>
            <ac:spMk id="3" creationId="{9B939404-9D34-18F4-9D95-C4281E2746EB}"/>
          </ac:spMkLst>
        </pc:spChg>
      </pc:sldChg>
      <pc:sldChg chg="modSp mod">
        <pc:chgData name="Qu, Chengyi" userId="9f02c3db-5b00-4063-9ad4-7cdd84fdd2bb" providerId="ADAL" clId="{B80A1CBF-A58D-495E-A4B2-5534B10F2D49}" dt="2025-02-18T04:01:08.946" v="7" actId="20577"/>
        <pc:sldMkLst>
          <pc:docMk/>
          <pc:sldMk cId="2833186835" sldId="907"/>
        </pc:sldMkLst>
        <pc:spChg chg="mod">
          <ac:chgData name="Qu, Chengyi" userId="9f02c3db-5b00-4063-9ad4-7cdd84fdd2bb" providerId="ADAL" clId="{B80A1CBF-A58D-495E-A4B2-5534B10F2D49}" dt="2025-02-18T04:01:08.946" v="7" actId="20577"/>
          <ac:spMkLst>
            <pc:docMk/>
            <pc:sldMk cId="2833186835" sldId="907"/>
            <ac:spMk id="3" creationId="{9B939404-9D34-18F4-9D95-C4281E2746EB}"/>
          </ac:spMkLst>
        </pc:spChg>
      </pc:sldChg>
    </pc:docChg>
  </pc:docChgLst>
  <pc:docChgLst>
    <pc:chgData name="Qu, Chengyi" userId="9f02c3db-5b00-4063-9ad4-7cdd84fdd2bb" providerId="ADAL" clId="{71EBC684-37BE-40AE-943F-85B359DFBCAD}"/>
    <pc:docChg chg="undo custSel addSld delSld modSld sldOrd">
      <pc:chgData name="Qu, Chengyi" userId="9f02c3db-5b00-4063-9ad4-7cdd84fdd2bb" providerId="ADAL" clId="{71EBC684-37BE-40AE-943F-85B359DFBCAD}" dt="2024-01-09T16:40:24.173" v="390"/>
      <pc:docMkLst>
        <pc:docMk/>
      </pc:docMkLst>
      <pc:sldChg chg="modSp">
        <pc:chgData name="Qu, Chengyi" userId="9f02c3db-5b00-4063-9ad4-7cdd84fdd2bb" providerId="ADAL" clId="{71EBC684-37BE-40AE-943F-85B359DFBCAD}" dt="2024-01-09T16:03:38.752" v="43" actId="20577"/>
        <pc:sldMkLst>
          <pc:docMk/>
          <pc:sldMk cId="553553694" sldId="258"/>
        </pc:sldMkLst>
      </pc:sldChg>
      <pc:sldChg chg="modSp add del">
        <pc:chgData name="Qu, Chengyi" userId="9f02c3db-5b00-4063-9ad4-7cdd84fdd2bb" providerId="ADAL" clId="{71EBC684-37BE-40AE-943F-85B359DFBCAD}" dt="2024-01-09T16:33:06.416" v="367" actId="207"/>
        <pc:sldMkLst>
          <pc:docMk/>
          <pc:sldMk cId="0" sldId="261"/>
        </pc:sldMkLst>
      </pc:sldChg>
      <pc:sldChg chg="modSp add del">
        <pc:chgData name="Qu, Chengyi" userId="9f02c3db-5b00-4063-9ad4-7cdd84fdd2bb" providerId="ADAL" clId="{71EBC684-37BE-40AE-943F-85B359DFBCAD}" dt="2024-01-09T16:33:13.542" v="368" actId="207"/>
        <pc:sldMkLst>
          <pc:docMk/>
          <pc:sldMk cId="0" sldId="262"/>
        </pc:sldMkLst>
      </pc:sldChg>
      <pc:sldChg chg="modSp add del">
        <pc:chgData name="Qu, Chengyi" userId="9f02c3db-5b00-4063-9ad4-7cdd84fdd2bb" providerId="ADAL" clId="{71EBC684-37BE-40AE-943F-85B359DFBCAD}" dt="2024-01-09T16:33:21.854" v="369" actId="207"/>
        <pc:sldMkLst>
          <pc:docMk/>
          <pc:sldMk cId="0" sldId="263"/>
        </pc:sldMkLst>
      </pc:sldChg>
      <pc:sldChg chg="modSp add del">
        <pc:chgData name="Qu, Chengyi" userId="9f02c3db-5b00-4063-9ad4-7cdd84fdd2bb" providerId="ADAL" clId="{71EBC684-37BE-40AE-943F-85B359DFBCAD}" dt="2024-01-09T16:33:33.053" v="370" actId="207"/>
        <pc:sldMkLst>
          <pc:docMk/>
          <pc:sldMk cId="0" sldId="264"/>
        </pc:sldMkLst>
      </pc:sldChg>
      <pc:sldChg chg="modSp add del">
        <pc:chgData name="Qu, Chengyi" userId="9f02c3db-5b00-4063-9ad4-7cdd84fdd2bb" providerId="ADAL" clId="{71EBC684-37BE-40AE-943F-85B359DFBCAD}" dt="2024-01-09T16:33:57.054" v="371" actId="207"/>
        <pc:sldMkLst>
          <pc:docMk/>
          <pc:sldMk cId="0" sldId="265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283235496" sldId="270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976470243" sldId="271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385946305" sldId="27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834100436" sldId="273"/>
        </pc:sldMkLst>
      </pc:sldChg>
      <pc:sldChg chg="del">
        <pc:chgData name="Qu, Chengyi" userId="9f02c3db-5b00-4063-9ad4-7cdd84fdd2bb" providerId="ADAL" clId="{71EBC684-37BE-40AE-943F-85B359DFBCAD}" dt="2024-01-09T16:08:30.571" v="104" actId="2696"/>
        <pc:sldMkLst>
          <pc:docMk/>
          <pc:sldMk cId="1167962290" sldId="274"/>
        </pc:sldMkLst>
      </pc:sldChg>
      <pc:sldChg chg="del">
        <pc:chgData name="Qu, Chengyi" userId="9f02c3db-5b00-4063-9ad4-7cdd84fdd2bb" providerId="ADAL" clId="{71EBC684-37BE-40AE-943F-85B359DFBCAD}" dt="2024-01-09T16:08:30.494" v="90" actId="2696"/>
        <pc:sldMkLst>
          <pc:docMk/>
          <pc:sldMk cId="506940129" sldId="275"/>
        </pc:sldMkLst>
      </pc:sldChg>
      <pc:sldChg chg="modSp add del">
        <pc:chgData name="Qu, Chengyi" userId="9f02c3db-5b00-4063-9ad4-7cdd84fdd2bb" providerId="ADAL" clId="{71EBC684-37BE-40AE-943F-85B359DFBCAD}" dt="2024-01-09T16:12:26.136" v="116" actId="207"/>
        <pc:sldMkLst>
          <pc:docMk/>
          <pc:sldMk cId="2242056526" sldId="276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3925861337" sldId="280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986486448" sldId="281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836295078" sldId="282"/>
        </pc:sldMkLst>
      </pc:sldChg>
      <pc:sldChg chg="del">
        <pc:chgData name="Qu, Chengyi" userId="9f02c3db-5b00-4063-9ad4-7cdd84fdd2bb" providerId="ADAL" clId="{71EBC684-37BE-40AE-943F-85B359DFBCAD}" dt="2024-01-09T16:08:30.581" v="106" actId="2696"/>
        <pc:sldMkLst>
          <pc:docMk/>
          <pc:sldMk cId="2263096639" sldId="284"/>
        </pc:sldMkLst>
      </pc:sldChg>
      <pc:sldChg chg="del">
        <pc:chgData name="Qu, Chengyi" userId="9f02c3db-5b00-4063-9ad4-7cdd84fdd2bb" providerId="ADAL" clId="{71EBC684-37BE-40AE-943F-85B359DFBCAD}" dt="2024-01-09T16:08:30.607" v="110" actId="2696"/>
        <pc:sldMkLst>
          <pc:docMk/>
          <pc:sldMk cId="3164840039" sldId="290"/>
        </pc:sldMkLst>
      </pc:sldChg>
      <pc:sldChg chg="del">
        <pc:chgData name="Qu, Chengyi" userId="9f02c3db-5b00-4063-9ad4-7cdd84fdd2bb" providerId="ADAL" clId="{71EBC684-37BE-40AE-943F-85B359DFBCAD}" dt="2024-01-09T16:08:30.577" v="105" actId="2696"/>
        <pc:sldMkLst>
          <pc:docMk/>
          <pc:sldMk cId="828849643" sldId="29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4015059804" sldId="335"/>
        </pc:sldMkLst>
      </pc:sldChg>
      <pc:sldChg chg="del">
        <pc:chgData name="Qu, Chengyi" userId="9f02c3db-5b00-4063-9ad4-7cdd84fdd2bb" providerId="ADAL" clId="{71EBC684-37BE-40AE-943F-85B359DFBCAD}" dt="2024-01-09T16:08:30.488" v="89" actId="2696"/>
        <pc:sldMkLst>
          <pc:docMk/>
          <pc:sldMk cId="3586452947" sldId="385"/>
        </pc:sldMkLst>
      </pc:sldChg>
      <pc:sldChg chg="del">
        <pc:chgData name="Qu, Chengyi" userId="9f02c3db-5b00-4063-9ad4-7cdd84fdd2bb" providerId="ADAL" clId="{71EBC684-37BE-40AE-943F-85B359DFBCAD}" dt="2024-01-09T16:08:30.557" v="101" actId="2696"/>
        <pc:sldMkLst>
          <pc:docMk/>
          <pc:sldMk cId="2297114513" sldId="386"/>
        </pc:sldMkLst>
      </pc:sldChg>
      <pc:sldChg chg="del">
        <pc:chgData name="Qu, Chengyi" userId="9f02c3db-5b00-4063-9ad4-7cdd84fdd2bb" providerId="ADAL" clId="{71EBC684-37BE-40AE-943F-85B359DFBCAD}" dt="2024-01-09T16:08:30.542" v="98" actId="2696"/>
        <pc:sldMkLst>
          <pc:docMk/>
          <pc:sldMk cId="57844262" sldId="389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4242966397" sldId="390"/>
        </pc:sldMkLst>
      </pc:sldChg>
      <pc:sldChg chg="del">
        <pc:chgData name="Qu, Chengyi" userId="9f02c3db-5b00-4063-9ad4-7cdd84fdd2bb" providerId="ADAL" clId="{71EBC684-37BE-40AE-943F-85B359DFBCAD}" dt="2024-01-09T16:08:30.500" v="91" actId="2696"/>
        <pc:sldMkLst>
          <pc:docMk/>
          <pc:sldMk cId="313756204" sldId="39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319081198" sldId="446"/>
        </pc:sldMkLst>
      </pc:sldChg>
      <pc:sldChg chg="add">
        <pc:chgData name="Qu, Chengyi" userId="9f02c3db-5b00-4063-9ad4-7cdd84fdd2bb" providerId="ADAL" clId="{71EBC684-37BE-40AE-943F-85B359DFBCAD}" dt="2024-01-09T16:07:30.569" v="85"/>
        <pc:sldMkLst>
          <pc:docMk/>
          <pc:sldMk cId="626454371" sldId="504"/>
        </pc:sldMkLst>
      </pc:sldChg>
      <pc:sldChg chg="del">
        <pc:chgData name="Qu, Chengyi" userId="9f02c3db-5b00-4063-9ad4-7cdd84fdd2bb" providerId="ADAL" clId="{71EBC684-37BE-40AE-943F-85B359DFBCAD}" dt="2024-01-09T16:08:30.505" v="92" actId="2696"/>
        <pc:sldMkLst>
          <pc:docMk/>
          <pc:sldMk cId="2570994425" sldId="505"/>
        </pc:sldMkLst>
      </pc:sldChg>
      <pc:sldChg chg="del">
        <pc:chgData name="Qu, Chengyi" userId="9f02c3db-5b00-4063-9ad4-7cdd84fdd2bb" providerId="ADAL" clId="{71EBC684-37BE-40AE-943F-85B359DFBCAD}" dt="2024-01-09T16:08:30.510" v="93" actId="2696"/>
        <pc:sldMkLst>
          <pc:docMk/>
          <pc:sldMk cId="951130442" sldId="506"/>
        </pc:sldMkLst>
      </pc:sldChg>
      <pc:sldChg chg="del">
        <pc:chgData name="Qu, Chengyi" userId="9f02c3db-5b00-4063-9ad4-7cdd84fdd2bb" providerId="ADAL" clId="{71EBC684-37BE-40AE-943F-85B359DFBCAD}" dt="2024-01-09T16:08:30.567" v="103" actId="2696"/>
        <pc:sldMkLst>
          <pc:docMk/>
          <pc:sldMk cId="735510040" sldId="509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508545327" sldId="522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854743546" sldId="526"/>
        </pc:sldMkLst>
      </pc:sldChg>
      <pc:sldChg chg="add del">
        <pc:chgData name="Qu, Chengyi" userId="9f02c3db-5b00-4063-9ad4-7cdd84fdd2bb" providerId="ADAL" clId="{71EBC684-37BE-40AE-943F-85B359DFBCAD}" dt="2024-01-09T16:06:51.507" v="84"/>
        <pc:sldMkLst>
          <pc:docMk/>
          <pc:sldMk cId="4168855840" sldId="533"/>
        </pc:sldMkLst>
      </pc:sldChg>
      <pc:sldChg chg="addSp delSp modSp add">
        <pc:chgData name="Qu, Chengyi" userId="9f02c3db-5b00-4063-9ad4-7cdd84fdd2bb" providerId="ADAL" clId="{71EBC684-37BE-40AE-943F-85B359DFBCAD}" dt="2024-01-09T16:37:53.443" v="386" actId="1076"/>
        <pc:sldMkLst>
          <pc:docMk/>
          <pc:sldMk cId="1949189601" sldId="573"/>
        </pc:sldMkLst>
      </pc:sldChg>
      <pc:sldChg chg="del">
        <pc:chgData name="Qu, Chengyi" userId="9f02c3db-5b00-4063-9ad4-7cdd84fdd2bb" providerId="ADAL" clId="{71EBC684-37BE-40AE-943F-85B359DFBCAD}" dt="2024-01-09T16:08:30.522" v="95" actId="2696"/>
        <pc:sldMkLst>
          <pc:docMk/>
          <pc:sldMk cId="2316705036" sldId="603"/>
        </pc:sldMkLst>
      </pc:sldChg>
      <pc:sldChg chg="del">
        <pc:chgData name="Qu, Chengyi" userId="9f02c3db-5b00-4063-9ad4-7cdd84fdd2bb" providerId="ADAL" clId="{71EBC684-37BE-40AE-943F-85B359DFBCAD}" dt="2024-01-09T16:08:30.526" v="96" actId="2696"/>
        <pc:sldMkLst>
          <pc:docMk/>
          <pc:sldMk cId="2915450618" sldId="604"/>
        </pc:sldMkLst>
      </pc:sldChg>
      <pc:sldChg chg="del">
        <pc:chgData name="Qu, Chengyi" userId="9f02c3db-5b00-4063-9ad4-7cdd84fdd2bb" providerId="ADAL" clId="{71EBC684-37BE-40AE-943F-85B359DFBCAD}" dt="2024-01-09T16:08:30.551" v="99" actId="2696"/>
        <pc:sldMkLst>
          <pc:docMk/>
          <pc:sldMk cId="562797420" sldId="608"/>
        </pc:sldMkLst>
      </pc:sldChg>
      <pc:sldChg chg="del">
        <pc:chgData name="Qu, Chengyi" userId="9f02c3db-5b00-4063-9ad4-7cdd84fdd2bb" providerId="ADAL" clId="{71EBC684-37BE-40AE-943F-85B359DFBCAD}" dt="2024-01-09T16:08:30.517" v="94" actId="2696"/>
        <pc:sldMkLst>
          <pc:docMk/>
          <pc:sldMk cId="3938647246" sldId="867"/>
        </pc:sldMkLst>
      </pc:sldChg>
      <pc:sldChg chg="del">
        <pc:chgData name="Qu, Chengyi" userId="9f02c3db-5b00-4063-9ad4-7cdd84fdd2bb" providerId="ADAL" clId="{71EBC684-37BE-40AE-943F-85B359DFBCAD}" dt="2024-01-09T16:08:30.482" v="88" actId="2696"/>
        <pc:sldMkLst>
          <pc:docMk/>
          <pc:sldMk cId="1165219369" sldId="919"/>
        </pc:sldMkLst>
      </pc:sldChg>
      <pc:sldChg chg="addSp delSp modSp">
        <pc:chgData name="Qu, Chengyi" userId="9f02c3db-5b00-4063-9ad4-7cdd84fdd2bb" providerId="ADAL" clId="{71EBC684-37BE-40AE-943F-85B359DFBCAD}" dt="2024-01-09T16:04:58.638" v="77" actId="20577"/>
        <pc:sldMkLst>
          <pc:docMk/>
          <pc:sldMk cId="1987998376" sldId="964"/>
        </pc:sldMkLst>
      </pc:sldChg>
      <pc:sldChg chg="del">
        <pc:chgData name="Qu, Chengyi" userId="9f02c3db-5b00-4063-9ad4-7cdd84fdd2bb" providerId="ADAL" clId="{71EBC684-37BE-40AE-943F-85B359DFBCAD}" dt="2024-01-09T16:08:30.535" v="97" actId="2696"/>
        <pc:sldMkLst>
          <pc:docMk/>
          <pc:sldMk cId="3956557252" sldId="965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3628008649" sldId="971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3445340925" sldId="972"/>
        </pc:sldMkLst>
      </pc:sldChg>
      <pc:sldChg chg="del">
        <pc:chgData name="Qu, Chengyi" userId="9f02c3db-5b00-4063-9ad4-7cdd84fdd2bb" providerId="ADAL" clId="{71EBC684-37BE-40AE-943F-85B359DFBCAD}" dt="2024-01-09T16:08:30.473" v="87" actId="2696"/>
        <pc:sldMkLst>
          <pc:docMk/>
          <pc:sldMk cId="56815972" sldId="1257"/>
        </pc:sldMkLst>
      </pc:sldChg>
      <pc:sldChg chg="del">
        <pc:chgData name="Qu, Chengyi" userId="9f02c3db-5b00-4063-9ad4-7cdd84fdd2bb" providerId="ADAL" clId="{71EBC684-37BE-40AE-943F-85B359DFBCAD}" dt="2024-01-09T16:08:30.561" v="102" actId="2696"/>
        <pc:sldMkLst>
          <pc:docMk/>
          <pc:sldMk cId="2835061460" sldId="1258"/>
        </pc:sldMkLst>
      </pc:sldChg>
      <pc:sldChg chg="del">
        <pc:chgData name="Qu, Chengyi" userId="9f02c3db-5b00-4063-9ad4-7cdd84fdd2bb" providerId="ADAL" clId="{71EBC684-37BE-40AE-943F-85B359DFBCAD}" dt="2024-01-09T16:08:30.603" v="109" actId="2696"/>
        <pc:sldMkLst>
          <pc:docMk/>
          <pc:sldMk cId="1307588251" sldId="1259"/>
        </pc:sldMkLst>
      </pc:sldChg>
      <pc:sldChg chg="del">
        <pc:chgData name="Qu, Chengyi" userId="9f02c3db-5b00-4063-9ad4-7cdd84fdd2bb" providerId="ADAL" clId="{71EBC684-37BE-40AE-943F-85B359DFBCAD}" dt="2024-01-09T16:08:30.594" v="107" actId="2696"/>
        <pc:sldMkLst>
          <pc:docMk/>
          <pc:sldMk cId="1694100107" sldId="1260"/>
        </pc:sldMkLst>
      </pc:sldChg>
      <pc:sldChg chg="modSp add">
        <pc:chgData name="Qu, Chengyi" userId="9f02c3db-5b00-4063-9ad4-7cdd84fdd2bb" providerId="ADAL" clId="{71EBC684-37BE-40AE-943F-85B359DFBCAD}" dt="2024-01-09T16:05:16.829" v="79" actId="207"/>
        <pc:sldMkLst>
          <pc:docMk/>
          <pc:sldMk cId="1883330637" sldId="1261"/>
        </pc:sldMkLst>
      </pc:sldChg>
      <pc:sldChg chg="add del">
        <pc:chgData name="Qu, Chengyi" userId="9f02c3db-5b00-4063-9ad4-7cdd84fdd2bb" providerId="ADAL" clId="{71EBC684-37BE-40AE-943F-85B359DFBCAD}" dt="2024-01-09T16:06:51.178" v="83"/>
        <pc:sldMkLst>
          <pc:docMk/>
          <pc:sldMk cId="764943190" sldId="1262"/>
        </pc:sldMkLst>
      </pc:sldChg>
      <pc:sldChg chg="add">
        <pc:chgData name="Qu, Chengyi" userId="9f02c3db-5b00-4063-9ad4-7cdd84fdd2bb" providerId="ADAL" clId="{71EBC684-37BE-40AE-943F-85B359DFBCAD}" dt="2024-01-09T16:07:30.569" v="85"/>
        <pc:sldMkLst>
          <pc:docMk/>
          <pc:sldMk cId="2506038731" sldId="126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612722790" sldId="1263"/>
        </pc:sldMkLst>
      </pc:sldChg>
      <pc:sldChg chg="modSp add">
        <pc:chgData name="Qu, Chengyi" userId="9f02c3db-5b00-4063-9ad4-7cdd84fdd2bb" providerId="ADAL" clId="{71EBC684-37BE-40AE-943F-85B359DFBCAD}" dt="2024-01-09T16:25:59.529" v="362" actId="20577"/>
        <pc:sldMkLst>
          <pc:docMk/>
          <pc:sldMk cId="84850273" sldId="1264"/>
        </pc:sldMkLst>
      </pc:sldChg>
      <pc:sldChg chg="modSp add del">
        <pc:chgData name="Qu, Chengyi" userId="9f02c3db-5b00-4063-9ad4-7cdd84fdd2bb" providerId="ADAL" clId="{71EBC684-37BE-40AE-943F-85B359DFBCAD}" dt="2024-01-09T16:37:16.482" v="376" actId="2696"/>
        <pc:sldMkLst>
          <pc:docMk/>
          <pc:sldMk cId="3507344199" sldId="1265"/>
        </pc:sldMkLst>
      </pc:sldChg>
      <pc:sldChg chg="modSp add del">
        <pc:chgData name="Qu, Chengyi" userId="9f02c3db-5b00-4063-9ad4-7cdd84fdd2bb" providerId="ADAL" clId="{71EBC684-37BE-40AE-943F-85B359DFBCAD}" dt="2024-01-09T16:38:21.366" v="389" actId="20577"/>
        <pc:sldMkLst>
          <pc:docMk/>
          <pc:sldMk cId="1835531626" sldId="1266"/>
        </pc:sldMkLst>
      </pc:sldChg>
      <pc:sldMasterChg chg="delSldLayout">
        <pc:chgData name="Qu, Chengyi" userId="9f02c3db-5b00-4063-9ad4-7cdd84fdd2bb" providerId="ADAL" clId="{71EBC684-37BE-40AE-943F-85B359DFBCAD}" dt="2024-01-09T16:08:30.595" v="108" actId="2696"/>
        <pc:sldMasterMkLst>
          <pc:docMk/>
          <pc:sldMasterMk cId="481874104" sldId="2147483667"/>
        </pc:sldMasterMkLst>
        <pc:sldLayoutChg chg="del">
          <pc:chgData name="Qu, Chengyi" userId="9f02c3db-5b00-4063-9ad4-7cdd84fdd2bb" providerId="ADAL" clId="{71EBC684-37BE-40AE-943F-85B359DFBCAD}" dt="2024-01-09T16:08:30.553" v="100" actId="2696"/>
          <pc:sldLayoutMkLst>
            <pc:docMk/>
            <pc:sldMasterMk cId="481874104" sldId="2147483667"/>
            <pc:sldLayoutMk cId="1386336603" sldId="2147483679"/>
          </pc:sldLayoutMkLst>
        </pc:sldLayoutChg>
        <pc:sldLayoutChg chg="del">
          <pc:chgData name="Qu, Chengyi" userId="9f02c3db-5b00-4063-9ad4-7cdd84fdd2bb" providerId="ADAL" clId="{71EBC684-37BE-40AE-943F-85B359DFBCAD}" dt="2024-01-09T16:08:30.595" v="108" actId="2696"/>
          <pc:sldLayoutMkLst>
            <pc:docMk/>
            <pc:sldMasterMk cId="481874104" sldId="2147483667"/>
            <pc:sldLayoutMk cId="1457830139" sldId="2147483680"/>
          </pc:sldLayoutMkLst>
        </pc:sldLayoutChg>
      </pc:sldMasterChg>
    </pc:docChg>
  </pc:docChgLst>
  <pc:docChgLst>
    <pc:chgData name="Qu, Chengyi" userId="9f02c3db-5b00-4063-9ad4-7cdd84fdd2bb" providerId="ADAL" clId="{FD31D919-629D-4132-B9BD-403978D3AF56}"/>
    <pc:docChg chg="undo custSel addSld delSld modSld sldOrd">
      <pc:chgData name="Qu, Chengyi" userId="9f02c3db-5b00-4063-9ad4-7cdd84fdd2bb" providerId="ADAL" clId="{FD31D919-629D-4132-B9BD-403978D3AF56}" dt="2024-01-07T03:10:15.486" v="754" actId="20577"/>
      <pc:docMkLst>
        <pc:docMk/>
      </pc:docMkLst>
      <pc:sldChg chg="modSp mod">
        <pc:chgData name="Qu, Chengyi" userId="9f02c3db-5b00-4063-9ad4-7cdd84fdd2bb" providerId="ADAL" clId="{FD31D919-629D-4132-B9BD-403978D3AF56}" dt="2024-01-07T02:39:26.106" v="54" actId="20577"/>
        <pc:sldMkLst>
          <pc:docMk/>
          <pc:sldMk cId="553553694" sldId="258"/>
        </pc:sldMkLst>
      </pc:sldChg>
      <pc:sldChg chg="modSp mod">
        <pc:chgData name="Qu, Chengyi" userId="9f02c3db-5b00-4063-9ad4-7cdd84fdd2bb" providerId="ADAL" clId="{FD31D919-629D-4132-B9BD-403978D3AF56}" dt="2024-01-07T02:40:45.867" v="77" actId="20577"/>
        <pc:sldMkLst>
          <pc:docMk/>
          <pc:sldMk cId="4038715374" sldId="1255"/>
        </pc:sldMkLst>
      </pc:sldChg>
      <pc:sldChg chg="modSp mod">
        <pc:chgData name="Qu, Chengyi" userId="9f02c3db-5b00-4063-9ad4-7cdd84fdd2bb" providerId="ADAL" clId="{FD31D919-629D-4132-B9BD-403978D3AF56}" dt="2024-01-07T02:57:46.055" v="320" actId="20577"/>
        <pc:sldMkLst>
          <pc:docMk/>
          <pc:sldMk cId="239755599" sldId="1256"/>
        </pc:sldMkLst>
      </pc:sldChg>
      <pc:sldMasterChg chg="delSldLayout">
        <pc:chgData name="Qu, Chengyi" userId="9f02c3db-5b00-4063-9ad4-7cdd84fdd2bb" providerId="ADAL" clId="{FD31D919-629D-4132-B9BD-403978D3AF56}" dt="2024-01-07T02:40:28.652" v="55" actId="47"/>
        <pc:sldMasterMkLst>
          <pc:docMk/>
          <pc:sldMasterMk cId="2807116942" sldId="2147483648"/>
        </pc:sldMasterMkLst>
      </pc:sldMasterChg>
    </pc:docChg>
  </pc:docChgLst>
  <pc:docChgLst>
    <pc:chgData name="Qu, Chengyi" userId="9f02c3db-5b00-4063-9ad4-7cdd84fdd2bb" providerId="ADAL" clId="{397B8C19-8C06-4BDE-A892-FDAC9BE24FA4}"/>
    <pc:docChg chg="undo custSel addSld delSld modSld delMainMaster">
      <pc:chgData name="Qu, Chengyi" userId="9f02c3db-5b00-4063-9ad4-7cdd84fdd2bb" providerId="ADAL" clId="{397B8C19-8C06-4BDE-A892-FDAC9BE24FA4}" dt="2024-02-12T02:06:05.828" v="155" actId="207"/>
      <pc:docMkLst>
        <pc:docMk/>
      </pc:docMkLst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672428454" sldId="260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926442091" sldId="27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1746736" sldId="392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184566003" sldId="393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671043101" sldId="394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4219989565" sldId="395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790099490" sldId="396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002205896" sldId="39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342671193" sldId="399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646371862" sldId="400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946897576" sldId="401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446725777" sldId="41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928474287" sldId="419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460760720" sldId="421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2216415802" sldId="422"/>
        </pc:sldMkLst>
      </pc:sldChg>
      <pc:sldChg chg="delSp modSp add del mod delAnim">
        <pc:chgData name="Qu, Chengyi" userId="9f02c3db-5b00-4063-9ad4-7cdd84fdd2bb" providerId="ADAL" clId="{397B8C19-8C06-4BDE-A892-FDAC9BE24FA4}" dt="2024-02-11T21:53:37.163" v="13" actId="478"/>
        <pc:sldMkLst>
          <pc:docMk/>
          <pc:sldMk cId="1927004406" sldId="633"/>
        </pc:sldMkLst>
      </pc:sldChg>
      <pc:sldChg chg="modSp add del">
        <pc:chgData name="Qu, Chengyi" userId="9f02c3db-5b00-4063-9ad4-7cdd84fdd2bb" providerId="ADAL" clId="{397B8C19-8C06-4BDE-A892-FDAC9BE24FA4}" dt="2024-02-11T21:51:32.163" v="9"/>
        <pc:sldMkLst>
          <pc:docMk/>
          <pc:sldMk cId="3327658120" sldId="634"/>
        </pc:sldMkLst>
      </pc:sldChg>
      <pc:sldChg chg="modSp add del">
        <pc:chgData name="Qu, Chengyi" userId="9f02c3db-5b00-4063-9ad4-7cdd84fdd2bb" providerId="ADAL" clId="{397B8C19-8C06-4BDE-A892-FDAC9BE24FA4}" dt="2024-02-11T21:51:32.163" v="9"/>
        <pc:sldMkLst>
          <pc:docMk/>
          <pc:sldMk cId="2072688855" sldId="635"/>
        </pc:sldMkLst>
      </pc:sldChg>
      <pc:sldChg chg="modSp add del">
        <pc:chgData name="Qu, Chengyi" userId="9f02c3db-5b00-4063-9ad4-7cdd84fdd2bb" providerId="ADAL" clId="{397B8C19-8C06-4BDE-A892-FDAC9BE24FA4}" dt="2024-02-11T21:51:32.163" v="9"/>
        <pc:sldMkLst>
          <pc:docMk/>
          <pc:sldMk cId="1581542834" sldId="636"/>
        </pc:sldMkLst>
      </pc:sldChg>
      <pc:sldChg chg="modSp add del">
        <pc:chgData name="Qu, Chengyi" userId="9f02c3db-5b00-4063-9ad4-7cdd84fdd2bb" providerId="ADAL" clId="{397B8C19-8C06-4BDE-A892-FDAC9BE24FA4}" dt="2024-02-11T21:51:32.163" v="9"/>
        <pc:sldMkLst>
          <pc:docMk/>
          <pc:sldMk cId="3334244613" sldId="637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2570886114" sldId="638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1039379895" sldId="639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1913390666" sldId="640"/>
        </pc:sldMkLst>
      </pc:sldChg>
      <pc:sldChg chg="addSp modSp add del mod">
        <pc:chgData name="Qu, Chengyi" userId="9f02c3db-5b00-4063-9ad4-7cdd84fdd2bb" providerId="ADAL" clId="{397B8C19-8C06-4BDE-A892-FDAC9BE24FA4}" dt="2024-02-11T22:10:58.364" v="96" actId="20577"/>
        <pc:sldMkLst>
          <pc:docMk/>
          <pc:sldMk cId="3742767098" sldId="641"/>
        </pc:sldMkLst>
      </pc:sldChg>
      <pc:sldChg chg="modSp add del mod">
        <pc:chgData name="Qu, Chengyi" userId="9f02c3db-5b00-4063-9ad4-7cdd84fdd2bb" providerId="ADAL" clId="{397B8C19-8C06-4BDE-A892-FDAC9BE24FA4}" dt="2024-02-11T21:51:32.163" v="9"/>
        <pc:sldMkLst>
          <pc:docMk/>
          <pc:sldMk cId="1210879731" sldId="643"/>
        </pc:sldMkLst>
      </pc:sldChg>
      <pc:sldChg chg="modSp add del mod modNotesTx">
        <pc:chgData name="Qu, Chengyi" userId="9f02c3db-5b00-4063-9ad4-7cdd84fdd2bb" providerId="ADAL" clId="{397B8C19-8C06-4BDE-A892-FDAC9BE24FA4}" dt="2024-02-11T22:29:31.245" v="149"/>
        <pc:sldMkLst>
          <pc:docMk/>
          <pc:sldMk cId="3403893922" sldId="644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1668754033" sldId="645"/>
        </pc:sldMkLst>
      </pc:sldChg>
      <pc:sldChg chg="add del">
        <pc:chgData name="Qu, Chengyi" userId="9f02c3db-5b00-4063-9ad4-7cdd84fdd2bb" providerId="ADAL" clId="{397B8C19-8C06-4BDE-A892-FDAC9BE24FA4}" dt="2024-02-11T21:51:32.163" v="9"/>
        <pc:sldMkLst>
          <pc:docMk/>
          <pc:sldMk cId="1881150535" sldId="646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456788748" sldId="672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96406873" sldId="673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4154517867" sldId="674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333933496" sldId="675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715274724" sldId="676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257868271" sldId="677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746342220" sldId="678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589473169" sldId="679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560384563" sldId="680"/>
        </pc:sldMkLst>
      </pc:sldChg>
      <pc:sldChg chg="add del modNotes modNotesTx">
        <pc:chgData name="Qu, Chengyi" userId="9f02c3db-5b00-4063-9ad4-7cdd84fdd2bb" providerId="ADAL" clId="{397B8C19-8C06-4BDE-A892-FDAC9BE24FA4}" dt="2024-02-11T22:38:27.540" v="151"/>
        <pc:sldMkLst>
          <pc:docMk/>
          <pc:sldMk cId="2417826034" sldId="681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487987344" sldId="682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2453424196" sldId="683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2152457748" sldId="684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2108412039" sldId="685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783357540" sldId="686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311487720" sldId="687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498789726" sldId="688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777063748" sldId="689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4116137758" sldId="690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474055754" sldId="691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460341792" sldId="692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989709339" sldId="693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1913387589" sldId="694"/>
        </pc:sldMkLst>
      </pc:sldChg>
      <pc:sldChg chg="add del">
        <pc:chgData name="Qu, Chengyi" userId="9f02c3db-5b00-4063-9ad4-7cdd84fdd2bb" providerId="ADAL" clId="{397B8C19-8C06-4BDE-A892-FDAC9BE24FA4}" dt="2024-02-11T21:52:26.671" v="11"/>
        <pc:sldMkLst>
          <pc:docMk/>
          <pc:sldMk cId="3744046807" sldId="695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2377650407" sldId="696"/>
        </pc:sldMkLst>
      </pc:sldChg>
      <pc:sldChg chg="add del">
        <pc:chgData name="Qu, Chengyi" userId="9f02c3db-5b00-4063-9ad4-7cdd84fdd2bb" providerId="ADAL" clId="{397B8C19-8C06-4BDE-A892-FDAC9BE24FA4}" dt="2024-02-12T00:48:33.795" v="152" actId="47"/>
        <pc:sldMkLst>
          <pc:docMk/>
          <pc:sldMk cId="1774760496" sldId="697"/>
        </pc:sldMkLst>
      </pc:sldChg>
      <pc:sldChg chg="add del">
        <pc:chgData name="Qu, Chengyi" userId="9f02c3db-5b00-4063-9ad4-7cdd84fdd2bb" providerId="ADAL" clId="{397B8C19-8C06-4BDE-A892-FDAC9BE24FA4}" dt="2024-02-11T21:52:36.183" v="12" actId="47"/>
        <pc:sldMkLst>
          <pc:docMk/>
          <pc:sldMk cId="1361360619" sldId="69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684431789" sldId="701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2889163335" sldId="702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651479284" sldId="703"/>
        </pc:sldMkLst>
      </pc:sldChg>
      <pc:sldChg chg="modSp mod">
        <pc:chgData name="Qu, Chengyi" userId="9f02c3db-5b00-4063-9ad4-7cdd84fdd2bb" providerId="ADAL" clId="{397B8C19-8C06-4BDE-A892-FDAC9BE24FA4}" dt="2024-02-11T21:50:20.772" v="2" actId="207"/>
        <pc:sldMkLst>
          <pc:docMk/>
          <pc:sldMk cId="3507344199" sldId="1265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996591682" sldId="1266"/>
        </pc:sldMkLst>
      </pc:sldChg>
      <pc:sldChg chg="modSp add mod">
        <pc:chgData name="Qu, Chengyi" userId="9f02c3db-5b00-4063-9ad4-7cdd84fdd2bb" providerId="ADAL" clId="{397B8C19-8C06-4BDE-A892-FDAC9BE24FA4}" dt="2024-02-12T02:06:05.828" v="155" actId="207"/>
        <pc:sldMkLst>
          <pc:docMk/>
          <pc:sldMk cId="3209912214" sldId="1266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438909993" sldId="1267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3416110985" sldId="1268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2561194058" sldId="1269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2354105606" sldId="1270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052560923" sldId="1271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187497349" sldId="1272"/>
        </pc:sldMkLst>
      </pc:sldChg>
      <pc:sldChg chg="del">
        <pc:chgData name="Qu, Chengyi" userId="9f02c3db-5b00-4063-9ad4-7cdd84fdd2bb" providerId="ADAL" clId="{397B8C19-8C06-4BDE-A892-FDAC9BE24FA4}" dt="2024-02-11T21:50:24.593" v="3" actId="47"/>
        <pc:sldMkLst>
          <pc:docMk/>
          <pc:sldMk cId="1285252224" sldId="1273"/>
        </pc:sldMkLst>
      </pc:sldChg>
      <pc:sldMasterChg chg="del delSldLayout">
        <pc:chgData name="Qu, Chengyi" userId="9f02c3db-5b00-4063-9ad4-7cdd84fdd2bb" providerId="ADAL" clId="{397B8C19-8C06-4BDE-A892-FDAC9BE24FA4}" dt="2024-02-11T21:50:24.593" v="3" actId="47"/>
        <pc:sldMasterMkLst>
          <pc:docMk/>
          <pc:sldMasterMk cId="3956959006" sldId="2147483683"/>
        </pc:sldMasterMkLst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24677316" sldId="2147483684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2258750162" sldId="2147483685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974488293" sldId="2147483686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3891729509" sldId="2147483687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2437564073" sldId="2147483688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2655653278" sldId="2147483689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3132126416" sldId="2147483690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157330065" sldId="2147483691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914932427" sldId="2147483692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683540054" sldId="2147483693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556580992" sldId="2147483694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46637938" sldId="2147483695"/>
          </pc:sldLayoutMkLst>
        </pc:sldLayoutChg>
        <pc:sldLayoutChg chg="del">
          <pc:chgData name="Qu, Chengyi" userId="9f02c3db-5b00-4063-9ad4-7cdd84fdd2bb" providerId="ADAL" clId="{397B8C19-8C06-4BDE-A892-FDAC9BE24FA4}" dt="2024-02-11T21:50:24.593" v="3" actId="47"/>
          <pc:sldLayoutMkLst>
            <pc:docMk/>
            <pc:sldMasterMk cId="3956959006" sldId="2147483683"/>
            <pc:sldLayoutMk cId="1434463460" sldId="214748369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E49A57-252E-5856-0249-6E1EAAAF7E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069BF-16CF-3C74-F2F3-606931B6C7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CCDF5-1267-5645-AE4B-2A75F94B291A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383E8-9CF2-B618-90AB-4456BAA66D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A6E49-8BEC-E6BD-7A2D-565CDA1425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8DCE6-73C3-6547-87E9-607ADF5AB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6025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04B2-5B56-1C46-8F9D-E0702B1A86A5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60373-E21E-9E43-BB3A-0658B3FEE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06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1F0B32DE-3C49-3F44-AA65-33D25DC639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136990-D5C1-4A07-ACB5-15599413755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2EEFF84F-6D8E-CC3A-8F1E-D9E9AF9AF8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02C526B9-0D7D-AAC5-D788-6081085790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26AB9DBF-047E-13CA-810F-A83A68532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91448B-EF76-4F50-87D3-4C2ACAE18FF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437B4D0-425B-683D-7DE1-85F231C058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6BEBB80-3252-F785-6B9A-65A70CA23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26AB9DBF-047E-13CA-810F-A83A68532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91448B-EF76-4F50-87D3-4C2ACAE18FF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437B4D0-425B-683D-7DE1-85F231C058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6BEBB80-3252-F785-6B9A-65A70CA23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8047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26AB9DBF-047E-13CA-810F-A83A68532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91448B-EF76-4F50-87D3-4C2ACAE18FF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437B4D0-425B-683D-7DE1-85F231C058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6BEBB80-3252-F785-6B9A-65A70CA23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7015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26AB9DBF-047E-13CA-810F-A83A68532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91448B-EF76-4F50-87D3-4C2ACAE18FF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437B4D0-425B-683D-7DE1-85F231C058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6BEBB80-3252-F785-6B9A-65A70CA23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9418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26AB9DBF-047E-13CA-810F-A83A68532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91448B-EF76-4F50-87D3-4C2ACAE18FF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437B4D0-425B-683D-7DE1-85F231C058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6BEBB80-3252-F785-6B9A-65A70CA23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9142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26AB9DBF-047E-13CA-810F-A83A68532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91448B-EF76-4F50-87D3-4C2ACAE18FF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437B4D0-425B-683D-7DE1-85F231C058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6BEBB80-3252-F785-6B9A-65A70CA23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8532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26AB9DBF-047E-13CA-810F-A83A685328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A91448B-EF76-4F50-87D3-4C2ACAE18FF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437B4D0-425B-683D-7DE1-85F231C058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A6BEBB80-3252-F785-6B9A-65A70CA23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9271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01EB7C80-7119-EDD5-E008-CA9A933C59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317CF1-F5E1-484A-AB09-DB54980DC4E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AD2C1698-14C8-061B-D358-E87E8EF019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62CDD9AB-8F35-5154-2123-A8F856E855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525ACB2F-00FB-7C96-0B91-EE34801FAE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E34C52-4DA4-4076-9A14-0CE378A597B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D9DFC19-7538-71CD-0C35-E939793E62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779B90BA-CE74-04EA-72FF-AE7BD17C70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3AEBA196-9BD8-C65F-9BF7-6195007CCD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60F98A-F34F-40CB-85F3-7EC88FB7009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5C54C63-EE09-D656-19A8-3B23DC5732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3C3985A-4381-E379-36EE-ACCDFA2F94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3AEBA196-9BD8-C65F-9BF7-6195007CCD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60F98A-F34F-40CB-85F3-7EC88FB7009C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5C54C63-EE09-D656-19A8-3B23DC5732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3C3985A-4381-E379-36EE-ACCDFA2F94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353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B2CF9D9-5B2D-D9ED-3ADA-36D704005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754DC-612A-4066-87C7-69BF83227BE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624232-A3FF-9441-E8C3-C295E546B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C072A1D-B9AC-26B3-7553-5085CAF70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B2CF9D9-5B2D-D9ED-3ADA-36D704005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754DC-612A-4066-87C7-69BF83227BE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624232-A3FF-9441-E8C3-C295E546B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C072A1D-B9AC-26B3-7553-5085CAF70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7537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B2CF9D9-5B2D-D9ED-3ADA-36D704005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754DC-612A-4066-87C7-69BF83227BE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624232-A3FF-9441-E8C3-C295E546B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C072A1D-B9AC-26B3-7553-5085CAF70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3616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B2CF9D9-5B2D-D9ED-3ADA-36D704005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754DC-612A-4066-87C7-69BF83227BE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624232-A3FF-9441-E8C3-C295E546B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C072A1D-B9AC-26B3-7553-5085CAF70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8943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B2CF9D9-5B2D-D9ED-3ADA-36D704005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754DC-612A-4066-87C7-69BF83227BE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624232-A3FF-9441-E8C3-C295E546B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C072A1D-B9AC-26B3-7553-5085CAF70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5139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B2CF9D9-5B2D-D9ED-3ADA-36D704005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754DC-612A-4066-87C7-69BF83227BE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624232-A3FF-9441-E8C3-C295E546B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C072A1D-B9AC-26B3-7553-5085CAF70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82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3E20A6D1-3818-F986-3AC1-43A93043C4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120D90-4D3A-4D91-85C3-5D4F65C964C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5B67A61C-F126-F291-2F7C-943C891CC6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2FDD2283-4ABC-319F-D931-C02D92EF79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2589C885-F940-0DED-63F5-44026AE77B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00192FC-F2AE-4378-8F5D-110A2F0AA8A2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B1079480-5548-3C7A-3E1D-F0F75B36F9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BD39D11F-4166-A666-5989-63FF2FD58E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CB2CF9D9-5B2D-D9ED-3ADA-36D704005C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754DC-612A-4066-87C7-69BF83227BE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624232-A3FF-9441-E8C3-C295E546B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C072A1D-B9AC-26B3-7553-5085CAF70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8003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ECAAC281-9E2E-E5EA-8F59-EE8DBEE42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02C247-6EA0-4D6D-BF31-018B45EFEEF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C8F897D5-8052-6E88-15AB-1D01F1788F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3AEA203-3479-A67D-9A87-92760DB54C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81C7B17-F04B-D280-AFF9-9FFDD32DA3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F690D6-B1DB-4051-B6F1-9D2A5A6C599F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055D2F24-DBAD-F691-AA99-2C90CDE646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5618BEA3-5A68-2F74-5C23-1E52D540F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85043A4F-9199-2022-AFF5-56145DDEFC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326FF1-B277-4EF6-BEA7-CD13824958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63190A8B-F087-AC2C-BA9B-5C3043954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3505AB8D-3B71-DE35-FC65-7E295A07C1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ECAAC281-9E2E-E5EA-8F59-EE8DBEE424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02C247-6EA0-4D6D-BF31-018B45EFEEF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C8F897D5-8052-6E88-15AB-1D01F1788F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B3AEA203-3479-A67D-9A87-92760DB54C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0085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160AF500-252A-99F9-DBF5-38CF37B30E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D6FC498-5216-4C61-A632-8108A78DC26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7B983B1F-6CB9-AA39-3EDC-0F660B9E18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315CA29-711B-1D67-BE76-304C62A0CC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5C58740-DE61-0A03-CE88-5B10BAFCAB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B72CCF-5E8C-459B-9730-194E889FFFC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E602B6C0-3B17-8A4B-F729-529C7226B4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BB76FC77-5DEE-F887-2FA0-E41E23D2E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5C58740-DE61-0A03-CE88-5B10BAFCAB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9B72CCF-5E8C-459B-9730-194E889FFFC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E602B6C0-3B17-8A4B-F729-529C7226B4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BB76FC77-5DEE-F887-2FA0-E41E23D2E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2231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0C8D9515-730F-1A44-6746-E4D47C7279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F17AFF-73E1-492C-8BC0-5112F1787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9411DDB-0B4C-C96B-788E-B1302DBC3F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00217E5F-3F46-9B66-80A7-2BF2F37AF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D8DB9D91-12A9-6D85-5C4A-107079AA87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683"/>
            <a:ext cx="12192000" cy="6844631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C0596B2-8BCF-CDB9-86A8-E5F1D3BA81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28461" y="4144617"/>
            <a:ext cx="7335078" cy="1412031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 for Presentation</a:t>
            </a:r>
          </a:p>
          <a:p>
            <a:r>
              <a:rPr lang="en-US" sz="3600" dirty="0"/>
              <a:t>Line 2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5FA1AF5-5DD9-B40B-465B-79A7653C5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550" y="5744152"/>
            <a:ext cx="4660900" cy="35022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Date xx, 202x</a:t>
            </a:r>
          </a:p>
        </p:txBody>
      </p:sp>
    </p:spTree>
    <p:extLst>
      <p:ext uri="{BB962C8B-B14F-4D97-AF65-F5344CB8AC3E}">
        <p14:creationId xmlns:p14="http://schemas.microsoft.com/office/powerpoint/2010/main" val="1216705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53E720E-FE37-173B-65F6-62EFA236FB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571500"/>
            <a:ext cx="11277600" cy="736439"/>
          </a:xfrm>
          <a:prstGeom prst="rect">
            <a:avLst/>
          </a:prstGeom>
        </p:spPr>
        <p:txBody>
          <a:bodyPr anchor="t"/>
          <a:lstStyle>
            <a:lvl1pPr algn="l">
              <a:defRPr sz="36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endParaRPr lang="en-US" sz="7200" dirty="0">
              <a:solidFill>
                <a:srgbClr val="005A95"/>
              </a:solidFill>
            </a:endParaRP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77A9F672-EF72-2298-66D3-AB7575B19E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600200"/>
            <a:ext cx="11277599" cy="3886200"/>
          </a:xfrm>
          <a:prstGeom prst="rect">
            <a:avLst/>
          </a:prstGeom>
        </p:spPr>
        <p:txBody>
          <a:bodyPr/>
          <a:lstStyle>
            <a:lvl1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4146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53E720E-FE37-173B-65F6-62EFA236FB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571500"/>
            <a:ext cx="11277600" cy="736439"/>
          </a:xfrm>
          <a:prstGeom prst="rect">
            <a:avLst/>
          </a:prstGeom>
        </p:spPr>
        <p:txBody>
          <a:bodyPr anchor="t"/>
          <a:lstStyle>
            <a:lvl1pPr algn="l">
              <a:defRPr sz="36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endParaRPr lang="en-US" sz="7200" dirty="0">
              <a:solidFill>
                <a:srgbClr val="005A95"/>
              </a:solidFill>
            </a:endParaRP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77A9F672-EF72-2298-66D3-AB7575B19E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1" y="1600200"/>
            <a:ext cx="5638800" cy="3886200"/>
          </a:xfrm>
          <a:prstGeom prst="rect">
            <a:avLst/>
          </a:prstGeom>
        </p:spPr>
        <p:txBody>
          <a:bodyPr/>
          <a:lstStyle>
            <a:lvl1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D8FF0C6D-7B44-4491-2943-59A5D94A7B3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99667" y="1593184"/>
            <a:ext cx="4935132" cy="3892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b="0" i="0" kern="1200" dirty="0">
                <a:solidFill>
                  <a:srgbClr val="7671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2800" b="0" i="0" kern="1200" dirty="0">
                <a:solidFill>
                  <a:srgbClr val="7671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24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BA7C3E-9407-286B-C955-92021F6E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DB1E25ED-196F-AD3E-730C-350C97EE9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0049"/>
          <a:stretch/>
        </p:blipFill>
        <p:spPr>
          <a:xfrm>
            <a:off x="0" y="6684"/>
            <a:ext cx="6096000" cy="6851316"/>
          </a:xfrm>
          <a:prstGeom prst="rect">
            <a:avLst/>
          </a:prstGeom>
        </p:spPr>
      </p:pic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3FDA9FC-5FAF-19E1-2999-FA81EB28D6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833" y="2772348"/>
            <a:ext cx="4702175" cy="18466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Long Title Goes Here</a:t>
            </a:r>
          </a:p>
          <a:p>
            <a:pPr lvl="0"/>
            <a:r>
              <a:rPr lang="en-US" dirty="0" err="1"/>
              <a:t>Xxxxxxx</a:t>
            </a:r>
            <a:endParaRPr lang="en-US" dirty="0"/>
          </a:p>
          <a:p>
            <a:pPr lvl="0"/>
            <a:r>
              <a:rPr lang="en-US" dirty="0" err="1"/>
              <a:t>Xxxxxxx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47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4A8D20-7863-7BFB-62B7-82573F4C0688}"/>
              </a:ext>
            </a:extLst>
          </p:cNvPr>
          <p:cNvSpPr/>
          <p:nvPr userDrawn="1"/>
        </p:nvSpPr>
        <p:spPr>
          <a:xfrm>
            <a:off x="0" y="0"/>
            <a:ext cx="12192000" cy="5486400"/>
          </a:xfrm>
          <a:prstGeom prst="rect">
            <a:avLst/>
          </a:prstGeom>
          <a:solidFill>
            <a:srgbClr val="0061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6D25ECA-C5BA-AE0A-264F-72583C103F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28461" y="2286000"/>
            <a:ext cx="7335078" cy="11430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5154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CF72C4-98D7-9FF3-70FE-096C982889BD}"/>
              </a:ext>
            </a:extLst>
          </p:cNvPr>
          <p:cNvSpPr/>
          <p:nvPr userDrawn="1"/>
        </p:nvSpPr>
        <p:spPr>
          <a:xfrm>
            <a:off x="0" y="0"/>
            <a:ext cx="12192000" cy="5486400"/>
          </a:xfrm>
          <a:prstGeom prst="rect">
            <a:avLst/>
          </a:prstGeom>
          <a:solidFill>
            <a:srgbClr val="BBB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995E"/>
              </a:highlight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88E2CF5-F61B-C587-8CED-45B374FC4C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28461" y="2286000"/>
            <a:ext cx="7335078" cy="11430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12381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84A3350B-D6F5-E020-D657-C3F27D9B12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682"/>
            <a:ext cx="12199526" cy="6848856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67772414-34C0-529E-33AE-2D9DF25D31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28461" y="2863661"/>
            <a:ext cx="7335078" cy="1412031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Divider Title Slide</a:t>
            </a:r>
          </a:p>
          <a:p>
            <a:r>
              <a:rPr lang="en-US" sz="3600" dirty="0"/>
              <a:t>Line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865473-E2AD-6245-4447-BAEF54B15394}"/>
              </a:ext>
            </a:extLst>
          </p:cNvPr>
          <p:cNvSpPr/>
          <p:nvPr userDrawn="1"/>
        </p:nvSpPr>
        <p:spPr>
          <a:xfrm>
            <a:off x="2428461" y="4275692"/>
            <a:ext cx="7335078" cy="99085"/>
          </a:xfrm>
          <a:prstGeom prst="rect">
            <a:avLst/>
          </a:prstGeom>
          <a:solidFill>
            <a:srgbClr val="006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72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231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18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57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A42CE451-B760-4F46-E3C9-CC402BF32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C981C7F4-1BCE-1B22-76C9-350C3F3600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A3B802-A8C3-2220-8E14-9E0A06DEEF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61CF579-6886-1FC9-F0A4-7AA7983F31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 algn="ctr">
              <a:defRPr dirty="0">
                <a:latin typeface="Garamond" pitchFamily="18" charset="0"/>
              </a:defRPr>
            </a:lvl1pPr>
          </a:lstStyle>
          <a:p>
            <a:pPr>
              <a:defRPr/>
            </a:pPr>
            <a:r>
              <a:rPr lang="en-US" altLang="en-US" dirty="0"/>
              <a:t>© 2024 by Pearson Education, Inc.     Chapter 11 Network Scanning and Vulnerability Scanning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88BB7A-4228-20C9-6272-65232CCE23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F2EE2A70-F346-40B5-AEF5-71F4FE7A19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2233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FC6DAB2-5076-6FC8-6CD6-DE861C43488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Chapter 11 Network Scanning and Vulnerability Scanning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819B4A-697F-E157-8E65-773ECBD5371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6F1FB4-F4EA-4E04-B26C-23E6B0A141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9522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8BC75E-F137-9BF6-193A-99FA395A402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Chapter 11 Network Scanning and Vulnerability Scanning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3ECB09-2E5D-8E5F-94FC-CD61058A9A8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CCA661-3D14-4070-AA84-CDD3BC0AAE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5562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92D25A-78D8-C3CC-C8EE-BEF2CA07166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Chapter 11 Network Scanning and Vulnerability Scanning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0B9F66-9C1C-76C8-0795-65E2B9306BA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052726-465A-4CDC-89D1-EB62937F4A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611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494790D-0ED7-4820-DB89-FB89DA5E98E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Chapter 11 Network Scanning and Vulnerability Scanning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5D8DC15-6819-D346-36C6-C8E9D07E0E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33DE78-7BAF-4B6B-8005-9F405EF7EE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4210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18B40CB-451B-41EB-4228-BF739EBCA6E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Chapter 11 Network Scanning and Vulnerability Scanning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5461260-CDA3-A9F9-F48B-B0C0C44C835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3E880F-EBED-4CCB-AB7A-0BF1D9C67D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03216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0BA380C-1D55-4C14-4C6D-D3062C5DE64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Chapter 11 Network Scanning and Vulnerability Scanning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D83D691-FA9A-F229-8BA8-58278E8645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BBA872-5CA6-44FD-84A1-EDC9882356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73014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F99E62-AC5C-DA59-B781-4C2DA9C3625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Chapter 11 Network Scanning and Vulnerability Scanning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742477-295A-7767-19C6-B3B0400F5AB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20A1FA-71A6-4540-BA26-A20732C73E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9510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325588-DEEF-114D-E758-BC80CE4AF0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Chapter 11 Network Scanning and Vulnerability Scanning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D75FF-E658-8058-7D7A-6275302E676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FB7B5A-A0DD-42B2-83CD-6302F87140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71410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552680-1BAA-12E1-A192-B58A4876A6C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Chapter 11 Network Scanning and Vulnerability Scanning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C00BFA-1074-158E-ECFF-007ED7163CB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E6A829-9ADF-4578-92CA-28153E755C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5301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1181A1B-E3B3-1B28-C7A6-F3FF7623D05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Chapter 11 Network Scanning and Vulnerability Scanning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712BA8-D771-D84B-5D80-819EA982B02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7FB49E-DD67-4C7A-9898-E1E55AE331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02288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BEA3C659-FA72-4470-1331-B5C193EC9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836127360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3" name="Line 8">
            <a:extLst>
              <a:ext uri="{FF2B5EF4-FFF2-40B4-BE49-F238E27FC236}">
                <a16:creationId xmlns:a16="http://schemas.microsoft.com/office/drawing/2014/main" id="{F20168EF-1EA3-0398-0072-F4D3608CF0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0912E6-87FE-A317-B474-04AE46A407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98B453-222B-98E7-DF30-788FF601BE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Garamond" pitchFamily="18" charset="0"/>
              </a:defRPr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14  Introduction to Forensics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B38787-38BB-2E5A-9E5D-2A2038928D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3638"/>
            <a:ext cx="284480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C451A-CEBF-4078-8EC3-AA1C90449B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02143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013614-6F43-51D8-D02E-27C425DE8B8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14   Introduction to Forensics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9C310A-ACC0-8D5F-03EA-6C922992B61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1CD0AE-0794-445D-8DEC-822634AB85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4088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37E0B8-57D3-160C-16E0-D036C2DA683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14  Introduction to Forensics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46B6787-759B-EE6C-A09C-0007F99E95F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AC0851-6903-40E6-BE03-49AB503B5D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97432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BDD6FD-C802-BB48-3CF7-9983252AB0B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14  Introduction to Forensics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E7393A-C601-E3EC-B02D-8B0729651F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4A6C39-8DD3-4963-AD0A-27AEEA38F3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39132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AE3113B-DA8D-B1C8-EF66-448FE9A945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14  Introduction to Forensics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989A297-9047-067B-D593-F68FF4606FB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8E93DE-5743-4D50-BD2C-CC7412A124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7014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6FC63B9-58A6-5B28-5529-5EF9D26BF7B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14  Introduction to Forensics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7ED5DBF-A8E9-0977-4004-422382F5DE7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90BD4A-7090-4B0D-8420-B67BC30323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84189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03CAF3F-055B-A753-B488-D0A7AD6D1BA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14  Introduction to Forensics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2134F9F-A247-859B-3A83-8A90883530B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F7F778-1105-4975-9D23-A5782F3BE4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80672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29C782-2D3B-7547-523C-F1E6B9CC08F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14  Introduction to Forensics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D176FC-E517-014D-8807-0C536B4884D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9332BF-E4BD-4380-B166-7CFB62D21A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9840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5DE3CF-14E9-E1FD-E2E1-2EF68BEFC3B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14  Introduction to Forensics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FE061D-74A6-98AC-36FA-E0002401F7A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2FACF-5DCC-4B2F-B8A6-BC5D772DA6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26123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92EB75-1FC0-FC2F-9C0D-E5D65C3700F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14  Introduction to Forensics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46DB3B6-61AD-CCDE-82FB-2D93634E0E1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A3C45-39F9-407B-B4A4-DAA485AD93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88323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2F75B9D-B10C-D2FB-5899-3F50560A658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14  Introduction to Forensics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DC2B31-3C31-E218-9C40-61FC33DEB4C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9F3CA3-DD6A-40DB-9FFE-DA63F25673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981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11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59" r:id="rId3"/>
    <p:sldLayoutId id="2147483655" r:id="rId4"/>
    <p:sldLayoutId id="2147483658" r:id="rId5"/>
    <p:sldLayoutId id="2147483660" r:id="rId6"/>
    <p:sldLayoutId id="2147483649" r:id="rId7"/>
    <p:sldLayoutId id="2147483663" r:id="rId8"/>
    <p:sldLayoutId id="2147483664" r:id="rId9"/>
    <p:sldLayoutId id="2147483665" r:id="rId10"/>
    <p:sldLayoutId id="214748366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E07DD1E-84EF-2C99-2ECC-074417C37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8E15555-F375-4248-DF2E-AB8B144C41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0596" name="Rectangle 4">
            <a:extLst>
              <a:ext uri="{FF2B5EF4-FFF2-40B4-BE49-F238E27FC236}">
                <a16:creationId xmlns:a16="http://schemas.microsoft.com/office/drawing/2014/main" id="{5A555291-ACEE-983D-5554-E9D40B66FAB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248400"/>
            <a:ext cx="894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solidFill>
                  <a:schemeClr val="accent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 dirty="0"/>
              <a:t>© 2024 by Pearson Education, Inc.     Chapter 11 Network Scanning and Vulnerability Scanning</a:t>
            </a:r>
          </a:p>
        </p:txBody>
      </p:sp>
      <p:sp>
        <p:nvSpPr>
          <p:cNvPr id="110597" name="Rectangle 5">
            <a:extLst>
              <a:ext uri="{FF2B5EF4-FFF2-40B4-BE49-F238E27FC236}">
                <a16:creationId xmlns:a16="http://schemas.microsoft.com/office/drawing/2014/main" id="{B6EDBA6D-1265-1C1C-5246-BBCEB6E462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52000" y="6248400"/>
            <a:ext cx="19304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accent1"/>
                </a:solidFill>
                <a:latin typeface="Garamond" panose="02020404030301010803" pitchFamily="18" charset="0"/>
              </a:defRPr>
            </a:lvl1pPr>
          </a:lstStyle>
          <a:p>
            <a:fld id="{C5C9AE3E-1118-4C54-9E39-E4674B8AD64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0" name="Freeform 6">
            <a:extLst>
              <a:ext uri="{FF2B5EF4-FFF2-40B4-BE49-F238E27FC236}">
                <a16:creationId xmlns:a16="http://schemas.microsoft.com/office/drawing/2014/main" id="{21F362FB-924F-3016-C178-268448425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60626681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accent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accent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accent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accent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accent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68CAFB3-231F-3419-2AC4-F9E3324B0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BE1FCDE-B96F-8584-D82E-0755C02472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0596" name="Rectangle 4">
            <a:extLst>
              <a:ext uri="{FF2B5EF4-FFF2-40B4-BE49-F238E27FC236}">
                <a16:creationId xmlns:a16="http://schemas.microsoft.com/office/drawing/2014/main" id="{16862D6D-4277-1642-3DD2-30CE19256C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248400"/>
            <a:ext cx="883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accent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 dirty="0"/>
              <a:t>© 2024 by Pearson Education, Inc.              Chapter 14   Introduction to Forensics</a:t>
            </a:r>
          </a:p>
        </p:txBody>
      </p:sp>
      <p:sp>
        <p:nvSpPr>
          <p:cNvPr id="110597" name="Rectangle 5">
            <a:extLst>
              <a:ext uri="{FF2B5EF4-FFF2-40B4-BE49-F238E27FC236}">
                <a16:creationId xmlns:a16="http://schemas.microsoft.com/office/drawing/2014/main" id="{EC6FF116-A76D-584C-0347-20F50F8929C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50400" y="6243638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accent1"/>
                </a:solidFill>
                <a:latin typeface="Garamond" panose="02020404030301010803" pitchFamily="18" charset="0"/>
              </a:defRPr>
            </a:lvl1pPr>
          </a:lstStyle>
          <a:p>
            <a:fld id="{BBE20EB0-7577-4DB1-ABC5-6CF3DA8AA16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0" name="Freeform 6">
            <a:extLst>
              <a:ext uri="{FF2B5EF4-FFF2-40B4-BE49-F238E27FC236}">
                <a16:creationId xmlns:a16="http://schemas.microsoft.com/office/drawing/2014/main" id="{8368378C-2F10-43BE-453D-C1346573C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371612160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562186859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accent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accent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accent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accent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accent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accent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sacyber.github.io/publication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support.microsoft.com/en-us/kb/816585" TargetMode="External"/><Relationship Id="rId5" Type="http://schemas.openxmlformats.org/officeDocument/2006/relationships/hyperlink" Target="http://www.sans.org/resources/policies/" TargetMode="External"/><Relationship Id="rId4" Type="http://schemas.openxmlformats.org/officeDocument/2006/relationships/hyperlink" Target="https://www.cisecurity.org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32AD01-B626-8541-DD34-941AFABB40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161824"/>
            <a:ext cx="12192000" cy="650141"/>
          </a:xfrm>
        </p:spPr>
        <p:txBody>
          <a:bodyPr/>
          <a:lstStyle/>
          <a:p>
            <a:r>
              <a:rPr lang="en-US" sz="4800" dirty="0"/>
              <a:t>CEN 3078 Computer Security</a:t>
            </a:r>
            <a:endParaRPr lang="en-US" sz="20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AC5A7-CF21-681C-AD2A-CAFD76C83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8705" y="5663508"/>
            <a:ext cx="6674590" cy="350227"/>
          </a:xfrm>
        </p:spPr>
        <p:txBody>
          <a:bodyPr/>
          <a:lstStyle/>
          <a:p>
            <a:r>
              <a:rPr lang="en-US" sz="2400" dirty="0"/>
              <a:t>Module 3 – Defense Architectures and Design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3553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EAAE10-AC41-4204-9F7F-9B66DE6D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A663-AB5A-1C46-BB3F-DC91B87E167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39404-9D34-18F4-9D95-C4281E2746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dirty="0"/>
              <a:t>Module 3 – Defense Architectures and Design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B613D-D509-BE18-749F-9E8A5481C2FC}"/>
              </a:ext>
            </a:extLst>
          </p:cNvPr>
          <p:cNvSpPr txBox="1"/>
          <p:nvPr/>
        </p:nvSpPr>
        <p:spPr>
          <a:xfrm>
            <a:off x="6388360" y="300271"/>
            <a:ext cx="55237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Network Scanning and Vulnerability Scanning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Digital Forensics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Cybersecurity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Security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Firewalls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Authentication, Access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Federated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IoT/Cloud middleware</a:t>
            </a:r>
          </a:p>
        </p:txBody>
      </p:sp>
    </p:spTree>
    <p:extLst>
      <p:ext uri="{BB962C8B-B14F-4D97-AF65-F5344CB8AC3E}">
        <p14:creationId xmlns:p14="http://schemas.microsoft.com/office/powerpoint/2010/main" val="2669928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EAAE10-AC41-4204-9F7F-9B66DE6D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A663-AB5A-1C46-BB3F-DC91B87E167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39404-9D34-18F4-9D95-C4281E2746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dirty="0"/>
              <a:t>Module 3 – Defense Architectures and Design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B613D-D509-BE18-749F-9E8A5481C2FC}"/>
              </a:ext>
            </a:extLst>
          </p:cNvPr>
          <p:cNvSpPr txBox="1"/>
          <p:nvPr/>
        </p:nvSpPr>
        <p:spPr>
          <a:xfrm>
            <a:off x="6388360" y="300271"/>
            <a:ext cx="55237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0000"/>
                </a:solidFill>
              </a:rPr>
              <a:t>Network Scanning and Vulnerability Scanning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Digital Forensics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Cybersecurity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Security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Firewalls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Authentication, Access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Federated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IoT/Cloud middleware</a:t>
            </a:r>
          </a:p>
        </p:txBody>
      </p:sp>
    </p:spTree>
    <p:extLst>
      <p:ext uri="{BB962C8B-B14F-4D97-AF65-F5344CB8AC3E}">
        <p14:creationId xmlns:p14="http://schemas.microsoft.com/office/powerpoint/2010/main" val="3706262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8A4D018D-D1F0-36A5-0518-6EC8E13696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90AB3647-7511-470E-9590-B0F68BE3667A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4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F747FCA1-799D-7A55-8B82-B9FD8239E3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C54EA9FA-E5FC-7E1C-B832-6FF55CACEE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1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en-US" dirty="0"/>
              <a:t>Any system should be periodically assessed for vulnerabilities</a:t>
            </a:r>
          </a:p>
          <a:p>
            <a:pPr eaLnBrk="1" hangingPunct="1"/>
            <a:r>
              <a:rPr lang="en-US" altLang="en-US" sz="2800" dirty="0"/>
              <a:t>Methods for assessment include:</a:t>
            </a:r>
          </a:p>
          <a:p>
            <a:pPr lvl="1" eaLnBrk="1" hangingPunct="1"/>
            <a:r>
              <a:rPr lang="en-US" altLang="en-US" sz="2400" dirty="0"/>
              <a:t>Vulnerability scanning</a:t>
            </a:r>
          </a:p>
          <a:p>
            <a:pPr lvl="1" eaLnBrk="1" hangingPunct="1"/>
            <a:r>
              <a:rPr lang="en-US" altLang="en-US" sz="2400" dirty="0"/>
              <a:t>Penetration testing</a:t>
            </a:r>
          </a:p>
          <a:p>
            <a:pPr lvl="1" eaLnBrk="1" hangingPunct="1"/>
            <a:r>
              <a:rPr lang="en-US" altLang="en-US" sz="2400" dirty="0"/>
              <a:t>Auditing</a:t>
            </a:r>
          </a:p>
          <a:p>
            <a:pPr eaLnBrk="1" hangingPunct="1"/>
            <a:r>
              <a:rPr lang="en-US" altLang="en-US" sz="2800" dirty="0"/>
              <a:t>Tools are available to scan networks for vulnerabilities</a:t>
            </a:r>
          </a:p>
          <a:p>
            <a:pPr eaLnBrk="1" hangingPunct="1"/>
            <a:r>
              <a:rPr lang="en-US" altLang="en-US" sz="2800" dirty="0"/>
              <a:t>Security procedures can provide a network environment with more secure computing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4">
            <a:extLst>
              <a:ext uri="{FF2B5EF4-FFF2-40B4-BE49-F238E27FC236}">
                <a16:creationId xmlns:a16="http://schemas.microsoft.com/office/drawing/2014/main" id="{0BBF8CAA-ECD5-565C-4724-2534CFE98D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57E724D3-4F63-47CC-AAD2-81EE92F6F6B2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5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A4A8C9DF-834F-42D9-7D94-EBC476F77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Basics of Assessing a System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9C909D6C-ED9F-0400-9C2F-C2AB5C160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17639"/>
            <a:ext cx="8229600" cy="4713287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Knowing how to begin securing a system can be daunting</a:t>
            </a:r>
          </a:p>
          <a:p>
            <a:pPr eaLnBrk="1" hangingPunct="1"/>
            <a:r>
              <a:rPr lang="en-US" altLang="en-US" sz="2600" dirty="0"/>
              <a:t>The stages of assessing a system’s security can be categorized into the six </a:t>
            </a:r>
            <a:r>
              <a:rPr lang="en-US" altLang="en-US" sz="2600" i="1" dirty="0"/>
              <a:t>P</a:t>
            </a:r>
            <a:r>
              <a:rPr lang="en-US" altLang="en-US" sz="2600" dirty="0"/>
              <a:t>s:</a:t>
            </a:r>
          </a:p>
          <a:p>
            <a:pPr lvl="1" eaLnBrk="1" hangingPunct="1"/>
            <a:r>
              <a:rPr lang="en-US" altLang="en-US" sz="2200" dirty="0"/>
              <a:t>Patch – </a:t>
            </a:r>
            <a:r>
              <a:rPr lang="en-US" altLang="en-US" sz="2000" dirty="0"/>
              <a:t>check and keep system patches up to date</a:t>
            </a:r>
          </a:p>
          <a:p>
            <a:pPr lvl="1" eaLnBrk="1" hangingPunct="1"/>
            <a:r>
              <a:rPr lang="en-US" altLang="en-US" sz="2200" dirty="0"/>
              <a:t>Ports – </a:t>
            </a:r>
            <a:r>
              <a:rPr lang="en-US" altLang="en-US" sz="2000" dirty="0"/>
              <a:t>shut down any unneeded ports</a:t>
            </a:r>
          </a:p>
          <a:p>
            <a:pPr lvl="1" eaLnBrk="1" hangingPunct="1"/>
            <a:r>
              <a:rPr lang="en-US" altLang="en-US" sz="2400" dirty="0"/>
              <a:t>Protect – </a:t>
            </a:r>
            <a:r>
              <a:rPr lang="en-US" altLang="en-US" sz="2000" dirty="0"/>
              <a:t>implement a firewall and IDS</a:t>
            </a:r>
          </a:p>
          <a:p>
            <a:pPr lvl="1" eaLnBrk="1" hangingPunct="1"/>
            <a:r>
              <a:rPr lang="en-US" altLang="en-US" sz="2400" dirty="0"/>
              <a:t>Policies – </a:t>
            </a:r>
            <a:r>
              <a:rPr lang="en-US" altLang="en-US" sz="2000" dirty="0"/>
              <a:t>enforce written policies on computer security</a:t>
            </a:r>
            <a:endParaRPr lang="en-US" altLang="en-US" sz="2400" dirty="0"/>
          </a:p>
          <a:p>
            <a:pPr lvl="1" eaLnBrk="1" hangingPunct="1"/>
            <a:r>
              <a:rPr lang="en-US" altLang="en-US" sz="2400" dirty="0"/>
              <a:t>Probe – </a:t>
            </a:r>
            <a:r>
              <a:rPr lang="en-US" altLang="en-US" sz="2000" dirty="0"/>
              <a:t>regularly probe network for security flaws</a:t>
            </a:r>
          </a:p>
          <a:p>
            <a:pPr lvl="1" eaLnBrk="1" hangingPunct="1"/>
            <a:r>
              <a:rPr lang="en-US" altLang="en-US" sz="2400" dirty="0"/>
              <a:t>Physical – </a:t>
            </a:r>
            <a:r>
              <a:rPr lang="en-US" altLang="en-US" sz="2000" dirty="0"/>
              <a:t>use policies for securing server rooms, individual workstations, and other physical equipment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4">
            <a:extLst>
              <a:ext uri="{FF2B5EF4-FFF2-40B4-BE49-F238E27FC236}">
                <a16:creationId xmlns:a16="http://schemas.microsoft.com/office/drawing/2014/main" id="{0BBF8CAA-ECD5-565C-4724-2534CFE98D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57E724D3-4F63-47CC-AAD2-81EE92F6F6B2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6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A4A8C9DF-834F-42D9-7D94-EBC476F77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Securing Computer Systems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9C909D6C-ED9F-0400-9C2F-C2AB5C160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17639"/>
            <a:ext cx="8229600" cy="4713287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Some organizations offer step-by-step guides or security templates for use in your network setting:</a:t>
            </a:r>
          </a:p>
          <a:p>
            <a:pPr lvl="1" eaLnBrk="1" hangingPunct="1"/>
            <a:r>
              <a:rPr lang="en-US" altLang="en-US" sz="2200" dirty="0"/>
              <a:t>National Security Agency</a:t>
            </a:r>
          </a:p>
          <a:p>
            <a:pPr lvl="2" eaLnBrk="1" hangingPunct="1"/>
            <a:r>
              <a:rPr lang="en-US" altLang="en-US" sz="1800" dirty="0"/>
              <a:t>See </a:t>
            </a:r>
            <a:r>
              <a:rPr lang="en-US" altLang="en-US" sz="1800" dirty="0">
                <a:hlinkClick r:id="rId3"/>
              </a:rPr>
              <a:t>https://nsacyber.github.io/publications.html</a:t>
            </a:r>
            <a:r>
              <a:rPr lang="en-US" altLang="en-US" sz="1800" dirty="0"/>
              <a:t> </a:t>
            </a:r>
          </a:p>
          <a:p>
            <a:pPr lvl="1" eaLnBrk="1" hangingPunct="1"/>
            <a:r>
              <a:rPr lang="en-US" altLang="en-US" sz="2200" dirty="0"/>
              <a:t>Center for Internet Security (CIS)</a:t>
            </a:r>
          </a:p>
          <a:p>
            <a:pPr lvl="2" eaLnBrk="1" hangingPunct="1"/>
            <a:r>
              <a:rPr lang="en-US" altLang="en-US" sz="1800" dirty="0"/>
              <a:t>See </a:t>
            </a:r>
            <a:r>
              <a:rPr lang="en-US" altLang="en-US" sz="1800" dirty="0">
                <a:hlinkClick r:id="rId4"/>
              </a:rPr>
              <a:t>https://www.cisecurity.org</a:t>
            </a:r>
            <a:endParaRPr lang="en-US" altLang="en-US" sz="1800" dirty="0"/>
          </a:p>
          <a:p>
            <a:pPr lvl="1" eaLnBrk="1" hangingPunct="1"/>
            <a:r>
              <a:rPr lang="en-US" altLang="en-US" sz="2200" dirty="0"/>
              <a:t>SANS Institute</a:t>
            </a:r>
          </a:p>
          <a:p>
            <a:pPr lvl="2" eaLnBrk="1" hangingPunct="1"/>
            <a:r>
              <a:rPr lang="en-US" altLang="en-US" sz="1800" dirty="0"/>
              <a:t>See </a:t>
            </a:r>
            <a:r>
              <a:rPr lang="en-US" altLang="en-US" sz="1800" dirty="0">
                <a:hlinkClick r:id="rId5"/>
              </a:rPr>
              <a:t>www.sans.org/resources/policies/</a:t>
            </a:r>
            <a:endParaRPr lang="en-US" altLang="en-US" sz="1800" dirty="0"/>
          </a:p>
          <a:p>
            <a:pPr eaLnBrk="1" hangingPunct="1"/>
            <a:r>
              <a:rPr lang="en-US" altLang="en-US" sz="2600" dirty="0"/>
              <a:t>Templates for implementing security precautions:</a:t>
            </a:r>
          </a:p>
          <a:p>
            <a:pPr lvl="1" eaLnBrk="1" hangingPunct="1"/>
            <a:r>
              <a:rPr lang="en-US" altLang="en-US" sz="2200" dirty="0"/>
              <a:t>Windows security templates</a:t>
            </a:r>
          </a:p>
          <a:p>
            <a:pPr lvl="2" eaLnBrk="1" hangingPunct="1"/>
            <a:r>
              <a:rPr lang="en-US" altLang="en-US" sz="1800" dirty="0"/>
              <a:t>See </a:t>
            </a:r>
            <a:r>
              <a:rPr lang="en-US" altLang="en-US" sz="1800" dirty="0">
                <a:hlinkClick r:id="rId6"/>
              </a:rPr>
              <a:t>https://support.microsoft.com/en-us/kb/816585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9208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4">
            <a:extLst>
              <a:ext uri="{FF2B5EF4-FFF2-40B4-BE49-F238E27FC236}">
                <a16:creationId xmlns:a16="http://schemas.microsoft.com/office/drawing/2014/main" id="{0BBF8CAA-ECD5-565C-4724-2534CFE98D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57E724D3-4F63-47CC-AAD2-81EE92F6F6B2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7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A4A8C9DF-834F-42D9-7D94-EBC476F77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Securing Computer Systems (cont.)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9C909D6C-ED9F-0400-9C2F-C2AB5C160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17639"/>
            <a:ext cx="8305800" cy="4713287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Securing individual workstations</a:t>
            </a:r>
          </a:p>
          <a:p>
            <a:pPr lvl="1" eaLnBrk="1" hangingPunct="1"/>
            <a:r>
              <a:rPr lang="en-US" altLang="en-US" sz="2000" dirty="0"/>
              <a:t>Apply all patches</a:t>
            </a:r>
          </a:p>
          <a:p>
            <a:pPr lvl="1" eaLnBrk="1" hangingPunct="1"/>
            <a:r>
              <a:rPr lang="en-US" altLang="en-US" sz="2000" dirty="0"/>
              <a:t>Restrict the ability to install programs or alter system settings</a:t>
            </a:r>
          </a:p>
          <a:p>
            <a:pPr lvl="1" eaLnBrk="1" hangingPunct="1"/>
            <a:r>
              <a:rPr lang="en-US" altLang="en-US" sz="2000" dirty="0"/>
              <a:t>Install antivirus and antispyware software</a:t>
            </a:r>
          </a:p>
          <a:p>
            <a:pPr lvl="1" eaLnBrk="1" hangingPunct="1"/>
            <a:r>
              <a:rPr lang="en-US" altLang="en-US" sz="2000" dirty="0"/>
              <a:t>Configure firewalls</a:t>
            </a:r>
          </a:p>
          <a:p>
            <a:pPr lvl="1" eaLnBrk="1" hangingPunct="1"/>
            <a:r>
              <a:rPr lang="en-US" altLang="en-US" sz="2000" dirty="0"/>
              <a:t>Enforce the use of secure passwords</a:t>
            </a:r>
          </a:p>
          <a:p>
            <a:pPr eaLnBrk="1" hangingPunct="1"/>
            <a:r>
              <a:rPr lang="en-US" altLang="en-US" sz="2400" dirty="0"/>
              <a:t>Securing a server</a:t>
            </a:r>
          </a:p>
          <a:p>
            <a:pPr lvl="1" eaLnBrk="1" hangingPunct="1"/>
            <a:r>
              <a:rPr lang="en-US" altLang="en-US" sz="2000" dirty="0"/>
              <a:t>Follow the same steps as for workstations, plus…</a:t>
            </a:r>
          </a:p>
          <a:p>
            <a:pPr lvl="1" eaLnBrk="1" hangingPunct="1"/>
            <a:r>
              <a:rPr lang="en-US" altLang="en-US" sz="2000" dirty="0"/>
              <a:t>Enable operating system logging and review logs periodically</a:t>
            </a:r>
          </a:p>
          <a:p>
            <a:pPr lvl="1" eaLnBrk="1" hangingPunct="1"/>
            <a:r>
              <a:rPr lang="en-US" altLang="en-US" sz="2000" dirty="0"/>
              <a:t>Back up data on a regular basis (daily is preferred); store backup tapes in an offsite location</a:t>
            </a:r>
          </a:p>
          <a:p>
            <a:pPr lvl="1" eaLnBrk="1" hangingPunct="1"/>
            <a:r>
              <a:rPr lang="en-US" altLang="en-US" sz="2000" dirty="0"/>
              <a:t>Uninstall or shut down unneeded services</a:t>
            </a:r>
          </a:p>
        </p:txBody>
      </p:sp>
    </p:spTree>
    <p:extLst>
      <p:ext uri="{BB962C8B-B14F-4D97-AF65-F5344CB8AC3E}">
        <p14:creationId xmlns:p14="http://schemas.microsoft.com/office/powerpoint/2010/main" val="1673845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4">
            <a:extLst>
              <a:ext uri="{FF2B5EF4-FFF2-40B4-BE49-F238E27FC236}">
                <a16:creationId xmlns:a16="http://schemas.microsoft.com/office/drawing/2014/main" id="{0BBF8CAA-ECD5-565C-4724-2534CFE98D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57E724D3-4F63-47CC-AAD2-81EE92F6F6B2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8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A4A8C9DF-834F-42D9-7D94-EBC476F77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Securing Computer Systems (cont.)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9C909D6C-ED9F-0400-9C2F-C2AB5C160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17639"/>
            <a:ext cx="8305800" cy="471328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Securing a network</a:t>
            </a:r>
          </a:p>
          <a:p>
            <a:pPr lvl="1" eaLnBrk="1" hangingPunct="1"/>
            <a:r>
              <a:rPr lang="en-US" altLang="en-US" sz="2400" dirty="0"/>
              <a:t>Secure all computers that comprise the network</a:t>
            </a:r>
          </a:p>
          <a:p>
            <a:pPr lvl="1" eaLnBrk="1" hangingPunct="1"/>
            <a:r>
              <a:rPr lang="en-US" altLang="en-US" sz="2400" dirty="0"/>
              <a:t>Use a firewall, proxy server, and IDS</a:t>
            </a:r>
          </a:p>
          <a:p>
            <a:pPr lvl="1" eaLnBrk="1" hangingPunct="1"/>
            <a:r>
              <a:rPr lang="en-US" altLang="en-US" sz="2400" dirty="0"/>
              <a:t>Partition a large network into smaller segments with a firewall-enabled router between segments</a:t>
            </a:r>
          </a:p>
          <a:p>
            <a:pPr lvl="1" eaLnBrk="1" hangingPunct="1"/>
            <a:r>
              <a:rPr lang="en-US" altLang="en-US" sz="2400" dirty="0"/>
              <a:t>Separate web servers from the rest of the network</a:t>
            </a:r>
          </a:p>
          <a:p>
            <a:pPr lvl="1" eaLnBrk="1" hangingPunct="1"/>
            <a:r>
              <a:rPr lang="en-US" altLang="en-US" sz="2400" dirty="0"/>
              <a:t>The web server should only include operating system and web server software (and optionally, an IDS)</a:t>
            </a:r>
          </a:p>
          <a:p>
            <a:pPr lvl="1" eaLnBrk="1" hangingPunct="1"/>
            <a:r>
              <a:rPr lang="en-US" altLang="en-US" sz="2400" dirty="0"/>
              <a:t>Consider using a DMZ, which involves two firewalls: one outer and one inner (see the next slide)</a:t>
            </a:r>
          </a:p>
        </p:txBody>
      </p:sp>
    </p:spTree>
    <p:extLst>
      <p:ext uri="{BB962C8B-B14F-4D97-AF65-F5344CB8AC3E}">
        <p14:creationId xmlns:p14="http://schemas.microsoft.com/office/powerpoint/2010/main" val="718695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4">
            <a:extLst>
              <a:ext uri="{FF2B5EF4-FFF2-40B4-BE49-F238E27FC236}">
                <a16:creationId xmlns:a16="http://schemas.microsoft.com/office/drawing/2014/main" id="{0BBF8CAA-ECD5-565C-4724-2534CFE98D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57E724D3-4F63-47CC-AAD2-81EE92F6F6B2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9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A4A8C9DF-834F-42D9-7D94-EBC476F77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DMZ (Demilitarized Zone)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E4A4CD-6B30-3059-993B-EC93855C2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354" y="1280790"/>
            <a:ext cx="4116846" cy="463898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BEDE9A8-F422-A64E-DF27-903F22D90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047" y="2309326"/>
            <a:ext cx="3950737" cy="252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344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4">
            <a:extLst>
              <a:ext uri="{FF2B5EF4-FFF2-40B4-BE49-F238E27FC236}">
                <a16:creationId xmlns:a16="http://schemas.microsoft.com/office/drawing/2014/main" id="{0BBF8CAA-ECD5-565C-4724-2534CFE98D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57E724D3-4F63-47CC-AAD2-81EE92F6F6B2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10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A4A8C9DF-834F-42D9-7D94-EBC476F77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Scanning Your Network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9C909D6C-ED9F-0400-9C2F-C2AB5C160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17639"/>
            <a:ext cx="8229600" cy="4713287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To keep a network secure, routinely check the network for vulnerabilities and flaws</a:t>
            </a:r>
          </a:p>
          <a:p>
            <a:pPr eaLnBrk="1" hangingPunct="1"/>
            <a:r>
              <a:rPr lang="en-US" altLang="en-US" sz="2600" dirty="0"/>
              <a:t>Common vulnerability scanners include:</a:t>
            </a:r>
          </a:p>
          <a:p>
            <a:pPr lvl="1" eaLnBrk="1" hangingPunct="1"/>
            <a:r>
              <a:rPr lang="en-US" altLang="en-US" sz="2200" dirty="0"/>
              <a:t>NESSUS – </a:t>
            </a:r>
            <a:r>
              <a:rPr lang="en-US" altLang="en-US" sz="2000" dirty="0"/>
              <a:t>the premiere network vulnerability scanner</a:t>
            </a:r>
          </a:p>
          <a:p>
            <a:pPr lvl="1" eaLnBrk="1" hangingPunct="1"/>
            <a:r>
              <a:rPr lang="en-US" altLang="en-US" sz="2200" dirty="0"/>
              <a:t>OWASP Zap – </a:t>
            </a:r>
            <a:r>
              <a:rPr lang="en-US" altLang="en-US" sz="2000" dirty="0"/>
              <a:t>the standard for web application vulnerability</a:t>
            </a:r>
          </a:p>
          <a:p>
            <a:pPr lvl="1" eaLnBrk="1" hangingPunct="1"/>
            <a:r>
              <a:rPr lang="en-US" altLang="en-US" sz="2400" dirty="0"/>
              <a:t>Shodan – </a:t>
            </a:r>
            <a:r>
              <a:rPr lang="en-US" altLang="en-US" sz="2000" dirty="0"/>
              <a:t>used by black hat hackers and security professionals</a:t>
            </a:r>
          </a:p>
          <a:p>
            <a:pPr lvl="1" eaLnBrk="1" hangingPunct="1"/>
            <a:r>
              <a:rPr lang="en-US" altLang="en-US" sz="2400" dirty="0"/>
              <a:t>Kali Linux – </a:t>
            </a:r>
            <a:r>
              <a:rPr lang="en-US" altLang="en-US" sz="2000" dirty="0"/>
              <a:t>Linux distribution with open-source tools for cybersecurity, digital forensics, and penetration testing</a:t>
            </a:r>
            <a:endParaRPr lang="en-US" altLang="en-US" sz="2400" dirty="0"/>
          </a:p>
          <a:p>
            <a:pPr lvl="1" eaLnBrk="1" hangingPunct="1"/>
            <a:r>
              <a:rPr lang="en-US" altLang="en-US" sz="2400" dirty="0"/>
              <a:t>Vega – </a:t>
            </a:r>
            <a:r>
              <a:rPr lang="en-US" altLang="en-US" sz="2000" dirty="0"/>
              <a:t>free, open-source scanner for web applications</a:t>
            </a:r>
          </a:p>
          <a:p>
            <a:pPr lvl="1" eaLnBrk="1" hangingPunct="1"/>
            <a:r>
              <a:rPr lang="en-US" altLang="en-US" sz="2400" dirty="0"/>
              <a:t>OpenVAS – </a:t>
            </a:r>
            <a:r>
              <a:rPr lang="en-US" altLang="en-US" sz="2000" dirty="0"/>
              <a:t>open-source vulnerability scanner that includes several services and tools</a:t>
            </a:r>
          </a:p>
        </p:txBody>
      </p:sp>
    </p:spTree>
    <p:extLst>
      <p:ext uri="{BB962C8B-B14F-4D97-AF65-F5344CB8AC3E}">
        <p14:creationId xmlns:p14="http://schemas.microsoft.com/office/powerpoint/2010/main" val="3682938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4">
            <a:extLst>
              <a:ext uri="{FF2B5EF4-FFF2-40B4-BE49-F238E27FC236}">
                <a16:creationId xmlns:a16="http://schemas.microsoft.com/office/drawing/2014/main" id="{0BBF8CAA-ECD5-565C-4724-2534CFE98D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57E724D3-4F63-47CC-AAD2-81EE92F6F6B2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11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A4A8C9DF-834F-42D9-7D94-EBC476F777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Testing and Scanning Standards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9C909D6C-ED9F-0400-9C2F-C2AB5C160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17639"/>
            <a:ext cx="8229600" cy="4713287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There are specific standards that relate to vulnerability scans and penetration tests</a:t>
            </a:r>
          </a:p>
          <a:p>
            <a:pPr eaLnBrk="1" hangingPunct="1"/>
            <a:r>
              <a:rPr lang="en-US" altLang="en-US" sz="2600" dirty="0"/>
              <a:t>Common testing and scanning standards include:</a:t>
            </a:r>
          </a:p>
          <a:p>
            <a:pPr lvl="1" eaLnBrk="1" hangingPunct="1"/>
            <a:r>
              <a:rPr lang="en-US" altLang="en-US" sz="2200" dirty="0"/>
              <a:t>NIST 800-115 – </a:t>
            </a:r>
            <a:r>
              <a:rPr lang="en-US" altLang="en-US" sz="2000" dirty="0"/>
              <a:t>general guide for testing and assessment</a:t>
            </a:r>
          </a:p>
          <a:p>
            <a:pPr lvl="1" eaLnBrk="1" hangingPunct="1"/>
            <a:r>
              <a:rPr lang="en-US" altLang="en-US" sz="2200" dirty="0"/>
              <a:t>NSA-IAM – </a:t>
            </a:r>
            <a:r>
              <a:rPr lang="en-US" altLang="en-US" sz="2000" dirty="0"/>
              <a:t>excellent guide for penetration tests</a:t>
            </a:r>
          </a:p>
          <a:p>
            <a:pPr lvl="1" eaLnBrk="1" hangingPunct="1"/>
            <a:r>
              <a:rPr lang="en-US" altLang="en-US" sz="2200" dirty="0"/>
              <a:t>PCI DSS </a:t>
            </a:r>
            <a:r>
              <a:rPr lang="en-US" altLang="en-US" sz="2400" dirty="0"/>
              <a:t>– </a:t>
            </a:r>
            <a:r>
              <a:rPr lang="en-US" altLang="en-US" sz="2000" dirty="0"/>
              <a:t>standard used by major credit card companies</a:t>
            </a:r>
          </a:p>
          <a:p>
            <a:pPr eaLnBrk="1" hangingPunct="1"/>
            <a:r>
              <a:rPr lang="en-US" altLang="en-US" sz="2600" dirty="0"/>
              <a:t>National Vulnerability Database</a:t>
            </a:r>
          </a:p>
          <a:p>
            <a:pPr lvl="1" eaLnBrk="1" hangingPunct="1"/>
            <a:r>
              <a:rPr lang="en-US" altLang="en-US" sz="2200" dirty="0"/>
              <a:t>U.S. government repository of vulnerability data</a:t>
            </a:r>
          </a:p>
          <a:p>
            <a:pPr lvl="1" eaLnBrk="1" hangingPunct="1"/>
            <a:r>
              <a:rPr lang="en-US" altLang="en-US" sz="2200" dirty="0"/>
              <a:t>Uses the Security Content Automation Protocol (SCAP)</a:t>
            </a:r>
          </a:p>
        </p:txBody>
      </p:sp>
    </p:spTree>
    <p:extLst>
      <p:ext uri="{BB962C8B-B14F-4D97-AF65-F5344CB8AC3E}">
        <p14:creationId xmlns:p14="http://schemas.microsoft.com/office/powerpoint/2010/main" val="3740093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4">
            <a:extLst>
              <a:ext uri="{FF2B5EF4-FFF2-40B4-BE49-F238E27FC236}">
                <a16:creationId xmlns:a16="http://schemas.microsoft.com/office/drawing/2014/main" id="{FE3DF65A-8BF4-6AA2-88E2-662971C22A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DDCB4AB4-8006-4D54-B59E-4F7B7E79DF75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12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F2E13D56-E7A8-439A-FC0E-3FD5711447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Getting Professional Help</a:t>
            </a:r>
          </a:p>
        </p:txBody>
      </p:sp>
      <p:sp>
        <p:nvSpPr>
          <p:cNvPr id="16389" name="Rectangle 3">
            <a:extLst>
              <a:ext uri="{FF2B5EF4-FFF2-40B4-BE49-F238E27FC236}">
                <a16:creationId xmlns:a16="http://schemas.microsoft.com/office/drawing/2014/main" id="{F9974337-D667-EE1D-0F33-4E1B57A830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95401"/>
            <a:ext cx="8229600" cy="48355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600" dirty="0"/>
              <a:t>If it’s necessary to hire outside help to set up and test your system’s security, consider these guidelines for finding a qualified individual:</a:t>
            </a:r>
          </a:p>
          <a:p>
            <a:pPr lvl="1" eaLnBrk="1" hangingPunct="1"/>
            <a:r>
              <a:rPr lang="en-US" altLang="en-US" sz="2400" dirty="0"/>
              <a:t>Certification</a:t>
            </a:r>
          </a:p>
          <a:p>
            <a:pPr lvl="2" eaLnBrk="1" hangingPunct="1"/>
            <a:r>
              <a:rPr lang="en-US" altLang="en-US" sz="1800" dirty="0"/>
              <a:t>CNE, MCITP, CISSP, Security+, CASP, GAIC, Cisco, and others</a:t>
            </a:r>
          </a:p>
          <a:p>
            <a:pPr lvl="1" eaLnBrk="1" hangingPunct="1"/>
            <a:r>
              <a:rPr lang="en-US" altLang="en-US" sz="2400" dirty="0"/>
              <a:t>Education</a:t>
            </a:r>
          </a:p>
          <a:p>
            <a:pPr lvl="2" eaLnBrk="1" hangingPunct="1"/>
            <a:r>
              <a:rPr lang="en-US" altLang="en-US" sz="2000" dirty="0"/>
              <a:t>Degree in computer science, engineering, computer information systems, or security</a:t>
            </a:r>
          </a:p>
          <a:p>
            <a:pPr lvl="1" eaLnBrk="1" hangingPunct="1"/>
            <a:r>
              <a:rPr lang="en-US" altLang="en-US" sz="2400" dirty="0"/>
              <a:t>Experience</a:t>
            </a:r>
          </a:p>
          <a:p>
            <a:pPr lvl="2" eaLnBrk="1" hangingPunct="1"/>
            <a:r>
              <a:rPr lang="en-US" altLang="en-US" sz="2000" dirty="0"/>
              <a:t>Minimum of 5 years IT experience, with 2 years security</a:t>
            </a:r>
          </a:p>
          <a:p>
            <a:pPr lvl="1" eaLnBrk="1" hangingPunct="1"/>
            <a:r>
              <a:rPr lang="en-US" altLang="en-US" sz="2400" dirty="0"/>
              <a:t>Background Checks</a:t>
            </a:r>
          </a:p>
          <a:p>
            <a:pPr lvl="2" eaLnBrk="1" hangingPunct="1"/>
            <a:r>
              <a:rPr lang="en-US" altLang="en-US" sz="2000" dirty="0"/>
              <a:t>References, credit check, criminal background check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Slide Number Placeholder 4">
            <a:extLst>
              <a:ext uri="{FF2B5EF4-FFF2-40B4-BE49-F238E27FC236}">
                <a16:creationId xmlns:a16="http://schemas.microsoft.com/office/drawing/2014/main" id="{D55C716B-7AF7-3177-3B66-F4F69DF3EB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DB30A50D-BFF8-4BC5-B35E-3FD7E9046220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13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509BC954-9C52-28B0-C008-CAA84EA6E4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C2431572-165A-1E7C-5D5A-DFCE9714F8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8229600" cy="47244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Periodically assess a network or system for security vulnerabilities</a:t>
            </a:r>
          </a:p>
          <a:p>
            <a:pPr lvl="1" eaLnBrk="1" hangingPunct="1"/>
            <a:r>
              <a:rPr lang="en-US" altLang="en-US" sz="2400" dirty="0"/>
              <a:t>Weekly for high-security sites</a:t>
            </a:r>
          </a:p>
          <a:p>
            <a:pPr lvl="1" eaLnBrk="1" hangingPunct="1"/>
            <a:r>
              <a:rPr lang="en-US" altLang="en-US" sz="2400" dirty="0"/>
              <a:t>Quarterly for noncritical or low-security sites</a:t>
            </a:r>
          </a:p>
          <a:p>
            <a:pPr eaLnBrk="1" hangingPunct="1"/>
            <a:r>
              <a:rPr lang="en-US" altLang="en-US" sz="2800" dirty="0"/>
              <a:t>Safe computing involves securing all computers, networks, and servers, and using common sense on the Web</a:t>
            </a:r>
          </a:p>
          <a:p>
            <a:pPr eaLnBrk="1" hangingPunct="1"/>
            <a:r>
              <a:rPr lang="en-US" altLang="en-US" sz="2800" dirty="0"/>
              <a:t>Apply security practices and standards to all aspects of network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EAAE10-AC41-4204-9F7F-9B66DE6D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A1A663-AB5A-1C46-BB3F-DC91B87E16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39404-9D34-18F4-9D95-C4281E2746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200" dirty="0"/>
              <a:t>Module 3 – Defense Architectures and Design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B613D-D509-BE18-749F-9E8A5481C2FC}"/>
              </a:ext>
            </a:extLst>
          </p:cNvPr>
          <p:cNvSpPr txBox="1"/>
          <p:nvPr/>
        </p:nvSpPr>
        <p:spPr>
          <a:xfrm>
            <a:off x="6388360" y="300271"/>
            <a:ext cx="55237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Scanning and Vulnerability Scanning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Digital Forensics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Cybersecurity Engineering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Security policies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Firewalls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Authentication, Access controls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Federated trust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IoT/Cloud middleware</a:t>
            </a:r>
          </a:p>
        </p:txBody>
      </p:sp>
    </p:spTree>
    <p:extLst>
      <p:ext uri="{BB962C8B-B14F-4D97-AF65-F5344CB8AC3E}">
        <p14:creationId xmlns:p14="http://schemas.microsoft.com/office/powerpoint/2010/main" val="2833186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Slide Number Placeholder 4">
            <a:extLst>
              <a:ext uri="{FF2B5EF4-FFF2-40B4-BE49-F238E27FC236}">
                <a16:creationId xmlns:a16="http://schemas.microsoft.com/office/drawing/2014/main" id="{36641A69-D0FF-CC2F-38F4-44B5CD88BC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A1B04147-F544-4EB2-97CF-90FA67E1D6FB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15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6507F9C-CD94-AE0C-CD9C-3EA9ECEB37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Digital Forensics - Objectives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4D045813-AB9E-4076-43F9-40021C6A5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Understand basic forensics principles</a:t>
            </a:r>
          </a:p>
          <a:p>
            <a:pPr eaLnBrk="1" hangingPunct="1"/>
            <a:r>
              <a:rPr lang="en-US" altLang="en-US" dirty="0"/>
              <a:t>Make a forensic copy of a drive</a:t>
            </a:r>
          </a:p>
          <a:p>
            <a:pPr eaLnBrk="1" hangingPunct="1"/>
            <a:r>
              <a:rPr lang="en-US" altLang="en-US" dirty="0"/>
              <a:t>Use basic forensics tools</a:t>
            </a:r>
          </a:p>
          <a:p>
            <a:pPr eaLnBrk="1" hangingPunct="1"/>
            <a:r>
              <a:rPr lang="en-US" altLang="en-US" dirty="0"/>
              <a:t>Prepare a forensics report</a:t>
            </a:r>
          </a:p>
          <a:p>
            <a:pPr eaLnBrk="1" hangingPunct="1"/>
            <a:r>
              <a:rPr lang="en-US" altLang="en-US" dirty="0"/>
              <a:t>Avoid common forensics mistakes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Slide Number Placeholder 4">
            <a:extLst>
              <a:ext uri="{FF2B5EF4-FFF2-40B4-BE49-F238E27FC236}">
                <a16:creationId xmlns:a16="http://schemas.microsoft.com/office/drawing/2014/main" id="{36641A69-D0FF-CC2F-38F4-44B5CD88BC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A1B04147-F544-4EB2-97CF-90FA67E1D6FB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16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6507F9C-CD94-AE0C-CD9C-3EA9ECEB37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4D045813-AB9E-4076-43F9-40021C6A5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95401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The network administrator is often the first responder to a computer crime</a:t>
            </a:r>
          </a:p>
          <a:p>
            <a:pPr eaLnBrk="1" hangingPunct="1"/>
            <a:r>
              <a:rPr lang="en-US" altLang="en-US" sz="2600" dirty="0"/>
              <a:t>Evidence must be handled properly, or it could be rendered unusable in a court</a:t>
            </a:r>
          </a:p>
          <a:p>
            <a:pPr eaLnBrk="1" hangingPunct="1"/>
            <a:r>
              <a:rPr lang="en-US" altLang="en-US" sz="2600" dirty="0"/>
              <a:t>Computer forensics has evolved only in the past 20 to 30 years</a:t>
            </a:r>
          </a:p>
          <a:p>
            <a:pPr eaLnBrk="1" hangingPunct="1"/>
            <a:r>
              <a:rPr lang="en-US" altLang="en-US" sz="2600" dirty="0"/>
              <a:t>Computer forensics is also called cyber forensics</a:t>
            </a:r>
          </a:p>
          <a:p>
            <a:pPr eaLnBrk="1" hangingPunct="1"/>
            <a:r>
              <a:rPr lang="en-US" altLang="en-US" sz="2600" dirty="0"/>
              <a:t>The goal of cyber forensics is to examine computer devices using scientific methods to extract evidence that can be presented in court</a:t>
            </a:r>
          </a:p>
          <a:p>
            <a:pPr eaLnBrk="1" hangingPunct="1"/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354138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494A3FD1-D517-D15E-5378-DCD95F6D2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5E3BC1D-0E96-4637-BA10-F3FFF1142EA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17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62A3007-4AAD-830A-1BA6-D7E2FE940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General Guidelines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8D8F954F-D083-76EF-3664-87699C55FA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1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Don’t touch the suspect drive</a:t>
            </a:r>
          </a:p>
          <a:p>
            <a:pPr lvl="1" indent="-325120" eaLnBrk="1" hangingPunct="1"/>
            <a:r>
              <a:rPr lang="en-US" altLang="en-US" sz="2400" dirty="0"/>
              <a:t>Use Linux commands to make a forensically valid copy of a drive</a:t>
            </a:r>
            <a:endParaRPr lang="en-US" altLang="en-US" sz="2400" dirty="0">
              <a:cs typeface="Arial"/>
            </a:endParaRPr>
          </a:p>
          <a:p>
            <a:pPr eaLnBrk="1" hangingPunct="1"/>
            <a:r>
              <a:rPr lang="en-US" altLang="en-US" dirty="0"/>
              <a:t>Imaging a drive with Forensic Toolkit</a:t>
            </a:r>
          </a:p>
          <a:p>
            <a:pPr lvl="1" indent="-325120" eaLnBrk="1" hangingPunct="1"/>
            <a:r>
              <a:rPr lang="en-US" altLang="en-US" dirty="0"/>
              <a:t>Commercial product; can be expensive</a:t>
            </a:r>
            <a:endParaRPr lang="en-US" altLang="en-US" dirty="0">
              <a:cs typeface="Arial"/>
            </a:endParaRPr>
          </a:p>
          <a:p>
            <a:pPr lvl="1" indent="-325120" eaLnBrk="1" hangingPunct="1"/>
            <a:r>
              <a:rPr lang="en-US" altLang="en-US" dirty="0"/>
              <a:t>FTK Imager is a free download</a:t>
            </a:r>
            <a:endParaRPr lang="en-US" altLang="en-US" dirty="0">
              <a:cs typeface="Arial"/>
            </a:endParaRPr>
          </a:p>
          <a:p>
            <a:pPr lvl="1" indent="-325120" eaLnBrk="1" hangingPunct="1"/>
            <a:r>
              <a:rPr lang="en-US" altLang="en-US" dirty="0"/>
              <a:t>Another option is </a:t>
            </a:r>
            <a:r>
              <a:rPr lang="en-US" altLang="en-US" dirty="0" err="1"/>
              <a:t>OSForensics</a:t>
            </a:r>
            <a:endParaRPr lang="en-US" altLang="en-US" dirty="0">
              <a:cs typeface="Arial"/>
            </a:endParaRPr>
          </a:p>
          <a:p>
            <a:pPr eaLnBrk="1" hangingPunct="1"/>
            <a:r>
              <a:rPr lang="en-US" altLang="en-US" dirty="0"/>
              <a:t>Imaging a drive is preferred to live forensics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494A3FD1-D517-D15E-5378-DCD95F6D2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5E3BC1D-0E96-4637-BA10-F3FFF1142EA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18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62A3007-4AAD-830A-1BA6-D7E2FE940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General Guidelines (cont.)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8D8F954F-D083-76EF-3664-87699C55FA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95401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Document trail</a:t>
            </a:r>
          </a:p>
          <a:p>
            <a:pPr lvl="1" eaLnBrk="1" hangingPunct="1"/>
            <a:r>
              <a:rPr lang="en-US" altLang="en-US" sz="2400" dirty="0"/>
              <a:t>In a forensics investigation, document everything</a:t>
            </a:r>
          </a:p>
          <a:p>
            <a:pPr lvl="1" eaLnBrk="1" hangingPunct="1"/>
            <a:r>
              <a:rPr lang="en-US" altLang="en-US" sz="2400" dirty="0"/>
              <a:t>Events, who was present, what they were doing, etc.</a:t>
            </a:r>
          </a:p>
          <a:p>
            <a:pPr eaLnBrk="1" hangingPunct="1"/>
            <a:r>
              <a:rPr lang="en-US" altLang="en-US" dirty="0"/>
              <a:t>Secure the evidence</a:t>
            </a:r>
          </a:p>
          <a:p>
            <a:pPr lvl="1" eaLnBrk="1" hangingPunct="1"/>
            <a:r>
              <a:rPr lang="en-US" altLang="en-US" dirty="0"/>
              <a:t>Take the computer offline</a:t>
            </a:r>
          </a:p>
          <a:p>
            <a:pPr lvl="1" eaLnBrk="1" hangingPunct="1"/>
            <a:r>
              <a:rPr lang="en-US" altLang="en-US" dirty="0"/>
              <a:t>Limit access to the machine</a:t>
            </a:r>
          </a:p>
          <a:p>
            <a:pPr eaLnBrk="1" hangingPunct="1"/>
            <a:r>
              <a:rPr lang="en-US" altLang="en-US" dirty="0"/>
              <a:t>Chain of custody</a:t>
            </a:r>
          </a:p>
          <a:p>
            <a:pPr lvl="1" eaLnBrk="1" hangingPunct="1"/>
            <a:r>
              <a:rPr lang="en-US" altLang="en-US" dirty="0"/>
              <a:t>Who had access to evidence</a:t>
            </a:r>
          </a:p>
          <a:p>
            <a:pPr lvl="1" eaLnBrk="1" hangingPunct="1"/>
            <a:r>
              <a:rPr lang="en-US" altLang="en-US" dirty="0"/>
              <a:t>How they interacted with evidence</a:t>
            </a:r>
          </a:p>
          <a:p>
            <a:pPr lvl="1" eaLnBrk="1" hangingPunct="1"/>
            <a:r>
              <a:rPr lang="en-US" altLang="en-US" dirty="0"/>
              <a:t>Where the evidence was stored</a:t>
            </a:r>
          </a:p>
        </p:txBody>
      </p:sp>
    </p:spTree>
    <p:extLst>
      <p:ext uri="{BB962C8B-B14F-4D97-AF65-F5344CB8AC3E}">
        <p14:creationId xmlns:p14="http://schemas.microsoft.com/office/powerpoint/2010/main" val="3263422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494A3FD1-D517-D15E-5378-DCD95F6D2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5E3BC1D-0E96-4637-BA10-F3FFF1142EA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19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62A3007-4AAD-830A-1BA6-D7E2FE940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General Guidelines (cont.)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8D8F954F-D083-76EF-3664-87699C55FA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19200"/>
            <a:ext cx="8229600" cy="502443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600" dirty="0"/>
              <a:t>FBI Forensics Guidelines</a:t>
            </a:r>
          </a:p>
          <a:p>
            <a:pPr lvl="1" eaLnBrk="1" hangingPunct="1"/>
            <a:r>
              <a:rPr lang="en-US" altLang="en-US" sz="2400" dirty="0"/>
              <a:t>Beyond the general guidelines, another step is to document specific losses</a:t>
            </a:r>
          </a:p>
          <a:p>
            <a:pPr lvl="2" eaLnBrk="1" hangingPunct="1"/>
            <a:r>
              <a:rPr lang="en-US" altLang="en-US" sz="2000" dirty="0"/>
              <a:t>Labor cost spent in response and recovery</a:t>
            </a:r>
          </a:p>
          <a:p>
            <a:pPr lvl="2" eaLnBrk="1" hangingPunct="1"/>
            <a:r>
              <a:rPr lang="en-US" altLang="en-US" sz="2000" dirty="0"/>
              <a:t>Cost of equipment, if damaged</a:t>
            </a:r>
          </a:p>
          <a:p>
            <a:pPr lvl="2" eaLnBrk="1" hangingPunct="1"/>
            <a:r>
              <a:rPr lang="en-US" altLang="en-US" sz="2000" dirty="0"/>
              <a:t>Value of data, if any was lost or stolen</a:t>
            </a:r>
          </a:p>
          <a:p>
            <a:pPr lvl="2" eaLnBrk="1" hangingPunct="1"/>
            <a:r>
              <a:rPr lang="en-US" altLang="en-US" sz="2000" dirty="0"/>
              <a:t>Lost revenue due to downtime, customer credit, etc.</a:t>
            </a:r>
          </a:p>
          <a:p>
            <a:pPr lvl="1" eaLnBrk="1" hangingPunct="1"/>
            <a:r>
              <a:rPr lang="en-US" altLang="en-US" sz="2400" dirty="0"/>
              <a:t>Computer evidence includes:</a:t>
            </a:r>
          </a:p>
          <a:p>
            <a:pPr lvl="2" eaLnBrk="1" hangingPunct="1"/>
            <a:r>
              <a:rPr lang="en-US" altLang="en-US" sz="2000" dirty="0"/>
              <a:t>Logs</a:t>
            </a:r>
          </a:p>
          <a:p>
            <a:pPr lvl="2" eaLnBrk="1" hangingPunct="1"/>
            <a:r>
              <a:rPr lang="en-US" altLang="en-US" sz="2000" dirty="0"/>
              <a:t>Portable storage devices</a:t>
            </a:r>
          </a:p>
          <a:p>
            <a:pPr lvl="2" eaLnBrk="1" hangingPunct="1"/>
            <a:r>
              <a:rPr lang="en-US" altLang="en-US" sz="2000" dirty="0"/>
              <a:t>Emails</a:t>
            </a:r>
          </a:p>
          <a:p>
            <a:pPr lvl="2" eaLnBrk="1" hangingPunct="1"/>
            <a:r>
              <a:rPr lang="en-US" altLang="en-US" sz="2000" dirty="0"/>
              <a:t>Devices capable of storing data</a:t>
            </a:r>
          </a:p>
          <a:p>
            <a:pPr lvl="2" eaLnBrk="1" hangingPunct="1"/>
            <a:r>
              <a:rPr lang="en-US" altLang="en-US" sz="2000" dirty="0"/>
              <a:t>Cell phones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72374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494A3FD1-D517-D15E-5378-DCD95F6D2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5E3BC1D-0E96-4637-BA10-F3FFF1142EA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20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62A3007-4AAD-830A-1BA6-D7E2FE940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General Guidelines (cont.)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8D8F954F-D083-76EF-3664-87699C55FA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95401"/>
            <a:ext cx="8229600" cy="48355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U.S. Secret Service Forensics Guidelines</a:t>
            </a:r>
          </a:p>
          <a:p>
            <a:pPr lvl="1" indent="-325120" eaLnBrk="1" hangingPunct="1"/>
            <a:r>
              <a:rPr lang="en-US" altLang="en-US" sz="2400" dirty="0"/>
              <a:t>Another federal agency tasked with combating cybercrime</a:t>
            </a:r>
            <a:endParaRPr lang="en-US" altLang="en-US" sz="2400" dirty="0">
              <a:cs typeface="Arial"/>
            </a:endParaRPr>
          </a:p>
          <a:p>
            <a:pPr lvl="1" indent="-325120" eaLnBrk="1" hangingPunct="1"/>
            <a:r>
              <a:rPr lang="en-US" altLang="en-US" sz="2400" dirty="0"/>
              <a:t>“Golden rules” for first responders in an investigation</a:t>
            </a:r>
            <a:endParaRPr lang="en-US" altLang="en-US" sz="2400" dirty="0">
              <a:cs typeface="Arial"/>
            </a:endParaRPr>
          </a:p>
          <a:p>
            <a:pPr lvl="2" indent="-350520" eaLnBrk="1" hangingPunct="1"/>
            <a:r>
              <a:rPr lang="en-US" altLang="en-US" sz="2000" dirty="0"/>
              <a:t>Secure the scene; make it safe</a:t>
            </a:r>
            <a:endParaRPr lang="en-US" altLang="en-US" sz="2000" dirty="0">
              <a:cs typeface="Arial"/>
            </a:endParaRPr>
          </a:p>
          <a:p>
            <a:pPr lvl="2" indent="-350520" eaLnBrk="1" hangingPunct="1"/>
            <a:r>
              <a:rPr lang="en-US" altLang="en-US" sz="2000" dirty="0"/>
              <a:t>Take immediate steps to preserve the evidence</a:t>
            </a:r>
            <a:endParaRPr lang="en-US" altLang="en-US" sz="2000" dirty="0">
              <a:cs typeface="Arial"/>
            </a:endParaRPr>
          </a:p>
          <a:p>
            <a:pPr lvl="2" indent="-350520" eaLnBrk="1" hangingPunct="1"/>
            <a:r>
              <a:rPr lang="en-US" altLang="en-US" sz="2000" dirty="0"/>
              <a:t>Do you have a legal basis to seize the computer?</a:t>
            </a:r>
            <a:endParaRPr lang="en-US" altLang="en-US" sz="2000" dirty="0">
              <a:cs typeface="Arial"/>
            </a:endParaRPr>
          </a:p>
          <a:p>
            <a:pPr lvl="2" indent="-350520" eaLnBrk="1" hangingPunct="1"/>
            <a:r>
              <a:rPr lang="en-US" altLang="en-US" sz="2000" dirty="0"/>
              <a:t>Avoid accessing computer files</a:t>
            </a:r>
            <a:endParaRPr lang="en-US" altLang="en-US" sz="2000" dirty="0">
              <a:cs typeface="Arial"/>
            </a:endParaRPr>
          </a:p>
          <a:p>
            <a:pPr lvl="2" indent="-350520" eaLnBrk="1" hangingPunct="1"/>
            <a:r>
              <a:rPr lang="en-US" altLang="en-US" sz="2000" dirty="0"/>
              <a:t>Properly shut down the computer if it is on; pull the power cord if you think the computer is destroying evidence</a:t>
            </a:r>
            <a:endParaRPr lang="en-US" altLang="en-US" sz="2000" dirty="0">
              <a:cs typeface="Arial"/>
            </a:endParaRPr>
          </a:p>
          <a:p>
            <a:pPr lvl="2" indent="-350520" eaLnBrk="1" hangingPunct="1"/>
            <a:r>
              <a:rPr lang="en-US" altLang="en-US" sz="2000" dirty="0"/>
              <a:t>Take pictures of the computer screen, location, etc.</a:t>
            </a:r>
            <a:endParaRPr lang="en-US" altLang="en-US" sz="2000" dirty="0">
              <a:cs typeface="Arial"/>
            </a:endParaRPr>
          </a:p>
          <a:p>
            <a:pPr lvl="2" indent="-350520" eaLnBrk="1" hangingPunct="1"/>
            <a:r>
              <a:rPr lang="en-US" altLang="en-US" sz="2000" dirty="0"/>
              <a:t>Determine whether special legal considerations apply</a:t>
            </a:r>
            <a:endParaRPr lang="en-US" altLang="en-US" sz="2000" dirty="0">
              <a:cs typeface="Arial"/>
            </a:endParaRPr>
          </a:p>
          <a:p>
            <a:pPr lvl="2" indent="-350520" eaLnBrk="1" hangingPunct="1"/>
            <a:endParaRPr lang="en-US" alt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44603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494A3FD1-D517-D15E-5378-DCD95F6D2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5E3BC1D-0E96-4637-BA10-F3FFF1142EA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21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62A3007-4AAD-830A-1BA6-D7E2FE940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General Guidelines (cont.)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8D8F954F-D083-76EF-3664-87699C55FA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95401"/>
            <a:ext cx="8229600" cy="48355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dirty="0"/>
              <a:t>Standards</a:t>
            </a:r>
          </a:p>
          <a:p>
            <a:pPr lvl="1" eaLnBrk="1" hangingPunct="1"/>
            <a:r>
              <a:rPr lang="en-US" altLang="en-US" sz="2400" dirty="0"/>
              <a:t>A wide range of industry standards relate to digital forensics</a:t>
            </a:r>
          </a:p>
          <a:p>
            <a:pPr lvl="1" eaLnBrk="1" hangingPunct="1"/>
            <a:r>
              <a:rPr lang="en-US" altLang="en-US" sz="2400" dirty="0"/>
              <a:t>These standards include:</a:t>
            </a:r>
          </a:p>
          <a:p>
            <a:pPr lvl="2" eaLnBrk="1" hangingPunct="1"/>
            <a:r>
              <a:rPr lang="en-US" altLang="en-US" sz="2000" dirty="0"/>
              <a:t>SWGDE</a:t>
            </a:r>
          </a:p>
          <a:p>
            <a:pPr lvl="2" eaLnBrk="1" hangingPunct="1"/>
            <a:r>
              <a:rPr lang="en-US" altLang="en-US" sz="2000" dirty="0"/>
              <a:t>ASCLD</a:t>
            </a:r>
          </a:p>
          <a:p>
            <a:pPr lvl="2" eaLnBrk="1" hangingPunct="1"/>
            <a:r>
              <a:rPr lang="en-US" altLang="en-US" sz="2000" dirty="0"/>
              <a:t>RFC 3227</a:t>
            </a:r>
          </a:p>
          <a:p>
            <a:pPr lvl="2" eaLnBrk="1" hangingPunct="1"/>
            <a:r>
              <a:rPr lang="en-US" altLang="en-US" sz="2000" dirty="0"/>
              <a:t>ISO/IEC 27037:2012</a:t>
            </a:r>
          </a:p>
          <a:p>
            <a:pPr lvl="2" eaLnBrk="1" hangingPunct="1"/>
            <a:r>
              <a:rPr lang="en-US" altLang="en-US" sz="2000" dirty="0"/>
              <a:t>ISO/IEC 27041</a:t>
            </a:r>
          </a:p>
          <a:p>
            <a:pPr lvl="2" eaLnBrk="1" hangingPunct="1"/>
            <a:r>
              <a:rPr lang="en-US" altLang="en-US" sz="2000" dirty="0"/>
              <a:t>ISO/IEC 27042</a:t>
            </a:r>
          </a:p>
          <a:p>
            <a:pPr lvl="2" eaLnBrk="1" hangingPunct="1"/>
            <a:r>
              <a:rPr lang="en-US" altLang="en-US" sz="2000" dirty="0"/>
              <a:t>ISO/IEC 27043</a:t>
            </a:r>
          </a:p>
          <a:p>
            <a:pPr lvl="2" eaLnBrk="1" hangingPunct="1"/>
            <a:r>
              <a:rPr lang="en-US" altLang="en-US" sz="2000" dirty="0"/>
              <a:t>ISO/IEC 27050</a:t>
            </a:r>
          </a:p>
        </p:txBody>
      </p:sp>
    </p:spTree>
    <p:extLst>
      <p:ext uri="{BB962C8B-B14F-4D97-AF65-F5344CB8AC3E}">
        <p14:creationId xmlns:p14="http://schemas.microsoft.com/office/powerpoint/2010/main" val="1198755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494A3FD1-D517-D15E-5378-DCD95F6D2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5E3BC1D-0E96-4637-BA10-F3FFF1142EA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22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62A3007-4AAD-830A-1BA6-D7E2FE940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General Guidelines (cont.)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8D8F954F-D083-76EF-3664-87699C55FA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95401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Forensics reports</a:t>
            </a:r>
          </a:p>
          <a:p>
            <a:pPr lvl="1" eaLnBrk="1" hangingPunct="1"/>
            <a:r>
              <a:rPr lang="en-US" altLang="en-US" sz="2000" dirty="0"/>
              <a:t>Should be sufficiently detailed with screenshots and logs</a:t>
            </a:r>
          </a:p>
          <a:p>
            <a:pPr lvl="1" eaLnBrk="1" hangingPunct="1"/>
            <a:r>
              <a:rPr lang="en-US" altLang="en-US" sz="2000" dirty="0"/>
              <a:t>A basic outline should include: Your qualifications, what exactly you did, why you did that, and conclusions</a:t>
            </a:r>
          </a:p>
          <a:p>
            <a:pPr eaLnBrk="1" hangingPunct="1"/>
            <a:r>
              <a:rPr lang="en-US" altLang="en-US" sz="2400" dirty="0"/>
              <a:t>Tools for conducting forensic analysis include:</a:t>
            </a:r>
          </a:p>
          <a:p>
            <a:pPr lvl="1" eaLnBrk="1" hangingPunct="1"/>
            <a:r>
              <a:rPr lang="en-US" altLang="en-US" sz="2000" dirty="0"/>
              <a:t>FTK</a:t>
            </a:r>
          </a:p>
          <a:p>
            <a:pPr lvl="1" eaLnBrk="1" hangingPunct="1"/>
            <a:r>
              <a:rPr lang="en-US" altLang="en-US" sz="2000" dirty="0"/>
              <a:t>EnCase</a:t>
            </a:r>
          </a:p>
          <a:p>
            <a:pPr lvl="1" eaLnBrk="1" hangingPunct="1"/>
            <a:r>
              <a:rPr lang="en-US" altLang="en-US" sz="2000" dirty="0" err="1"/>
              <a:t>OSForensics</a:t>
            </a:r>
            <a:endParaRPr lang="en-US" altLang="en-US" sz="2000" dirty="0"/>
          </a:p>
          <a:p>
            <a:pPr lvl="1" eaLnBrk="1" hangingPunct="1"/>
            <a:r>
              <a:rPr lang="en-US" altLang="en-US" sz="2000" dirty="0"/>
              <a:t>Magnet Forensics</a:t>
            </a:r>
          </a:p>
          <a:p>
            <a:pPr lvl="1" eaLnBrk="1" hangingPunct="1"/>
            <a:r>
              <a:rPr lang="en-US" altLang="en-US" sz="2000" dirty="0"/>
              <a:t>Sleuth Kit</a:t>
            </a:r>
          </a:p>
          <a:p>
            <a:pPr lvl="1" eaLnBrk="1" hangingPunct="1"/>
            <a:r>
              <a:rPr lang="en-US" altLang="en-US" sz="2000" dirty="0"/>
              <a:t>Oxygen</a:t>
            </a:r>
          </a:p>
          <a:p>
            <a:pPr lvl="1" eaLnBrk="1" hangingPunct="1"/>
            <a:r>
              <a:rPr lang="en-US" altLang="en-US" sz="2000" dirty="0"/>
              <a:t>Cellebrite</a:t>
            </a:r>
          </a:p>
        </p:txBody>
      </p:sp>
    </p:spTree>
    <p:extLst>
      <p:ext uri="{BB962C8B-B14F-4D97-AF65-F5344CB8AC3E}">
        <p14:creationId xmlns:p14="http://schemas.microsoft.com/office/powerpoint/2010/main" val="2569837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Slide Number Placeholder 4">
            <a:extLst>
              <a:ext uri="{FF2B5EF4-FFF2-40B4-BE49-F238E27FC236}">
                <a16:creationId xmlns:a16="http://schemas.microsoft.com/office/drawing/2014/main" id="{E185FAF7-081C-AAAD-6FF5-6657AA97A5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58B9E19C-C96B-4B95-8F9C-4D32DBEA51D1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23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4E49D5CE-83DC-CC92-FE62-4E1FD8EC6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8601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Finding Evidence on a PC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EC2898C4-2F52-4EA1-B4E2-B19AD6C36C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Finding Evidence in a Browser    </a:t>
            </a:r>
          </a:p>
          <a:p>
            <a:pPr eaLnBrk="1" hangingPunct="1"/>
            <a:r>
              <a:rPr lang="en-US" altLang="en-US" sz="2400" dirty="0"/>
              <a:t>The browser can be a source of direct evidence and circumstantial or supporting evidence</a:t>
            </a:r>
          </a:p>
          <a:p>
            <a:pPr eaLnBrk="1" hangingPunct="1"/>
            <a:r>
              <a:rPr lang="en-US" altLang="en-US" sz="2400" dirty="0"/>
              <a:t>The browser might contain direct evidence of the specific crime, such as cyber stalking</a:t>
            </a:r>
          </a:p>
          <a:p>
            <a:pPr eaLnBrk="1" hangingPunct="1"/>
            <a:r>
              <a:rPr lang="en-US" altLang="en-US" sz="2400" dirty="0"/>
              <a:t>If you suspect someone created a virus that infected a network, you might only find indirect evidence</a:t>
            </a:r>
          </a:p>
          <a:p>
            <a:pPr eaLnBrk="1" hangingPunct="1"/>
            <a:r>
              <a:rPr lang="en-US" altLang="en-US" sz="2400" dirty="0"/>
              <a:t>If the history is erased, it is still possible to retrieve it</a:t>
            </a:r>
          </a:p>
          <a:p>
            <a:pPr lvl="1" eaLnBrk="1" hangingPunct="1"/>
            <a:r>
              <a:rPr lang="en-US" altLang="en-US" sz="2000" dirty="0"/>
              <a:t>Windows stores a lot of information in a file named index.dat</a:t>
            </a:r>
          </a:p>
          <a:p>
            <a:pPr lvl="1" eaLnBrk="1" hangingPunct="1"/>
            <a:r>
              <a:rPr lang="en-US" altLang="en-US" sz="2000" dirty="0"/>
              <a:t>Most forensics tools can extract evidence from a computer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Slide Number Placeholder 4">
            <a:extLst>
              <a:ext uri="{FF2B5EF4-FFF2-40B4-BE49-F238E27FC236}">
                <a16:creationId xmlns:a16="http://schemas.microsoft.com/office/drawing/2014/main" id="{035A5308-ECE8-AC47-4E76-040DE67511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C3B4806-1EE1-4472-A082-597D7D112222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24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C533DADC-C11D-FC36-95CD-ED27628FC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Finding Evidence in System Logs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1C3E1C4A-1BA6-5605-9789-0572D3DEEE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95401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Operating systems store information in system logs</a:t>
            </a:r>
          </a:p>
          <a:p>
            <a:pPr eaLnBrk="1" hangingPunct="1"/>
            <a:r>
              <a:rPr lang="en-US" altLang="en-US" sz="2400" dirty="0"/>
              <a:t>Check for these logs in Windows:</a:t>
            </a:r>
          </a:p>
          <a:p>
            <a:pPr lvl="1" eaLnBrk="1" hangingPunct="1"/>
            <a:r>
              <a:rPr lang="en-US" altLang="en-US" sz="2000" dirty="0"/>
              <a:t>Security log</a:t>
            </a:r>
          </a:p>
          <a:p>
            <a:pPr lvl="1" eaLnBrk="1" hangingPunct="1"/>
            <a:r>
              <a:rPr lang="en-US" altLang="en-US" sz="2000" dirty="0"/>
              <a:t>Application log</a:t>
            </a:r>
          </a:p>
          <a:p>
            <a:pPr lvl="1" eaLnBrk="1" hangingPunct="1"/>
            <a:r>
              <a:rPr lang="en-US" altLang="en-US" sz="2000" dirty="0"/>
              <a:t>System log</a:t>
            </a:r>
          </a:p>
          <a:p>
            <a:pPr lvl="1" eaLnBrk="1" hangingPunct="1"/>
            <a:r>
              <a:rPr lang="en-US" altLang="en-US" sz="2000" dirty="0" err="1"/>
              <a:t>ForwardedEvents</a:t>
            </a:r>
            <a:r>
              <a:rPr lang="en-US" altLang="en-US" sz="2000" dirty="0"/>
              <a:t> log</a:t>
            </a:r>
          </a:p>
          <a:p>
            <a:pPr lvl="1" eaLnBrk="1" hangingPunct="1"/>
            <a:r>
              <a:rPr lang="en-US" altLang="en-US" sz="2000" dirty="0"/>
              <a:t>Applications and Services logs</a:t>
            </a:r>
          </a:p>
          <a:p>
            <a:pPr eaLnBrk="1" hangingPunct="1"/>
            <a:r>
              <a:rPr lang="en-US" altLang="en-US" sz="2400" dirty="0"/>
              <a:t>Check for these logs in Linux:</a:t>
            </a:r>
          </a:p>
          <a:p>
            <a:pPr lvl="1" eaLnBrk="1" hangingPunct="1"/>
            <a:endParaRPr lang="en-US" alt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DB9806-037C-DEBA-C407-FD9501879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4419601"/>
            <a:ext cx="5800078" cy="132540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494A3FD1-D517-D15E-5378-DCD95F6D28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75E3BC1D-0E96-4637-BA10-F3FFF1142EA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25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62A3007-4AAD-830A-1BA6-D7E2FE940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7814"/>
            <a:ext cx="8229600" cy="1017587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Getting Back Deleted Files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8D8F954F-D083-76EF-3664-87699C55FA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1"/>
            <a:ext cx="8229600" cy="475932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Criminals often attempt to destroy evidence</a:t>
            </a:r>
          </a:p>
          <a:p>
            <a:pPr eaLnBrk="1" hangingPunct="1"/>
            <a:r>
              <a:rPr lang="en-US" altLang="en-US" sz="2800" dirty="0"/>
              <a:t>There are a variety of tools that can recover files, especially in Windows</a:t>
            </a:r>
          </a:p>
          <a:p>
            <a:pPr eaLnBrk="1" hangingPunct="1"/>
            <a:r>
              <a:rPr lang="en-US" altLang="en-US" sz="2800" dirty="0"/>
              <a:t>Forensic tools that can recover deleted files include:</a:t>
            </a:r>
          </a:p>
          <a:p>
            <a:pPr lvl="1" eaLnBrk="1" hangingPunct="1"/>
            <a:r>
              <a:rPr lang="en-US" altLang="en-US" sz="2400" dirty="0" err="1"/>
              <a:t>AccessData</a:t>
            </a:r>
            <a:r>
              <a:rPr lang="en-US" altLang="en-US" sz="2400" dirty="0"/>
              <a:t> FTK</a:t>
            </a:r>
          </a:p>
          <a:p>
            <a:pPr lvl="1" eaLnBrk="1" hangingPunct="1"/>
            <a:r>
              <a:rPr lang="en-US" altLang="en-US" sz="2400" dirty="0" err="1"/>
              <a:t>OSForensics</a:t>
            </a:r>
            <a:endParaRPr lang="en-US" altLang="en-US" sz="2400" dirty="0"/>
          </a:p>
          <a:p>
            <a:pPr lvl="1" eaLnBrk="1" hangingPunct="1"/>
            <a:r>
              <a:rPr lang="en-US" altLang="en-US" sz="2400" dirty="0"/>
              <a:t>EnCase</a:t>
            </a:r>
          </a:p>
          <a:p>
            <a:pPr lvl="1" eaLnBrk="1" hangingPunct="1"/>
            <a:r>
              <a:rPr lang="en-US" altLang="en-US" sz="2400" dirty="0" err="1"/>
              <a:t>DiskDigger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90264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4">
            <a:extLst>
              <a:ext uri="{FF2B5EF4-FFF2-40B4-BE49-F238E27FC236}">
                <a16:creationId xmlns:a16="http://schemas.microsoft.com/office/drawing/2014/main" id="{6EFA8FB2-2F73-2317-3DEA-224AB1548C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3D0E138C-E4F1-4EA4-B3C5-46952D1A85B2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26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E62E95D9-BAFB-B91A-5028-DD5876B27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Operating System Utilities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64E7C9BB-55F9-9A2E-1796-0E0748D431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Operating system utilities can be helpful when gathering forensic data</a:t>
            </a:r>
          </a:p>
          <a:p>
            <a:pPr eaLnBrk="1" hangingPunct="1"/>
            <a:r>
              <a:rPr lang="en-US" altLang="en-US" dirty="0"/>
              <a:t>OS utilities in Windows include:</a:t>
            </a:r>
          </a:p>
          <a:p>
            <a:pPr lvl="1" eaLnBrk="1" hangingPunct="1"/>
            <a:r>
              <a:rPr lang="en-US" altLang="en-US" dirty="0"/>
              <a:t>net sessions</a:t>
            </a:r>
          </a:p>
          <a:p>
            <a:pPr lvl="1" eaLnBrk="1" hangingPunct="1"/>
            <a:r>
              <a:rPr lang="en-US" altLang="en-US" dirty="0" err="1"/>
              <a:t>openfiles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fc</a:t>
            </a:r>
          </a:p>
          <a:p>
            <a:pPr lvl="1" eaLnBrk="1" hangingPunct="1"/>
            <a:r>
              <a:rPr lang="en-US" altLang="en-US" dirty="0"/>
              <a:t>netstat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Slide Number Placeholder 4">
            <a:extLst>
              <a:ext uri="{FF2B5EF4-FFF2-40B4-BE49-F238E27FC236}">
                <a16:creationId xmlns:a16="http://schemas.microsoft.com/office/drawing/2014/main" id="{3179B477-6728-9E10-653D-01BE9D2463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4C7B75B2-E1A6-45B4-8001-5F14C9B79DD3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27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810C39A6-7F68-9181-5F16-697D7B8DA9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The Windows Registry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96037A16-6755-1598-A8AF-7770668F75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295401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The Registry is the heart of the Windows machine</a:t>
            </a:r>
          </a:p>
          <a:p>
            <a:pPr eaLnBrk="1" hangingPunct="1"/>
            <a:r>
              <a:rPr lang="en-US" altLang="en-US" sz="2600" dirty="0"/>
              <a:t>A repository of potentially valuable forensics information</a:t>
            </a:r>
          </a:p>
          <a:p>
            <a:pPr eaLnBrk="1" hangingPunct="1"/>
            <a:r>
              <a:rPr lang="en-US" altLang="en-US" sz="2600" dirty="0"/>
              <a:t>Organized into five sections, called hives:</a:t>
            </a:r>
          </a:p>
          <a:p>
            <a:pPr lvl="1" eaLnBrk="1" hangingPunct="1"/>
            <a:r>
              <a:rPr lang="en-US" altLang="en-US" sz="2200" dirty="0"/>
              <a:t>HKEY_CLASSES_ROOT (HKCR)</a:t>
            </a:r>
          </a:p>
          <a:p>
            <a:pPr lvl="1" eaLnBrk="1" hangingPunct="1"/>
            <a:r>
              <a:rPr lang="en-US" altLang="en-US" sz="2200" dirty="0"/>
              <a:t>HKEY_CURRENT_USER (HKCU)</a:t>
            </a:r>
          </a:p>
          <a:p>
            <a:pPr lvl="1" eaLnBrk="1" hangingPunct="1"/>
            <a:r>
              <a:rPr lang="en-US" altLang="en-US" sz="2200" dirty="0"/>
              <a:t>HKEY_LOCAL_MACHINE (HKLM)</a:t>
            </a:r>
          </a:p>
          <a:p>
            <a:pPr lvl="1" eaLnBrk="1" hangingPunct="1"/>
            <a:r>
              <a:rPr lang="en-US" altLang="en-US" sz="2200" dirty="0"/>
              <a:t>HKEY_USERS (HKU)</a:t>
            </a:r>
          </a:p>
          <a:p>
            <a:pPr lvl="1" eaLnBrk="1" hangingPunct="1"/>
            <a:r>
              <a:rPr lang="en-US" altLang="en-US" sz="2200" dirty="0"/>
              <a:t>HKEY_CURRENT_CONFIG (HCU)</a:t>
            </a:r>
            <a:endParaRPr lang="en-US" altLang="en-US" dirty="0"/>
          </a:p>
          <a:p>
            <a:pPr eaLnBrk="1" hangingPunct="1"/>
            <a:r>
              <a:rPr lang="en-US" altLang="en-US" sz="2600" dirty="0"/>
              <a:t>Most people use the regedit tool to work with the Registry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4">
            <a:extLst>
              <a:ext uri="{FF2B5EF4-FFF2-40B4-BE49-F238E27FC236}">
                <a16:creationId xmlns:a16="http://schemas.microsoft.com/office/drawing/2014/main" id="{977B0362-B894-1679-B8D3-1C2E8BFF8A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8FEF5F37-74B4-4D79-86E4-311F1F653C08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28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679113BD-E111-7AEF-CB9B-9D175B0462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Mobile Forensics: Cell Phone Concepts</a:t>
            </a: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ACC705FB-5684-6667-6937-FEDFCAA6E5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Document the state of the cell phone</a:t>
            </a:r>
          </a:p>
          <a:p>
            <a:pPr lvl="1" eaLnBrk="1" hangingPunct="1"/>
            <a:r>
              <a:rPr lang="en-US" altLang="en-US" sz="2400" dirty="0"/>
              <a:t>Nascent state/factory default</a:t>
            </a:r>
          </a:p>
          <a:p>
            <a:pPr lvl="1" eaLnBrk="1" hangingPunct="1"/>
            <a:r>
              <a:rPr lang="en-US" altLang="en-US" sz="2400" dirty="0"/>
              <a:t>Active state</a:t>
            </a:r>
          </a:p>
          <a:p>
            <a:pPr lvl="1" eaLnBrk="1" hangingPunct="1"/>
            <a:r>
              <a:rPr lang="en-US" altLang="en-US" sz="2400" dirty="0"/>
              <a:t>Semi-active state</a:t>
            </a:r>
          </a:p>
          <a:p>
            <a:pPr lvl="1" eaLnBrk="1" hangingPunct="1"/>
            <a:r>
              <a:rPr lang="en-US" altLang="en-US" sz="2400" dirty="0"/>
              <a:t>Quiescent state</a:t>
            </a:r>
          </a:p>
          <a:p>
            <a:pPr eaLnBrk="1" hangingPunct="1"/>
            <a:r>
              <a:rPr lang="en-US" altLang="en-US" sz="2800" dirty="0"/>
              <a:t>Cell phone components</a:t>
            </a:r>
          </a:p>
          <a:p>
            <a:pPr lvl="1" eaLnBrk="1" hangingPunct="1"/>
            <a:r>
              <a:rPr lang="en-US" altLang="en-US" sz="2400" dirty="0"/>
              <a:t>Subscriber identity module (SIM)</a:t>
            </a:r>
          </a:p>
          <a:p>
            <a:pPr lvl="1" eaLnBrk="1" hangingPunct="1"/>
            <a:r>
              <a:rPr lang="en-US" altLang="en-US" sz="2400" dirty="0"/>
              <a:t>International mobile subscriber identity (IMSI)</a:t>
            </a:r>
          </a:p>
          <a:p>
            <a:pPr lvl="1" eaLnBrk="1" hangingPunct="1"/>
            <a:r>
              <a:rPr lang="en-US" altLang="en-US" sz="2400" dirty="0"/>
              <a:t>Integrated circuit card identification (ICCID)</a:t>
            </a:r>
          </a:p>
          <a:p>
            <a:pPr lvl="1" eaLnBrk="1" hangingPunct="1"/>
            <a:r>
              <a:rPr lang="en-US" altLang="en-US" sz="2400" dirty="0"/>
              <a:t>International mobile equipment identity (IMEI)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4">
            <a:extLst>
              <a:ext uri="{FF2B5EF4-FFF2-40B4-BE49-F238E27FC236}">
                <a16:creationId xmlns:a16="http://schemas.microsoft.com/office/drawing/2014/main" id="{6EFA8FB2-2F73-2317-3DEA-224AB1548C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3D0E138C-E4F1-4EA4-B3C5-46952D1A85B2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29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E62E95D9-BAFB-B91A-5028-DD5876B27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Mobile Forensics: Cell Phone Concepts (cont.)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64E7C9BB-55F9-9A2E-1796-0E0748D431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600" dirty="0"/>
              <a:t>Cell phone networks are based on radio towers</a:t>
            </a:r>
          </a:p>
          <a:p>
            <a:pPr eaLnBrk="1" hangingPunct="1"/>
            <a:r>
              <a:rPr lang="en-US" altLang="en-US" sz="2600" dirty="0"/>
              <a:t>Cell tower base stations consist of an antenna and radio equipment</a:t>
            </a:r>
          </a:p>
          <a:p>
            <a:pPr eaLnBrk="1" hangingPunct="1"/>
            <a:r>
              <a:rPr lang="en-US" altLang="en-US" sz="2600" dirty="0"/>
              <a:t>Different types of cellular networks include:</a:t>
            </a:r>
          </a:p>
          <a:p>
            <a:pPr lvl="1" eaLnBrk="1" hangingPunct="1"/>
            <a:r>
              <a:rPr lang="en-US" altLang="en-US" sz="2200" dirty="0"/>
              <a:t>Global System for Mobile Communications (GSM)</a:t>
            </a:r>
          </a:p>
          <a:p>
            <a:pPr lvl="1" eaLnBrk="1" hangingPunct="1"/>
            <a:r>
              <a:rPr lang="en-US" altLang="en-US" sz="2200" dirty="0"/>
              <a:t>Enhanced Data Rates for GSM Evolution</a:t>
            </a:r>
          </a:p>
          <a:p>
            <a:pPr lvl="1" eaLnBrk="1" hangingPunct="1"/>
            <a:r>
              <a:rPr lang="en-US" altLang="en-US" sz="2200" dirty="0"/>
              <a:t>Universal Mobile Telecommunications Systems</a:t>
            </a:r>
          </a:p>
          <a:p>
            <a:pPr lvl="1" eaLnBrk="1" hangingPunct="1"/>
            <a:r>
              <a:rPr lang="en-US" altLang="en-US" sz="2200" dirty="0"/>
              <a:t>Long Term Evolution</a:t>
            </a:r>
          </a:p>
          <a:p>
            <a:pPr lvl="1" eaLnBrk="1" hangingPunct="1"/>
            <a:r>
              <a:rPr lang="en-US" altLang="en-US" sz="2200" dirty="0"/>
              <a:t>5G</a:t>
            </a:r>
          </a:p>
          <a:p>
            <a:pPr lvl="1" eaLnBrk="1" hangingPunct="1"/>
            <a:r>
              <a:rPr lang="en-US" altLang="en-US" sz="2200" dirty="0"/>
              <a:t>Integrated Digitally Enhanced Network (iDEN)</a:t>
            </a:r>
          </a:p>
        </p:txBody>
      </p:sp>
    </p:spTree>
    <p:extLst>
      <p:ext uri="{BB962C8B-B14F-4D97-AF65-F5344CB8AC3E}">
        <p14:creationId xmlns:p14="http://schemas.microsoft.com/office/powerpoint/2010/main" val="139487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Slide Number Placeholder 4">
            <a:extLst>
              <a:ext uri="{FF2B5EF4-FFF2-40B4-BE49-F238E27FC236}">
                <a16:creationId xmlns:a16="http://schemas.microsoft.com/office/drawing/2014/main" id="{2D6DCEFE-D372-5CAB-0BF1-F24F859982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2A09CB78-0E58-497E-8B9A-AEA4D1FFF82A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30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1F469DCD-61AF-511F-D7D3-C9DDBDBF1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The Need for Forensic Certification</a:t>
            </a: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C8E2DED3-03C2-CC38-B23A-6541B07CD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17639"/>
            <a:ext cx="8229600" cy="471328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Certification should indicate that the holder of that certification has met a minimum standard</a:t>
            </a:r>
          </a:p>
          <a:p>
            <a:pPr eaLnBrk="1" hangingPunct="1"/>
            <a:r>
              <a:rPr lang="en-US" altLang="en-US" sz="2800" dirty="0"/>
              <a:t>Indicates competence, not necessarily mastery</a:t>
            </a:r>
          </a:p>
          <a:p>
            <a:pPr eaLnBrk="1" hangingPunct="1"/>
            <a:r>
              <a:rPr lang="en-US" altLang="en-US" sz="2800" dirty="0"/>
              <a:t>Certifications include:</a:t>
            </a:r>
          </a:p>
          <a:p>
            <a:pPr lvl="1" eaLnBrk="1" hangingPunct="1"/>
            <a:r>
              <a:rPr lang="en-US" altLang="en-US" sz="2400" dirty="0" err="1"/>
              <a:t>AccessData</a:t>
            </a:r>
            <a:r>
              <a:rPr lang="en-US" altLang="en-US" sz="2400" dirty="0"/>
              <a:t> (Forensic Toolkit)</a:t>
            </a:r>
          </a:p>
          <a:p>
            <a:pPr lvl="1" eaLnBrk="1" hangingPunct="1"/>
            <a:r>
              <a:rPr lang="en-US" altLang="en-US" sz="2400" dirty="0"/>
              <a:t>Guidance Software (EnCase)</a:t>
            </a:r>
          </a:p>
          <a:p>
            <a:pPr lvl="1" eaLnBrk="1" hangingPunct="1"/>
            <a:r>
              <a:rPr lang="en-US" altLang="en-US" sz="2400" dirty="0"/>
              <a:t>Certified Hacking Forensics Investigator (CHFI)</a:t>
            </a:r>
          </a:p>
          <a:p>
            <a:pPr lvl="1" eaLnBrk="1" hangingPunct="1"/>
            <a:r>
              <a:rPr lang="en-US" altLang="en-US" sz="2400" dirty="0"/>
              <a:t>SANS Institute:</a:t>
            </a:r>
          </a:p>
          <a:p>
            <a:pPr lvl="2" eaLnBrk="1" hangingPunct="1"/>
            <a:r>
              <a:rPr lang="en-US" altLang="en-US" sz="2000" dirty="0"/>
              <a:t>Certified Forensics Analyst (GCFA)</a:t>
            </a:r>
          </a:p>
          <a:p>
            <a:pPr lvl="2" eaLnBrk="1" hangingPunct="1"/>
            <a:r>
              <a:rPr lang="en-US" altLang="en-US" sz="2000" dirty="0"/>
              <a:t>Certified Forensics Examiner (GCFE)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Slide Number Placeholder 4">
            <a:extLst>
              <a:ext uri="{FF2B5EF4-FFF2-40B4-BE49-F238E27FC236}">
                <a16:creationId xmlns:a16="http://schemas.microsoft.com/office/drawing/2014/main" id="{8ECA5D4C-92B1-98CF-5CA4-7CE31CDDA0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B168F8F6-0025-4A3F-84EE-47836E1C57C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31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86CC4064-90E4-F410-9905-B06395AAD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Expert Witnesses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88FBF767-7827-2988-629E-FD7307CD1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17639"/>
            <a:ext cx="8229600" cy="4713287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Allowed to testify about things not seen or heard</a:t>
            </a:r>
          </a:p>
          <a:p>
            <a:pPr eaLnBrk="1" hangingPunct="1"/>
            <a:r>
              <a:rPr lang="en-US" altLang="en-US" sz="2600" dirty="0"/>
              <a:t>Allowed to make inferences and formulate theories</a:t>
            </a:r>
          </a:p>
          <a:p>
            <a:pPr eaLnBrk="1" hangingPunct="1"/>
            <a:r>
              <a:rPr lang="en-US" altLang="en-US" sz="2600" dirty="0"/>
              <a:t>Testimony is governed by rules such as:</a:t>
            </a:r>
          </a:p>
          <a:p>
            <a:pPr lvl="1" eaLnBrk="1" hangingPunct="1"/>
            <a:r>
              <a:rPr lang="en-US" altLang="en-US" sz="2400" dirty="0"/>
              <a:t>Federal Rule 702</a:t>
            </a:r>
          </a:p>
          <a:p>
            <a:pPr lvl="2" eaLnBrk="1" hangingPunct="1"/>
            <a:r>
              <a:rPr lang="en-US" altLang="en-US" sz="2000" dirty="0"/>
              <a:t>Defines what an expert witness is</a:t>
            </a:r>
          </a:p>
          <a:p>
            <a:pPr lvl="2" eaLnBrk="1" hangingPunct="1"/>
            <a:r>
              <a:rPr lang="en-US" altLang="en-US" sz="2000" dirty="0"/>
              <a:t>Defines rules about when she can testify and what she can testify to</a:t>
            </a:r>
          </a:p>
          <a:p>
            <a:pPr lvl="1" eaLnBrk="1" hangingPunct="1"/>
            <a:r>
              <a:rPr lang="en-US" altLang="en-US" sz="2400" dirty="0"/>
              <a:t>Daubert</a:t>
            </a:r>
          </a:p>
          <a:p>
            <a:pPr lvl="2" eaLnBrk="1" hangingPunct="1"/>
            <a:r>
              <a:rPr lang="en-US" altLang="en-US" sz="2000" dirty="0"/>
              <a:t>Standard used in U.S. federal courts</a:t>
            </a:r>
          </a:p>
          <a:p>
            <a:pPr lvl="2" eaLnBrk="1" hangingPunct="1"/>
            <a:r>
              <a:rPr lang="en-US" altLang="en-US" sz="2000" dirty="0"/>
              <a:t>Determines whether an expert’s scientific testimony is based on reasoning or scientifically valid methodology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Slide Number Placeholder 4">
            <a:extLst>
              <a:ext uri="{FF2B5EF4-FFF2-40B4-BE49-F238E27FC236}">
                <a16:creationId xmlns:a16="http://schemas.microsoft.com/office/drawing/2014/main" id="{8ECA5D4C-92B1-98CF-5CA4-7CE31CDDA0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B168F8F6-0025-4A3F-84EE-47836E1C57CE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32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86CC4064-90E4-F410-9905-B06395AAD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bg1"/>
                </a:solidFill>
              </a:rPr>
              <a:t>Additional Types of Forensics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88FBF767-7827-2988-629E-FD7307CD1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17639"/>
            <a:ext cx="8229600" cy="4713287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Computer and phone forensics are the most widely encountered</a:t>
            </a:r>
          </a:p>
          <a:p>
            <a:pPr eaLnBrk="1" hangingPunct="1"/>
            <a:r>
              <a:rPr lang="en-US" altLang="en-US" sz="2600" dirty="0"/>
              <a:t>Other subdisciplines of digital forensics include:</a:t>
            </a:r>
          </a:p>
          <a:p>
            <a:pPr lvl="1" eaLnBrk="1" hangingPunct="1"/>
            <a:r>
              <a:rPr lang="en-US" altLang="en-US" sz="2400" dirty="0"/>
              <a:t>Network forensics</a:t>
            </a:r>
          </a:p>
          <a:p>
            <a:pPr lvl="2" eaLnBrk="1" hangingPunct="1"/>
            <a:r>
              <a:rPr lang="en-US" altLang="en-US" sz="2000" dirty="0"/>
              <a:t>Involves capturing the network packets traversing the network and examining them for evidence</a:t>
            </a:r>
          </a:p>
          <a:p>
            <a:pPr lvl="2" eaLnBrk="1" hangingPunct="1"/>
            <a:r>
              <a:rPr lang="en-US" altLang="en-US" sz="2000" dirty="0"/>
              <a:t>Popular tools: Wireshark, </a:t>
            </a:r>
            <a:r>
              <a:rPr lang="en-US" altLang="en-US" sz="2000" dirty="0" err="1"/>
              <a:t>CommView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ngrep</a:t>
            </a:r>
            <a:endParaRPr lang="en-US" altLang="en-US" sz="2000" dirty="0"/>
          </a:p>
          <a:p>
            <a:pPr lvl="1" eaLnBrk="1" hangingPunct="1"/>
            <a:r>
              <a:rPr lang="en-US" altLang="en-US" sz="2400" dirty="0"/>
              <a:t>Virtual forensics</a:t>
            </a:r>
          </a:p>
          <a:p>
            <a:pPr lvl="2" eaLnBrk="1" hangingPunct="1"/>
            <a:r>
              <a:rPr lang="en-US" altLang="en-US" sz="2000" dirty="0"/>
              <a:t>Virtualization provides IT resources that are independent of the physical machinery of the user</a:t>
            </a:r>
          </a:p>
          <a:p>
            <a:pPr lvl="2" eaLnBrk="1" hangingPunct="1"/>
            <a:r>
              <a:rPr lang="en-US" altLang="en-US" sz="2000" dirty="0"/>
              <a:t>Virtual machines; public, private, and community clouds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9061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Slide Number Placeholder 4">
            <a:extLst>
              <a:ext uri="{FF2B5EF4-FFF2-40B4-BE49-F238E27FC236}">
                <a16:creationId xmlns:a16="http://schemas.microsoft.com/office/drawing/2014/main" id="{2E4AD6A4-3A63-5D8A-A0F6-CA7616A6CB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FD97747E-DE5D-4EB0-B37A-D471E55E2DE7}" type="slidenum">
              <a:rPr lang="en-US" altLang="en-US" sz="1200">
                <a:solidFill>
                  <a:srgbClr val="3366CC"/>
                </a:solidFill>
                <a:latin typeface="Garamond" panose="02020404030301010803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33</a:t>
            </a:fld>
            <a:endParaRPr lang="en-US" altLang="en-US" sz="1200">
              <a:solidFill>
                <a:srgbClr val="3366CC"/>
              </a:solidFill>
              <a:latin typeface="Garamond" panose="02020404030301010803" pitchFamily="18" charset="0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A9355EC6-8084-89A3-3919-4CC2059CC2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4236387D-116B-6273-8ED0-44E0A74BEA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417639"/>
            <a:ext cx="8229600" cy="4713287"/>
          </a:xfrm>
        </p:spPr>
        <p:txBody>
          <a:bodyPr/>
          <a:lstStyle/>
          <a:p>
            <a:r>
              <a:rPr lang="en-US" altLang="en-US" dirty="0"/>
              <a:t>Always make a forensics copy to work with</a:t>
            </a:r>
          </a:p>
          <a:p>
            <a:r>
              <a:rPr lang="en-US" altLang="en-US" dirty="0"/>
              <a:t>Document everything in an investigation</a:t>
            </a:r>
          </a:p>
          <a:p>
            <a:r>
              <a:rPr lang="en-US" altLang="en-US" dirty="0"/>
              <a:t>Retrieve browser information and recover deleted files</a:t>
            </a:r>
          </a:p>
          <a:p>
            <a:r>
              <a:rPr lang="en-US" altLang="en-US" dirty="0"/>
              <a:t>Use commands helpful for forensic analysis</a:t>
            </a:r>
          </a:p>
          <a:p>
            <a:r>
              <a:rPr lang="en-US" altLang="en-US" dirty="0"/>
              <a:t>The Windows Registry and the cloud can add value to forensic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GCU 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Edge">
  <a:themeElements>
    <a:clrScheme name="1_Edge 2">
      <a:dk1>
        <a:srgbClr val="333333"/>
      </a:dk1>
      <a:lt1>
        <a:srgbClr val="CCCCFF"/>
      </a:lt1>
      <a:dk2>
        <a:srgbClr val="0B0506"/>
      </a:dk2>
      <a:lt2>
        <a:srgbClr val="FFFFFF"/>
      </a:lt2>
      <a:accent1>
        <a:srgbClr val="3366CC"/>
      </a:accent1>
      <a:accent2>
        <a:srgbClr val="3333CC"/>
      </a:accent2>
      <a:accent3>
        <a:srgbClr val="AAAAAA"/>
      </a:accent3>
      <a:accent4>
        <a:srgbClr val="AEAEDA"/>
      </a:accent4>
      <a:accent5>
        <a:srgbClr val="ADB8E2"/>
      </a:accent5>
      <a:accent6>
        <a:srgbClr val="2D2DB9"/>
      </a:accent6>
      <a:hlink>
        <a:srgbClr val="808080"/>
      </a:hlink>
      <a:folHlink>
        <a:srgbClr val="666633"/>
      </a:folHlink>
    </a:clrScheme>
    <a:fontScheme name="1_Ed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10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11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Edge">
  <a:themeElements>
    <a:clrScheme name="1_Edge 2">
      <a:dk1>
        <a:srgbClr val="333333"/>
      </a:dk1>
      <a:lt1>
        <a:srgbClr val="CCCCFF"/>
      </a:lt1>
      <a:dk2>
        <a:srgbClr val="0B0506"/>
      </a:dk2>
      <a:lt2>
        <a:srgbClr val="FFFFFF"/>
      </a:lt2>
      <a:accent1>
        <a:srgbClr val="3366CC"/>
      </a:accent1>
      <a:accent2>
        <a:srgbClr val="3333CC"/>
      </a:accent2>
      <a:accent3>
        <a:srgbClr val="AAAAAA"/>
      </a:accent3>
      <a:accent4>
        <a:srgbClr val="AEAEDA"/>
      </a:accent4>
      <a:accent5>
        <a:srgbClr val="ADB8E2"/>
      </a:accent5>
      <a:accent6>
        <a:srgbClr val="2D2DB9"/>
      </a:accent6>
      <a:hlink>
        <a:srgbClr val="808080"/>
      </a:hlink>
      <a:folHlink>
        <a:srgbClr val="666633"/>
      </a:folHlink>
    </a:clrScheme>
    <a:fontScheme name="1_Ed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10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11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3041</TotalTime>
  <Words>1918</Words>
  <Application>Microsoft Office PowerPoint</Application>
  <PresentationFormat>Widescreen</PresentationFormat>
  <Paragraphs>350</Paragraphs>
  <Slides>33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Garamond</vt:lpstr>
      <vt:lpstr>Wingdings</vt:lpstr>
      <vt:lpstr>Office Theme</vt:lpstr>
      <vt:lpstr>1_Edge</vt:lpstr>
      <vt:lpstr>2_Edge</vt:lpstr>
      <vt:lpstr>PowerPoint Presentation</vt:lpstr>
      <vt:lpstr>PowerPoint Presentation</vt:lpstr>
      <vt:lpstr>PowerPoint Presentation</vt:lpstr>
      <vt:lpstr>Introduction</vt:lpstr>
      <vt:lpstr>Basics of Assessing a System</vt:lpstr>
      <vt:lpstr>Securing Computer Systems</vt:lpstr>
      <vt:lpstr>Securing Computer Systems (cont.)</vt:lpstr>
      <vt:lpstr>Securing Computer Systems (cont.)</vt:lpstr>
      <vt:lpstr>DMZ (Demilitarized Zone)</vt:lpstr>
      <vt:lpstr>Scanning Your Network</vt:lpstr>
      <vt:lpstr>Testing and Scanning Standards</vt:lpstr>
      <vt:lpstr>Getting Professional Help</vt:lpstr>
      <vt:lpstr>Summary</vt:lpstr>
      <vt:lpstr>PowerPoint Presentation</vt:lpstr>
      <vt:lpstr>Digital Forensics - Objectives</vt:lpstr>
      <vt:lpstr>Introduction</vt:lpstr>
      <vt:lpstr>General Guidelines</vt:lpstr>
      <vt:lpstr>General Guidelines (cont.)</vt:lpstr>
      <vt:lpstr>General Guidelines (cont.)</vt:lpstr>
      <vt:lpstr>General Guidelines (cont.)</vt:lpstr>
      <vt:lpstr>General Guidelines (cont.)</vt:lpstr>
      <vt:lpstr>General Guidelines (cont.)</vt:lpstr>
      <vt:lpstr>Finding Evidence on a PC</vt:lpstr>
      <vt:lpstr>Finding Evidence in System Logs</vt:lpstr>
      <vt:lpstr>Getting Back Deleted Files</vt:lpstr>
      <vt:lpstr>Operating System Utilities</vt:lpstr>
      <vt:lpstr>The Windows Registry</vt:lpstr>
      <vt:lpstr>Mobile Forensics: Cell Phone Concepts</vt:lpstr>
      <vt:lpstr>Mobile Forensics: Cell Phone Concepts (cont.)</vt:lpstr>
      <vt:lpstr>The Need for Forensic Certification</vt:lpstr>
      <vt:lpstr>Expert Witnesses</vt:lpstr>
      <vt:lpstr>Additional Types of Forensics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Patterson, Maria</dc:creator>
  <cp:lastModifiedBy>Qu, Chengyi</cp:lastModifiedBy>
  <cp:revision>32</cp:revision>
  <dcterms:created xsi:type="dcterms:W3CDTF">2022-11-16T16:52:58Z</dcterms:created>
  <dcterms:modified xsi:type="dcterms:W3CDTF">2025-02-18T04:01:14Z</dcterms:modified>
</cp:coreProperties>
</file>
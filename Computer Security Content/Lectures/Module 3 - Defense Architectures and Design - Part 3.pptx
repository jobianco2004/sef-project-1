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7" r:id="rId2"/>
  </p:sldMasterIdLst>
  <p:notesMasterIdLst>
    <p:notesMasterId r:id="rId38"/>
  </p:notesMasterIdLst>
  <p:handoutMasterIdLst>
    <p:handoutMasterId r:id="rId39"/>
  </p:handoutMasterIdLst>
  <p:sldIdLst>
    <p:sldId id="258" r:id="rId3"/>
    <p:sldId id="259" r:id="rId4"/>
    <p:sldId id="924" r:id="rId5"/>
    <p:sldId id="910" r:id="rId6"/>
    <p:sldId id="911" r:id="rId7"/>
    <p:sldId id="912" r:id="rId8"/>
    <p:sldId id="913" r:id="rId9"/>
    <p:sldId id="914" r:id="rId10"/>
    <p:sldId id="915" r:id="rId11"/>
    <p:sldId id="916" r:id="rId12"/>
    <p:sldId id="917" r:id="rId13"/>
    <p:sldId id="918" r:id="rId14"/>
    <p:sldId id="919" r:id="rId15"/>
    <p:sldId id="925" r:id="rId16"/>
    <p:sldId id="920" r:id="rId17"/>
    <p:sldId id="921" r:id="rId18"/>
    <p:sldId id="926" r:id="rId19"/>
    <p:sldId id="922" r:id="rId20"/>
    <p:sldId id="923" r:id="rId21"/>
    <p:sldId id="942" r:id="rId22"/>
    <p:sldId id="927" r:id="rId23"/>
    <p:sldId id="928" r:id="rId24"/>
    <p:sldId id="929" r:id="rId25"/>
    <p:sldId id="930" r:id="rId26"/>
    <p:sldId id="931" r:id="rId27"/>
    <p:sldId id="932" r:id="rId28"/>
    <p:sldId id="933" r:id="rId29"/>
    <p:sldId id="934" r:id="rId30"/>
    <p:sldId id="935" r:id="rId31"/>
    <p:sldId id="936" r:id="rId32"/>
    <p:sldId id="937" r:id="rId33"/>
    <p:sldId id="938" r:id="rId34"/>
    <p:sldId id="939" r:id="rId35"/>
    <p:sldId id="940" r:id="rId36"/>
    <p:sldId id="94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99"/>
    <a:srgbClr val="767171"/>
    <a:srgbClr val="00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/>
    <p:restoredTop sz="83815" autoAdjust="0"/>
  </p:normalViewPr>
  <p:slideViewPr>
    <p:cSldViewPr snapToGrid="0" showGuides="1">
      <p:cViewPr varScale="1">
        <p:scale>
          <a:sx n="134" d="100"/>
          <a:sy n="134" d="100"/>
        </p:scale>
        <p:origin x="1782" y="126"/>
      </p:cViewPr>
      <p:guideLst>
        <p:guide orient="horz" pos="3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4F8D330E-9449-40B6-B919-B7628D282B1D}"/>
    <pc:docChg chg="undo custSel addSld delSld modSld">
      <pc:chgData name="Qu, Chengyi" userId="9f02c3db-5b00-4063-9ad4-7cdd84fdd2bb" providerId="ADAL" clId="{4F8D330E-9449-40B6-B919-B7628D282B1D}" dt="2024-03-19T01:52:27.597" v="69" actId="478"/>
      <pc:docMkLst>
        <pc:docMk/>
      </pc:docMkLst>
      <pc:sldChg chg="del">
        <pc:chgData name="Qu, Chengyi" userId="9f02c3db-5b00-4063-9ad4-7cdd84fdd2bb" providerId="ADAL" clId="{4F8D330E-9449-40B6-B919-B7628D282B1D}" dt="2024-03-17T01:35:27.239" v="0" actId="47"/>
        <pc:sldMkLst>
          <pc:docMk/>
          <pc:sldMk cId="1941321543" sldId="260"/>
        </pc:sldMkLst>
      </pc:sldChg>
      <pc:sldChg chg="delSp modSp add del mod">
        <pc:chgData name="Qu, Chengyi" userId="9f02c3db-5b00-4063-9ad4-7cdd84fdd2bb" providerId="ADAL" clId="{4F8D330E-9449-40B6-B919-B7628D282B1D}" dt="2024-03-19T01:44:50.953" v="27" actId="20577"/>
        <pc:sldMkLst>
          <pc:docMk/>
          <pc:sldMk cId="0" sldId="301"/>
        </pc:sldMkLst>
      </pc:sldChg>
      <pc:sldChg chg="delSp modSp add del mod">
        <pc:chgData name="Qu, Chengyi" userId="9f02c3db-5b00-4063-9ad4-7cdd84fdd2bb" providerId="ADAL" clId="{4F8D330E-9449-40B6-B919-B7628D282B1D}" dt="2024-03-19T01:52:27.597" v="69" actId="478"/>
        <pc:sldMkLst>
          <pc:docMk/>
          <pc:sldMk cId="0" sldId="316"/>
        </pc:sldMkLst>
      </pc:sldChg>
      <pc:sldChg chg="delSp add del">
        <pc:chgData name="Qu, Chengyi" userId="9f02c3db-5b00-4063-9ad4-7cdd84fdd2bb" providerId="ADAL" clId="{4F8D330E-9449-40B6-B919-B7628D282B1D}" dt="2024-03-19T01:44:57.581" v="28" actId="478"/>
        <pc:sldMkLst>
          <pc:docMk/>
          <pc:sldMk cId="0" sldId="317"/>
        </pc:sldMkLst>
      </pc:sldChg>
      <pc:sldChg chg="delSp modSp add del mod">
        <pc:chgData name="Qu, Chengyi" userId="9f02c3db-5b00-4063-9ad4-7cdd84fdd2bb" providerId="ADAL" clId="{4F8D330E-9449-40B6-B919-B7628D282B1D}" dt="2024-03-19T01:45:20.281" v="29" actId="478"/>
        <pc:sldMkLst>
          <pc:docMk/>
          <pc:sldMk cId="1198637909" sldId="318"/>
        </pc:sldMkLst>
      </pc:sldChg>
      <pc:sldChg chg="delSp modSp add del mod">
        <pc:chgData name="Qu, Chengyi" userId="9f02c3db-5b00-4063-9ad4-7cdd84fdd2bb" providerId="ADAL" clId="{4F8D330E-9449-40B6-B919-B7628D282B1D}" dt="2024-03-19T01:47:16.486" v="59" actId="478"/>
        <pc:sldMkLst>
          <pc:docMk/>
          <pc:sldMk cId="1731954912" sldId="319"/>
        </pc:sldMkLst>
      </pc:sldChg>
      <pc:sldChg chg="delSp modSp add del mod">
        <pc:chgData name="Qu, Chengyi" userId="9f02c3db-5b00-4063-9ad4-7cdd84fdd2bb" providerId="ADAL" clId="{4F8D330E-9449-40B6-B919-B7628D282B1D}" dt="2024-03-19T01:48:49.850" v="61" actId="47"/>
        <pc:sldMkLst>
          <pc:docMk/>
          <pc:sldMk cId="571947518" sldId="320"/>
        </pc:sldMkLst>
      </pc:sldChg>
      <pc:sldChg chg="delSp modSp add del mod">
        <pc:chgData name="Qu, Chengyi" userId="9f02c3db-5b00-4063-9ad4-7cdd84fdd2bb" providerId="ADAL" clId="{4F8D330E-9449-40B6-B919-B7628D282B1D}" dt="2024-03-19T01:50:36.682" v="67" actId="478"/>
        <pc:sldMkLst>
          <pc:docMk/>
          <pc:sldMk cId="1328704707" sldId="321"/>
        </pc:sldMkLst>
      </pc:sldChg>
      <pc:sldChg chg="delSp modSp add del mod">
        <pc:chgData name="Qu, Chengyi" userId="9f02c3db-5b00-4063-9ad4-7cdd84fdd2bb" providerId="ADAL" clId="{4F8D330E-9449-40B6-B919-B7628D282B1D}" dt="2024-03-19T01:45:33.242" v="30" actId="478"/>
        <pc:sldMkLst>
          <pc:docMk/>
          <pc:sldMk cId="2037368031" sldId="322"/>
        </pc:sldMkLst>
      </pc:sldChg>
      <pc:sldChg chg="delSp modSp add del mod modNotesTx">
        <pc:chgData name="Qu, Chengyi" userId="9f02c3db-5b00-4063-9ad4-7cdd84fdd2bb" providerId="ADAL" clId="{4F8D330E-9449-40B6-B919-B7628D282B1D}" dt="2024-03-19T01:46:55.504" v="58" actId="20577"/>
        <pc:sldMkLst>
          <pc:docMk/>
          <pc:sldMk cId="871830457" sldId="323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559762514" sldId="324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397629762" sldId="325"/>
        </pc:sldMkLst>
      </pc:sldChg>
      <pc:sldChg chg="delSp 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260139387" sldId="326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3979185808" sldId="327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15516918" sldId="328"/>
        </pc:sldMkLst>
      </pc:sldChg>
      <pc:sldChg chg="modSp add del mod">
        <pc:chgData name="Qu, Chengyi" userId="9f02c3db-5b00-4063-9ad4-7cdd84fdd2bb" providerId="ADAL" clId="{4F8D330E-9449-40B6-B919-B7628D282B1D}" dt="2024-03-19T01:50:20.953" v="66" actId="47"/>
        <pc:sldMkLst>
          <pc:docMk/>
          <pc:sldMk cId="1604804935" sldId="329"/>
        </pc:sldMkLst>
      </pc:sldChg>
      <pc:sldChg chg="modSp add del mod">
        <pc:chgData name="Qu, Chengyi" userId="9f02c3db-5b00-4063-9ad4-7cdd84fdd2bb" providerId="ADAL" clId="{4F8D330E-9449-40B6-B919-B7628D282B1D}" dt="2024-03-19T01:48:50.772" v="62" actId="47"/>
        <pc:sldMkLst>
          <pc:docMk/>
          <pc:sldMk cId="2927817868" sldId="330"/>
        </pc:sldMkLst>
      </pc:sldChg>
      <pc:sldChg chg="add del">
        <pc:chgData name="Qu, Chengyi" userId="9f02c3db-5b00-4063-9ad4-7cdd84fdd2bb" providerId="ADAL" clId="{4F8D330E-9449-40B6-B919-B7628D282B1D}" dt="2024-03-17T01:35:35.972" v="4" actId="47"/>
        <pc:sldMkLst>
          <pc:docMk/>
          <pc:sldMk cId="3191549446" sldId="891"/>
        </pc:sldMkLst>
      </pc:sldChg>
      <pc:sldChg chg="add del">
        <pc:chgData name="Qu, Chengyi" userId="9f02c3db-5b00-4063-9ad4-7cdd84fdd2bb" providerId="ADAL" clId="{4F8D330E-9449-40B6-B919-B7628D282B1D}" dt="2024-03-17T01:35:42.767" v="6" actId="47"/>
        <pc:sldMkLst>
          <pc:docMk/>
          <pc:sldMk cId="3706262246" sldId="900"/>
        </pc:sldMkLst>
      </pc:sldChg>
      <pc:sldChg chg="modSp add mod">
        <pc:chgData name="Qu, Chengyi" userId="9f02c3db-5b00-4063-9ad4-7cdd84fdd2bb" providerId="ADAL" clId="{4F8D330E-9449-40B6-B919-B7628D282B1D}" dt="2024-03-17T01:35:45.985" v="7" actId="207"/>
        <pc:sldMkLst>
          <pc:docMk/>
          <pc:sldMk cId="1578691000" sldId="901"/>
        </pc:sldMkLst>
      </pc:sldChg>
      <pc:sldChg chg="modSp add mod">
        <pc:chgData name="Qu, Chengyi" userId="9f02c3db-5b00-4063-9ad4-7cdd84fdd2bb" providerId="ADAL" clId="{4F8D330E-9449-40B6-B919-B7628D282B1D}" dt="2024-03-19T01:43:57.830" v="9" actId="207"/>
        <pc:sldMkLst>
          <pc:docMk/>
          <pc:sldMk cId="2371849521" sldId="902"/>
        </pc:sldMkLst>
      </pc:sldChg>
    </pc:docChg>
  </pc:docChgLst>
  <pc:docChgLst>
    <pc:chgData name="Qu, Chengyi" userId="9f02c3db-5b00-4063-9ad4-7cdd84fdd2bb" providerId="ADAL" clId="{71EBC684-37BE-40AE-943F-85B359DFBCAD}"/>
    <pc:docChg chg="undo custSel addSld delSld modSld sldOrd">
      <pc:chgData name="Qu, Chengyi" userId="9f02c3db-5b00-4063-9ad4-7cdd84fdd2bb" providerId="ADAL" clId="{71EBC684-37BE-40AE-943F-85B359DFBCAD}" dt="2024-01-09T16:40:24.173" v="390"/>
      <pc:docMkLst>
        <pc:docMk/>
      </pc:docMkLst>
      <pc:sldChg chg="modSp">
        <pc:chgData name="Qu, Chengyi" userId="9f02c3db-5b00-4063-9ad4-7cdd84fdd2bb" providerId="ADAL" clId="{71EBC684-37BE-40AE-943F-85B359DFBCAD}" dt="2024-01-09T16:03:38.752" v="43" actId="20577"/>
        <pc:sldMkLst>
          <pc:docMk/>
          <pc:sldMk cId="553553694" sldId="258"/>
        </pc:sldMkLst>
      </pc:sldChg>
      <pc:sldChg chg="modSp add del">
        <pc:chgData name="Qu, Chengyi" userId="9f02c3db-5b00-4063-9ad4-7cdd84fdd2bb" providerId="ADAL" clId="{71EBC684-37BE-40AE-943F-85B359DFBCAD}" dt="2024-01-09T16:33:06.416" v="367" actId="207"/>
        <pc:sldMkLst>
          <pc:docMk/>
          <pc:sldMk cId="0" sldId="261"/>
        </pc:sldMkLst>
      </pc:sldChg>
      <pc:sldChg chg="modSp add del">
        <pc:chgData name="Qu, Chengyi" userId="9f02c3db-5b00-4063-9ad4-7cdd84fdd2bb" providerId="ADAL" clId="{71EBC684-37BE-40AE-943F-85B359DFBCAD}" dt="2024-01-09T16:33:13.542" v="368" actId="207"/>
        <pc:sldMkLst>
          <pc:docMk/>
          <pc:sldMk cId="0" sldId="262"/>
        </pc:sldMkLst>
      </pc:sldChg>
      <pc:sldChg chg="modSp add del">
        <pc:chgData name="Qu, Chengyi" userId="9f02c3db-5b00-4063-9ad4-7cdd84fdd2bb" providerId="ADAL" clId="{71EBC684-37BE-40AE-943F-85B359DFBCAD}" dt="2024-01-09T16:33:21.854" v="369" actId="207"/>
        <pc:sldMkLst>
          <pc:docMk/>
          <pc:sldMk cId="0" sldId="263"/>
        </pc:sldMkLst>
      </pc:sldChg>
      <pc:sldChg chg="modSp add del">
        <pc:chgData name="Qu, Chengyi" userId="9f02c3db-5b00-4063-9ad4-7cdd84fdd2bb" providerId="ADAL" clId="{71EBC684-37BE-40AE-943F-85B359DFBCAD}" dt="2024-01-09T16:33:33.053" v="370" actId="207"/>
        <pc:sldMkLst>
          <pc:docMk/>
          <pc:sldMk cId="0" sldId="264"/>
        </pc:sldMkLst>
      </pc:sldChg>
      <pc:sldChg chg="modSp add del">
        <pc:chgData name="Qu, Chengyi" userId="9f02c3db-5b00-4063-9ad4-7cdd84fdd2bb" providerId="ADAL" clId="{71EBC684-37BE-40AE-943F-85B359DFBCAD}" dt="2024-01-09T16:33:57.054" v="371" actId="207"/>
        <pc:sldMkLst>
          <pc:docMk/>
          <pc:sldMk cId="0" sldId="265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283235496" sldId="27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76470243" sldId="27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85946305" sldId="27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834100436" sldId="273"/>
        </pc:sldMkLst>
      </pc:sldChg>
      <pc:sldChg chg="del">
        <pc:chgData name="Qu, Chengyi" userId="9f02c3db-5b00-4063-9ad4-7cdd84fdd2bb" providerId="ADAL" clId="{71EBC684-37BE-40AE-943F-85B359DFBCAD}" dt="2024-01-09T16:08:30.571" v="104" actId="2696"/>
        <pc:sldMkLst>
          <pc:docMk/>
          <pc:sldMk cId="1167962290" sldId="274"/>
        </pc:sldMkLst>
      </pc:sldChg>
      <pc:sldChg chg="del">
        <pc:chgData name="Qu, Chengyi" userId="9f02c3db-5b00-4063-9ad4-7cdd84fdd2bb" providerId="ADAL" clId="{71EBC684-37BE-40AE-943F-85B359DFBCAD}" dt="2024-01-09T16:08:30.494" v="90" actId="2696"/>
        <pc:sldMkLst>
          <pc:docMk/>
          <pc:sldMk cId="506940129" sldId="275"/>
        </pc:sldMkLst>
      </pc:sldChg>
      <pc:sldChg chg="modSp add del">
        <pc:chgData name="Qu, Chengyi" userId="9f02c3db-5b00-4063-9ad4-7cdd84fdd2bb" providerId="ADAL" clId="{71EBC684-37BE-40AE-943F-85B359DFBCAD}" dt="2024-01-09T16:12:26.136" v="116" actId="207"/>
        <pc:sldMkLst>
          <pc:docMk/>
          <pc:sldMk cId="2242056526" sldId="276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3925861337" sldId="28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86486448" sldId="28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836295078" sldId="282"/>
        </pc:sldMkLst>
      </pc:sldChg>
      <pc:sldChg chg="del">
        <pc:chgData name="Qu, Chengyi" userId="9f02c3db-5b00-4063-9ad4-7cdd84fdd2bb" providerId="ADAL" clId="{71EBC684-37BE-40AE-943F-85B359DFBCAD}" dt="2024-01-09T16:08:30.581" v="106" actId="2696"/>
        <pc:sldMkLst>
          <pc:docMk/>
          <pc:sldMk cId="2263096639" sldId="284"/>
        </pc:sldMkLst>
      </pc:sldChg>
      <pc:sldChg chg="del">
        <pc:chgData name="Qu, Chengyi" userId="9f02c3db-5b00-4063-9ad4-7cdd84fdd2bb" providerId="ADAL" clId="{71EBC684-37BE-40AE-943F-85B359DFBCAD}" dt="2024-01-09T16:08:30.607" v="110" actId="2696"/>
        <pc:sldMkLst>
          <pc:docMk/>
          <pc:sldMk cId="3164840039" sldId="290"/>
        </pc:sldMkLst>
      </pc:sldChg>
      <pc:sldChg chg="del">
        <pc:chgData name="Qu, Chengyi" userId="9f02c3db-5b00-4063-9ad4-7cdd84fdd2bb" providerId="ADAL" clId="{71EBC684-37BE-40AE-943F-85B359DFBCAD}" dt="2024-01-09T16:08:30.577" v="105" actId="2696"/>
        <pc:sldMkLst>
          <pc:docMk/>
          <pc:sldMk cId="828849643" sldId="2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015059804" sldId="335"/>
        </pc:sldMkLst>
      </pc:sldChg>
      <pc:sldChg chg="del">
        <pc:chgData name="Qu, Chengyi" userId="9f02c3db-5b00-4063-9ad4-7cdd84fdd2bb" providerId="ADAL" clId="{71EBC684-37BE-40AE-943F-85B359DFBCAD}" dt="2024-01-09T16:08:30.488" v="89" actId="2696"/>
        <pc:sldMkLst>
          <pc:docMk/>
          <pc:sldMk cId="3586452947" sldId="385"/>
        </pc:sldMkLst>
      </pc:sldChg>
      <pc:sldChg chg="del">
        <pc:chgData name="Qu, Chengyi" userId="9f02c3db-5b00-4063-9ad4-7cdd84fdd2bb" providerId="ADAL" clId="{71EBC684-37BE-40AE-943F-85B359DFBCAD}" dt="2024-01-09T16:08:30.557" v="101" actId="2696"/>
        <pc:sldMkLst>
          <pc:docMk/>
          <pc:sldMk cId="2297114513" sldId="386"/>
        </pc:sldMkLst>
      </pc:sldChg>
      <pc:sldChg chg="del">
        <pc:chgData name="Qu, Chengyi" userId="9f02c3db-5b00-4063-9ad4-7cdd84fdd2bb" providerId="ADAL" clId="{71EBC684-37BE-40AE-943F-85B359DFBCAD}" dt="2024-01-09T16:08:30.542" v="98" actId="2696"/>
        <pc:sldMkLst>
          <pc:docMk/>
          <pc:sldMk cId="57844262" sldId="38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242966397" sldId="390"/>
        </pc:sldMkLst>
      </pc:sldChg>
      <pc:sldChg chg="del">
        <pc:chgData name="Qu, Chengyi" userId="9f02c3db-5b00-4063-9ad4-7cdd84fdd2bb" providerId="ADAL" clId="{71EBC684-37BE-40AE-943F-85B359DFBCAD}" dt="2024-01-09T16:08:30.500" v="91" actId="2696"/>
        <pc:sldMkLst>
          <pc:docMk/>
          <pc:sldMk cId="313756204" sldId="3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19081198" sldId="446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626454371" sldId="504"/>
        </pc:sldMkLst>
      </pc:sldChg>
      <pc:sldChg chg="del">
        <pc:chgData name="Qu, Chengyi" userId="9f02c3db-5b00-4063-9ad4-7cdd84fdd2bb" providerId="ADAL" clId="{71EBC684-37BE-40AE-943F-85B359DFBCAD}" dt="2024-01-09T16:08:30.505" v="92" actId="2696"/>
        <pc:sldMkLst>
          <pc:docMk/>
          <pc:sldMk cId="2570994425" sldId="505"/>
        </pc:sldMkLst>
      </pc:sldChg>
      <pc:sldChg chg="del">
        <pc:chgData name="Qu, Chengyi" userId="9f02c3db-5b00-4063-9ad4-7cdd84fdd2bb" providerId="ADAL" clId="{71EBC684-37BE-40AE-943F-85B359DFBCAD}" dt="2024-01-09T16:08:30.510" v="93" actId="2696"/>
        <pc:sldMkLst>
          <pc:docMk/>
          <pc:sldMk cId="951130442" sldId="506"/>
        </pc:sldMkLst>
      </pc:sldChg>
      <pc:sldChg chg="del">
        <pc:chgData name="Qu, Chengyi" userId="9f02c3db-5b00-4063-9ad4-7cdd84fdd2bb" providerId="ADAL" clId="{71EBC684-37BE-40AE-943F-85B359DFBCAD}" dt="2024-01-09T16:08:30.567" v="103" actId="2696"/>
        <pc:sldMkLst>
          <pc:docMk/>
          <pc:sldMk cId="735510040" sldId="50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508545327" sldId="522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854743546" sldId="526"/>
        </pc:sldMkLst>
      </pc:sldChg>
      <pc:sldChg chg="add del">
        <pc:chgData name="Qu, Chengyi" userId="9f02c3db-5b00-4063-9ad4-7cdd84fdd2bb" providerId="ADAL" clId="{71EBC684-37BE-40AE-943F-85B359DFBCAD}" dt="2024-01-09T16:06:51.507" v="84"/>
        <pc:sldMkLst>
          <pc:docMk/>
          <pc:sldMk cId="4168855840" sldId="533"/>
        </pc:sldMkLst>
      </pc:sldChg>
      <pc:sldChg chg="addSp delSp modSp add">
        <pc:chgData name="Qu, Chengyi" userId="9f02c3db-5b00-4063-9ad4-7cdd84fdd2bb" providerId="ADAL" clId="{71EBC684-37BE-40AE-943F-85B359DFBCAD}" dt="2024-01-09T16:37:53.443" v="386" actId="1076"/>
        <pc:sldMkLst>
          <pc:docMk/>
          <pc:sldMk cId="1949189601" sldId="573"/>
        </pc:sldMkLst>
      </pc:sldChg>
      <pc:sldChg chg="del">
        <pc:chgData name="Qu, Chengyi" userId="9f02c3db-5b00-4063-9ad4-7cdd84fdd2bb" providerId="ADAL" clId="{71EBC684-37BE-40AE-943F-85B359DFBCAD}" dt="2024-01-09T16:08:30.522" v="95" actId="2696"/>
        <pc:sldMkLst>
          <pc:docMk/>
          <pc:sldMk cId="2316705036" sldId="603"/>
        </pc:sldMkLst>
      </pc:sldChg>
      <pc:sldChg chg="del">
        <pc:chgData name="Qu, Chengyi" userId="9f02c3db-5b00-4063-9ad4-7cdd84fdd2bb" providerId="ADAL" clId="{71EBC684-37BE-40AE-943F-85B359DFBCAD}" dt="2024-01-09T16:08:30.526" v="96" actId="2696"/>
        <pc:sldMkLst>
          <pc:docMk/>
          <pc:sldMk cId="2915450618" sldId="604"/>
        </pc:sldMkLst>
      </pc:sldChg>
      <pc:sldChg chg="del">
        <pc:chgData name="Qu, Chengyi" userId="9f02c3db-5b00-4063-9ad4-7cdd84fdd2bb" providerId="ADAL" clId="{71EBC684-37BE-40AE-943F-85B359DFBCAD}" dt="2024-01-09T16:08:30.551" v="99" actId="2696"/>
        <pc:sldMkLst>
          <pc:docMk/>
          <pc:sldMk cId="562797420" sldId="608"/>
        </pc:sldMkLst>
      </pc:sldChg>
      <pc:sldChg chg="del">
        <pc:chgData name="Qu, Chengyi" userId="9f02c3db-5b00-4063-9ad4-7cdd84fdd2bb" providerId="ADAL" clId="{71EBC684-37BE-40AE-943F-85B359DFBCAD}" dt="2024-01-09T16:08:30.517" v="94" actId="2696"/>
        <pc:sldMkLst>
          <pc:docMk/>
          <pc:sldMk cId="3938647246" sldId="867"/>
        </pc:sldMkLst>
      </pc:sldChg>
      <pc:sldChg chg="del">
        <pc:chgData name="Qu, Chengyi" userId="9f02c3db-5b00-4063-9ad4-7cdd84fdd2bb" providerId="ADAL" clId="{71EBC684-37BE-40AE-943F-85B359DFBCAD}" dt="2024-01-09T16:08:30.482" v="88" actId="2696"/>
        <pc:sldMkLst>
          <pc:docMk/>
          <pc:sldMk cId="1165219369" sldId="919"/>
        </pc:sldMkLst>
      </pc:sldChg>
      <pc:sldChg chg="addSp delSp modSp">
        <pc:chgData name="Qu, Chengyi" userId="9f02c3db-5b00-4063-9ad4-7cdd84fdd2bb" providerId="ADAL" clId="{71EBC684-37BE-40AE-943F-85B359DFBCAD}" dt="2024-01-09T16:04:58.638" v="77" actId="2057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71EBC684-37BE-40AE-943F-85B359DFBCAD}" dt="2024-01-09T16:08:30.535" v="97" actId="2696"/>
        <pc:sldMkLst>
          <pc:docMk/>
          <pc:sldMk cId="3956557252" sldId="965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628008649" sldId="971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445340925" sldId="972"/>
        </pc:sldMkLst>
      </pc:sldChg>
      <pc:sldChg chg="del">
        <pc:chgData name="Qu, Chengyi" userId="9f02c3db-5b00-4063-9ad4-7cdd84fdd2bb" providerId="ADAL" clId="{71EBC684-37BE-40AE-943F-85B359DFBCAD}" dt="2024-01-09T16:08:30.473" v="87" actId="2696"/>
        <pc:sldMkLst>
          <pc:docMk/>
          <pc:sldMk cId="56815972" sldId="1257"/>
        </pc:sldMkLst>
      </pc:sldChg>
      <pc:sldChg chg="del">
        <pc:chgData name="Qu, Chengyi" userId="9f02c3db-5b00-4063-9ad4-7cdd84fdd2bb" providerId="ADAL" clId="{71EBC684-37BE-40AE-943F-85B359DFBCAD}" dt="2024-01-09T16:08:30.561" v="102" actId="2696"/>
        <pc:sldMkLst>
          <pc:docMk/>
          <pc:sldMk cId="2835061460" sldId="1258"/>
        </pc:sldMkLst>
      </pc:sldChg>
      <pc:sldChg chg="del">
        <pc:chgData name="Qu, Chengyi" userId="9f02c3db-5b00-4063-9ad4-7cdd84fdd2bb" providerId="ADAL" clId="{71EBC684-37BE-40AE-943F-85B359DFBCAD}" dt="2024-01-09T16:08:30.603" v="109" actId="2696"/>
        <pc:sldMkLst>
          <pc:docMk/>
          <pc:sldMk cId="1307588251" sldId="1259"/>
        </pc:sldMkLst>
      </pc:sldChg>
      <pc:sldChg chg="del">
        <pc:chgData name="Qu, Chengyi" userId="9f02c3db-5b00-4063-9ad4-7cdd84fdd2bb" providerId="ADAL" clId="{71EBC684-37BE-40AE-943F-85B359DFBCAD}" dt="2024-01-09T16:08:30.594" v="107" actId="2696"/>
        <pc:sldMkLst>
          <pc:docMk/>
          <pc:sldMk cId="1694100107" sldId="1260"/>
        </pc:sldMkLst>
      </pc:sldChg>
      <pc:sldChg chg="modSp add">
        <pc:chgData name="Qu, Chengyi" userId="9f02c3db-5b00-4063-9ad4-7cdd84fdd2bb" providerId="ADAL" clId="{71EBC684-37BE-40AE-943F-85B359DFBCAD}" dt="2024-01-09T16:05:16.829" v="79" actId="207"/>
        <pc:sldMkLst>
          <pc:docMk/>
          <pc:sldMk cId="1883330637" sldId="1261"/>
        </pc:sldMkLst>
      </pc:sldChg>
      <pc:sldChg chg="add del">
        <pc:chgData name="Qu, Chengyi" userId="9f02c3db-5b00-4063-9ad4-7cdd84fdd2bb" providerId="ADAL" clId="{71EBC684-37BE-40AE-943F-85B359DFBCAD}" dt="2024-01-09T16:06:51.178" v="83"/>
        <pc:sldMkLst>
          <pc:docMk/>
          <pc:sldMk cId="764943190" sldId="1262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2506038731" sldId="126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612722790" sldId="1263"/>
        </pc:sldMkLst>
      </pc:sldChg>
      <pc:sldChg chg="modSp add">
        <pc:chgData name="Qu, Chengyi" userId="9f02c3db-5b00-4063-9ad4-7cdd84fdd2bb" providerId="ADAL" clId="{71EBC684-37BE-40AE-943F-85B359DFBCAD}" dt="2024-01-09T16:25:59.529" v="362" actId="20577"/>
        <pc:sldMkLst>
          <pc:docMk/>
          <pc:sldMk cId="84850273" sldId="1264"/>
        </pc:sldMkLst>
      </pc:sldChg>
      <pc:sldChg chg="modSp add del">
        <pc:chgData name="Qu, Chengyi" userId="9f02c3db-5b00-4063-9ad4-7cdd84fdd2bb" providerId="ADAL" clId="{71EBC684-37BE-40AE-943F-85B359DFBCAD}" dt="2024-01-09T16:37:16.482" v="376" actId="2696"/>
        <pc:sldMkLst>
          <pc:docMk/>
          <pc:sldMk cId="3507344199" sldId="1265"/>
        </pc:sldMkLst>
      </pc:sldChg>
      <pc:sldChg chg="modSp add del">
        <pc:chgData name="Qu, Chengyi" userId="9f02c3db-5b00-4063-9ad4-7cdd84fdd2bb" providerId="ADAL" clId="{71EBC684-37BE-40AE-943F-85B359DFBCAD}" dt="2024-01-09T16:38:21.366" v="389" actId="20577"/>
        <pc:sldMkLst>
          <pc:docMk/>
          <pc:sldMk cId="1835531626" sldId="1266"/>
        </pc:sldMkLst>
      </pc:sldChg>
      <pc:sldMasterChg chg="delSldLayout">
        <pc:chgData name="Qu, Chengyi" userId="9f02c3db-5b00-4063-9ad4-7cdd84fdd2bb" providerId="ADAL" clId="{71EBC684-37BE-40AE-943F-85B359DFBCAD}" dt="2024-01-09T16:08:30.595" v="108" actId="2696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71EBC684-37BE-40AE-943F-85B359DFBCAD}" dt="2024-01-09T16:08:30.553" v="100" actId="2696"/>
          <pc:sldLayoutMkLst>
            <pc:docMk/>
            <pc:sldMasterMk cId="481874104" sldId="2147483667"/>
            <pc:sldLayoutMk cId="1386336603" sldId="2147483679"/>
          </pc:sldLayoutMkLst>
        </pc:sldLayoutChg>
        <pc:sldLayoutChg chg="del">
          <pc:chgData name="Qu, Chengyi" userId="9f02c3db-5b00-4063-9ad4-7cdd84fdd2bb" providerId="ADAL" clId="{71EBC684-37BE-40AE-943F-85B359DFBCAD}" dt="2024-01-09T16:08:30.595" v="108" actId="2696"/>
          <pc:sldLayoutMkLst>
            <pc:docMk/>
            <pc:sldMasterMk cId="481874104" sldId="2147483667"/>
            <pc:sldLayoutMk cId="1457830139" sldId="2147483680"/>
          </pc:sldLayoutMkLst>
        </pc:sldLayoutChg>
      </pc:sldMasterChg>
    </pc:docChg>
  </pc:docChgLst>
  <pc:docChgLst>
    <pc:chgData name="Qu, Chengyi" userId="9f02c3db-5b00-4063-9ad4-7cdd84fdd2bb" providerId="ADAL" clId="{1F24A312-CE90-46DA-8B2A-8596C84ACAA4}"/>
    <pc:docChg chg="undo custSel addSld delSld modSld sldOrd">
      <pc:chgData name="Qu, Chengyi" userId="9f02c3db-5b00-4063-9ad4-7cdd84fdd2bb" providerId="ADAL" clId="{1F24A312-CE90-46DA-8B2A-8596C84ACAA4}" dt="2024-01-28T20:05:13.466" v="368" actId="20577"/>
      <pc:docMkLst>
        <pc:docMk/>
      </pc:docMkLst>
      <pc:sldChg chg="modSp add mod">
        <pc:chgData name="Qu, Chengyi" userId="9f02c3db-5b00-4063-9ad4-7cdd84fdd2bb" providerId="ADAL" clId="{1F24A312-CE90-46DA-8B2A-8596C84ACAA4}" dt="2024-01-28T20:05:13.466" v="368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90146364" sldId="25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4236835058" sldId="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2866180" sldId="267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180261676" sldId="268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4285260508" sldId="272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026168530" sldId="274"/>
        </pc:sldMkLst>
      </pc:sldChg>
      <pc:sldChg chg="add modNotesTx">
        <pc:chgData name="Qu, Chengyi" userId="9f02c3db-5b00-4063-9ad4-7cdd84fdd2bb" providerId="ADAL" clId="{1F24A312-CE90-46DA-8B2A-8596C84ACAA4}" dt="2024-01-28T01:38:20.927" v="6"/>
        <pc:sldMkLst>
          <pc:docMk/>
          <pc:sldMk cId="1305972062" sldId="275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2242056526" sldId="276"/>
        </pc:sldMkLst>
      </pc:sldChg>
      <pc:sldChg chg="modSp add mod">
        <pc:chgData name="Qu, Chengyi" userId="9f02c3db-5b00-4063-9ad4-7cdd84fdd2bb" providerId="ADAL" clId="{1F24A312-CE90-46DA-8B2A-8596C84ACAA4}" dt="2024-01-28T01:39:04.731" v="8" actId="14100"/>
        <pc:sldMkLst>
          <pc:docMk/>
          <pc:sldMk cId="1552594960" sldId="279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989998856" sldId="280"/>
        </pc:sldMkLst>
      </pc:sldChg>
      <pc:sldChg chg="addSp modSp add mod">
        <pc:chgData name="Qu, Chengyi" userId="9f02c3db-5b00-4063-9ad4-7cdd84fdd2bb" providerId="ADAL" clId="{1F24A312-CE90-46DA-8B2A-8596C84ACAA4}" dt="2024-01-28T01:48:33.608" v="26" actId="1076"/>
        <pc:sldMkLst>
          <pc:docMk/>
          <pc:sldMk cId="2246992091" sldId="281"/>
        </pc:sldMkLst>
      </pc:sldChg>
      <pc:sldChg chg="add del modNotes">
        <pc:chgData name="Qu, Chengyi" userId="9f02c3db-5b00-4063-9ad4-7cdd84fdd2bb" providerId="ADAL" clId="{1F24A312-CE90-46DA-8B2A-8596C84ACAA4}" dt="2024-01-28T03:32:53.811" v="315" actId="47"/>
        <pc:sldMkLst>
          <pc:docMk/>
          <pc:sldMk cId="1276839199" sldId="287"/>
        </pc:sldMkLst>
      </pc:sldChg>
      <pc:sldChg chg="add">
        <pc:chgData name="Qu, Chengyi" userId="9f02c3db-5b00-4063-9ad4-7cdd84fdd2bb" providerId="ADAL" clId="{1F24A312-CE90-46DA-8B2A-8596C84ACAA4}" dt="2024-01-28T03:17:44.957" v="290"/>
        <pc:sldMkLst>
          <pc:docMk/>
          <pc:sldMk cId="1350622502" sldId="30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96353953" sldId="303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3426596" sldId="304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2387288212" sldId="305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3887296429" sldId="306"/>
        </pc:sldMkLst>
      </pc:sldChg>
      <pc:sldChg chg="modSp add mod">
        <pc:chgData name="Qu, Chengyi" userId="9f02c3db-5b00-4063-9ad4-7cdd84fdd2bb" providerId="ADAL" clId="{1F24A312-CE90-46DA-8B2A-8596C84ACAA4}" dt="2024-01-28T03:36:39.075" v="327" actId="27636"/>
        <pc:sldMkLst>
          <pc:docMk/>
          <pc:sldMk cId="4081942817" sldId="309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81497876" sldId="965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1391119021" sldId="966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438849163" sldId="967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3951012725" sldId="968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233124414" sldId="1007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45911935" sldId="1083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147584997" sldId="1084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80331947" sldId="1085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96498074" sldId="1086"/>
        </pc:sldMkLst>
      </pc:sldChg>
      <pc:sldChg chg="modSp add mod">
        <pc:chgData name="Qu, Chengyi" userId="9f02c3db-5b00-4063-9ad4-7cdd84fdd2bb" providerId="ADAL" clId="{1F24A312-CE90-46DA-8B2A-8596C84ACAA4}" dt="2024-01-27T02:56:02.847" v="2" actId="207"/>
        <pc:sldMkLst>
          <pc:docMk/>
          <pc:sldMk cId="94232623" sldId="1257"/>
        </pc:sldMkLst>
      </pc:sldChg>
      <pc:sldChg chg="modSp add mod">
        <pc:chgData name="Qu, Chengyi" userId="9f02c3db-5b00-4063-9ad4-7cdd84fdd2bb" providerId="ADAL" clId="{1F24A312-CE90-46DA-8B2A-8596C84ACAA4}" dt="2024-01-28T02:52:48.210" v="258" actId="2710"/>
        <pc:sldMkLst>
          <pc:docMk/>
          <pc:sldMk cId="2434809446" sldId="1258"/>
        </pc:sldMkLst>
      </pc:sldChg>
      <pc:sldChg chg="modSp add mod">
        <pc:chgData name="Qu, Chengyi" userId="9f02c3db-5b00-4063-9ad4-7cdd84fdd2bb" providerId="ADAL" clId="{1F24A312-CE90-46DA-8B2A-8596C84ACAA4}" dt="2024-01-28T02:53:05.701" v="260" actId="207"/>
        <pc:sldMkLst>
          <pc:docMk/>
          <pc:sldMk cId="2914323500" sldId="1259"/>
        </pc:sldMkLst>
      </pc:sldChg>
      <pc:sldChg chg="modSp add mod">
        <pc:chgData name="Qu, Chengyi" userId="9f02c3db-5b00-4063-9ad4-7cdd84fdd2bb" providerId="ADAL" clId="{1F24A312-CE90-46DA-8B2A-8596C84ACAA4}" dt="2024-01-28T02:53:44.994" v="264" actId="207"/>
        <pc:sldMkLst>
          <pc:docMk/>
          <pc:sldMk cId="1876543634" sldId="1260"/>
        </pc:sldMkLst>
      </pc:sldChg>
      <pc:sldChg chg="modSp add mod">
        <pc:chgData name="Qu, Chengyi" userId="9f02c3db-5b00-4063-9ad4-7cdd84fdd2bb" providerId="ADAL" clId="{1F24A312-CE90-46DA-8B2A-8596C84ACAA4}" dt="2024-01-28T03:32:49.253" v="314" actId="207"/>
        <pc:sldMkLst>
          <pc:docMk/>
          <pc:sldMk cId="2325914770" sldId="1261"/>
        </pc:sldMkLst>
      </pc:sldChg>
      <pc:sldChg chg="modSp add mod">
        <pc:chgData name="Qu, Chengyi" userId="9f02c3db-5b00-4063-9ad4-7cdd84fdd2bb" providerId="ADAL" clId="{1F24A312-CE90-46DA-8B2A-8596C84ACAA4}" dt="2024-01-28T03:15:48.889" v="268" actId="113"/>
        <pc:sldMkLst>
          <pc:docMk/>
          <pc:sldMk cId="2651535271" sldId="1262"/>
        </pc:sldMkLst>
      </pc:sldChg>
      <pc:sldChg chg="modSp new mod">
        <pc:chgData name="Qu, Chengyi" userId="9f02c3db-5b00-4063-9ad4-7cdd84fdd2bb" providerId="ADAL" clId="{1F24A312-CE90-46DA-8B2A-8596C84ACAA4}" dt="2024-01-28T03:17:18.461" v="289" actId="20577"/>
        <pc:sldMkLst>
          <pc:docMk/>
          <pc:sldMk cId="3767743320" sldId="1263"/>
        </pc:sldMkLst>
      </pc:sldChg>
      <pc:sldChg chg="modSp new mod ord">
        <pc:chgData name="Qu, Chengyi" userId="9f02c3db-5b00-4063-9ad4-7cdd84fdd2bb" providerId="ADAL" clId="{1F24A312-CE90-46DA-8B2A-8596C84ACAA4}" dt="2024-01-28T03:37:09.258" v="339" actId="20577"/>
        <pc:sldMkLst>
          <pc:docMk/>
          <pc:sldMk cId="327016494" sldId="1264"/>
        </pc:sldMkLst>
      </pc:sldChg>
      <pc:sldChg chg="modSp add mod">
        <pc:chgData name="Qu, Chengyi" userId="9f02c3db-5b00-4063-9ad4-7cdd84fdd2bb" providerId="ADAL" clId="{1F24A312-CE90-46DA-8B2A-8596C84ACAA4}" dt="2024-01-28T03:33:14.604" v="317" actId="207"/>
        <pc:sldMkLst>
          <pc:docMk/>
          <pc:sldMk cId="3507344199" sldId="1265"/>
        </pc:sldMkLst>
      </pc:sldChg>
      <pc:sldChg chg="modSp add mod">
        <pc:chgData name="Qu, Chengyi" userId="9f02c3db-5b00-4063-9ad4-7cdd84fdd2bb" providerId="ADAL" clId="{1F24A312-CE90-46DA-8B2A-8596C84ACAA4}" dt="2024-01-28T03:33:05.562" v="316" actId="20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93842598" sldId="1267"/>
        </pc:sldMkLst>
      </pc:sldChg>
      <pc:sldChg chg="addSp delSp modSp new mod">
        <pc:chgData name="Qu, Chengyi" userId="9f02c3db-5b00-4063-9ad4-7cdd84fdd2bb" providerId="ADAL" clId="{1F24A312-CE90-46DA-8B2A-8596C84ACAA4}" dt="2024-01-28T03:34:03.662" v="325" actId="1076"/>
        <pc:sldMkLst>
          <pc:docMk/>
          <pc:sldMk cId="2897299916" sldId="1267"/>
        </pc:sldMkLst>
      </pc:sldChg>
      <pc:sldChg chg="addSp delSp modSp add mod">
        <pc:chgData name="Qu, Chengyi" userId="9f02c3db-5b00-4063-9ad4-7cdd84fdd2bb" providerId="ADAL" clId="{1F24A312-CE90-46DA-8B2A-8596C84ACAA4}" dt="2024-01-28T03:42:09.247" v="354" actId="2057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532468293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912014593" sldId="126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45425597" sldId="1270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358948776" sldId="1271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825207080" sldId="127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50225687" sldId="1273"/>
        </pc:sldMkLst>
      </pc:sldChg>
      <pc:sldMasterChg chg="delSldLayout">
        <pc:chgData name="Qu, Chengyi" userId="9f02c3db-5b00-4063-9ad4-7cdd84fdd2bb" providerId="ADAL" clId="{1F24A312-CE90-46DA-8B2A-8596C84ACAA4}" dt="2024-01-27T02:55:56.805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1F24A312-CE90-46DA-8B2A-8596C84ACAA4}" dt="2024-01-27T02:55:56.805" v="0" actId="47"/>
          <pc:sldLayoutMkLst>
            <pc:docMk/>
            <pc:sldMasterMk cId="2807116942" sldId="2147483648"/>
            <pc:sldLayoutMk cId="1509607055" sldId="2147483681"/>
          </pc:sldLayoutMkLst>
        </pc:sldLayoutChg>
      </pc:sldMasterChg>
    </pc:docChg>
  </pc:docChgLst>
  <pc:docChgLst>
    <pc:chgData name="Qu, Chengyi" userId="9f02c3db-5b00-4063-9ad4-7cdd84fdd2bb" providerId="ADAL" clId="{B8A68927-8F0D-4FCF-A9AA-7717E2476521}"/>
    <pc:docChg chg="undo custSel addSld delSld modSld sldOrd delMainMaster">
      <pc:chgData name="Qu, Chengyi" userId="9f02c3db-5b00-4063-9ad4-7cdd84fdd2bb" providerId="ADAL" clId="{B8A68927-8F0D-4FCF-A9AA-7717E2476521}" dt="2024-02-04T20:38:08.641" v="14" actId="20577"/>
      <pc:docMkLst>
        <pc:docMk/>
      </pc:docMkLst>
      <pc:sldChg chg="modSp mod ord">
        <pc:chgData name="Qu, Chengyi" userId="9f02c3db-5b00-4063-9ad4-7cdd84fdd2bb" providerId="ADAL" clId="{B8A68927-8F0D-4FCF-A9AA-7717E2476521}" dt="2024-02-04T20:11:03.283" v="6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350622502" sldId="30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081942817" sldId="30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6121674" sldId="31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97340874" sldId="31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891869304" sldId="31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140572250" sldId="31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771919027" sldId="31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610447627" sldId="31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554699303" sldId="31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1292706" sldId="31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160575002" sldId="32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042401734" sldId="32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9790647" sldId="32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123380444" sldId="324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014335648" sldId="32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332023612" sldId="32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737461284" sldId="36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347205576" sldId="36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09228740" sldId="36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217450473" sldId="36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78958858" sldId="371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316534037" sldId="37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1419336903" sldId="38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370047568" sldId="38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055057035" sldId="38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640340070" sldId="38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993049085" sldId="386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540118003" sldId="38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94238332" sldId="388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885871552" sldId="389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846400946" sldId="390"/>
        </pc:sldMkLst>
      </pc:sldChg>
      <pc:sldChg chg="add del modNotesTx">
        <pc:chgData name="Qu, Chengyi" userId="9f02c3db-5b00-4063-9ad4-7cdd84fdd2bb" providerId="ADAL" clId="{B8A68927-8F0D-4FCF-A9AA-7717E2476521}" dt="2024-02-04T20:38:08.641" v="14" actId="20577"/>
        <pc:sldMkLst>
          <pc:docMk/>
          <pc:sldMk cId="2515851175" sldId="391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746736" sldId="39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84566003" sldId="39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671043101" sldId="394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4219989565" sldId="39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44718961" sldId="700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2651535271" sldId="1262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3767743320" sldId="126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27016494" sldId="1264"/>
        </pc:sldMkLst>
      </pc:sldChg>
      <pc:sldChg chg="modSp mod">
        <pc:chgData name="Qu, Chengyi" userId="9f02c3db-5b00-4063-9ad4-7cdd84fdd2bb" providerId="ADAL" clId="{B8A68927-8F0D-4FCF-A9AA-7717E2476521}" dt="2024-02-04T20:10:43.130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97299916" sldId="126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288592048" sldId="126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43450976" sldId="127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566162244" sldId="127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605728639" sldId="127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2807116942" sldId="2147483648"/>
            <pc:sldLayoutMk cId="3178452526" sldId="2147483681"/>
          </pc:sldLayoutMkLst>
        </pc:sldLayoutChg>
      </pc:sldMasterChg>
      <pc:sldMasterChg chg="del 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3786389625" sldId="2147483683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259363603" sldId="214748368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471717181" sldId="2147483685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586057541" sldId="2147483686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46278388" sldId="2147483687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41270850" sldId="2147483688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73289796" sldId="2147483689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323698036" sldId="2147483690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475924351" sldId="2147483691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967705870" sldId="2147483692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89082028" sldId="2147483693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148730976" sldId="214748369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908134823" sldId="2147483695"/>
          </pc:sldLayoutMkLst>
        </pc:sldLayoutChg>
      </pc:sldMasterChg>
    </pc:docChg>
  </pc:docChgLst>
  <pc:docChgLst>
    <pc:chgData name="Qu, Chengyi" userId="9f02c3db-5b00-4063-9ad4-7cdd84fdd2bb" providerId="ADAL" clId="{A560A83B-B716-47FE-B9F6-0C2976A5826E}"/>
    <pc:docChg chg="undo custSel addSld delSld modSld delMainMaster">
      <pc:chgData name="Qu, Chengyi" userId="9f02c3db-5b00-4063-9ad4-7cdd84fdd2bb" providerId="ADAL" clId="{A560A83B-B716-47FE-B9F6-0C2976A5826E}" dt="2024-02-13T21:59:31.444" v="213" actId="207"/>
      <pc:docMkLst>
        <pc:docMk/>
      </pc:docMkLst>
      <pc:sldChg chg="add del">
        <pc:chgData name="Qu, Chengyi" userId="9f02c3db-5b00-4063-9ad4-7cdd84fdd2bb" providerId="ADAL" clId="{A560A83B-B716-47FE-B9F6-0C2976A5826E}" dt="2024-02-13T21:59:16.874" v="212"/>
        <pc:sldMkLst>
          <pc:docMk/>
          <pc:sldMk cId="0" sldId="256"/>
        </pc:sldMkLst>
      </pc:sldChg>
      <pc:sldChg chg="modSp mod">
        <pc:chgData name="Qu, Chengyi" userId="9f02c3db-5b00-4063-9ad4-7cdd84fdd2bb" providerId="ADAL" clId="{A560A83B-B716-47FE-B9F6-0C2976A5826E}" dt="2024-02-13T20:02:11.587" v="52" actId="20577"/>
        <pc:sldMkLst>
          <pc:docMk/>
          <pc:sldMk cId="553553694" sldId="258"/>
        </pc:sldMkLst>
      </pc:sldChg>
      <pc:sldChg chg="addSp delSp modSp add del mod">
        <pc:chgData name="Qu, Chengyi" userId="9f02c3db-5b00-4063-9ad4-7cdd84fdd2bb" providerId="ADAL" clId="{A560A83B-B716-47FE-B9F6-0C2976A5826E}" dt="2024-02-13T21:48:38.350" v="124" actId="47"/>
        <pc:sldMkLst>
          <pc:docMk/>
          <pc:sldMk cId="2669928344" sldId="259"/>
        </pc:sldMkLst>
      </pc:sldChg>
      <pc:sldChg chg="addSp delSp modSp add mod modNotes">
        <pc:chgData name="Qu, Chengyi" userId="9f02c3db-5b00-4063-9ad4-7cdd84fdd2bb" providerId="ADAL" clId="{A560A83B-B716-47FE-B9F6-0C2976A5826E}" dt="2024-02-13T21:49:11.785" v="133" actId="1076"/>
        <pc:sldMkLst>
          <pc:docMk/>
          <pc:sldMk cId="1941321543" sldId="260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2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3"/>
        </pc:sldMkLst>
      </pc:sldChg>
      <pc:sldChg chg="add del">
        <pc:chgData name="Qu, Chengyi" userId="9f02c3db-5b00-4063-9ad4-7cdd84fdd2bb" providerId="ADAL" clId="{A560A83B-B716-47FE-B9F6-0C2976A5826E}" dt="2024-02-13T20:03:07.226" v="67" actId="47"/>
        <pc:sldMkLst>
          <pc:docMk/>
          <pc:sldMk cId="4211329205" sldId="269"/>
        </pc:sldMkLst>
      </pc:sldChg>
      <pc:sldChg chg="modSp add mod">
        <pc:chgData name="Qu, Chengyi" userId="9f02c3db-5b00-4063-9ad4-7cdd84fdd2bb" providerId="ADAL" clId="{A560A83B-B716-47FE-B9F6-0C2976A5826E}" dt="2024-02-13T21:51:03.124" v="179" actId="20577"/>
        <pc:sldMkLst>
          <pc:docMk/>
          <pc:sldMk cId="1111655096" sldId="271"/>
        </pc:sldMkLst>
      </pc:sldChg>
      <pc:sldChg chg="modSp add del mod">
        <pc:chgData name="Qu, Chengyi" userId="9f02c3db-5b00-4063-9ad4-7cdd84fdd2bb" providerId="ADAL" clId="{A560A83B-B716-47FE-B9F6-0C2976A5826E}" dt="2024-02-13T21:51:28.838" v="208" actId="20577"/>
        <pc:sldMkLst>
          <pc:docMk/>
          <pc:sldMk cId="0" sldId="272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929726551" sldId="376"/>
        </pc:sldMkLst>
      </pc:sldChg>
      <pc:sldChg chg="modSp add del mod">
        <pc:chgData name="Qu, Chengyi" userId="9f02c3db-5b00-4063-9ad4-7cdd84fdd2bb" providerId="ADAL" clId="{A560A83B-B716-47FE-B9F6-0C2976A5826E}" dt="2024-02-13T20:03:32.607" v="75"/>
        <pc:sldMkLst>
          <pc:docMk/>
          <pc:sldMk cId="874442202" sldId="378"/>
        </pc:sldMkLst>
      </pc:sldChg>
      <pc:sldChg chg="modSp add del">
        <pc:chgData name="Qu, Chengyi" userId="9f02c3db-5b00-4063-9ad4-7cdd84fdd2bb" providerId="ADAL" clId="{A560A83B-B716-47FE-B9F6-0C2976A5826E}" dt="2024-02-13T20:03:32.607" v="75"/>
        <pc:sldMkLst>
          <pc:docMk/>
          <pc:sldMk cId="401799665" sldId="385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259734074" sldId="409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3096335365" sldId="411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874146617" sldId="413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3447973014" sldId="415"/>
        </pc:sldMkLst>
      </pc:sldChg>
      <pc:sldChg chg="modSp mod">
        <pc:chgData name="Qu, Chengyi" userId="9f02c3db-5b00-4063-9ad4-7cdd84fdd2bb" providerId="ADAL" clId="{A560A83B-B716-47FE-B9F6-0C2976A5826E}" dt="2024-02-13T21:08:55.126" v="79"/>
        <pc:sldMkLst>
          <pc:docMk/>
          <pc:sldMk cId="680690281" sldId="420"/>
        </pc:sldMkLst>
      </pc:sldChg>
      <pc:sldChg chg="modSp mod">
        <pc:chgData name="Qu, Chengyi" userId="9f02c3db-5b00-4063-9ad4-7cdd84fdd2bb" providerId="ADAL" clId="{A560A83B-B716-47FE-B9F6-0C2976A5826E}" dt="2024-02-13T21:08:58.104" v="81"/>
        <pc:sldMkLst>
          <pc:docMk/>
          <pc:sldMk cId="2559417828" sldId="421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3816176851" sldId="433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364292571" sldId="434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2735504479" sldId="435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250773627" sldId="436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763282045" sldId="4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27004406" sldId="63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27658120" sldId="63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072688855" sldId="63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581542834" sldId="63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4244613" sldId="6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0886114" sldId="63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039379895" sldId="63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90666" sldId="64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2767098" sldId="64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210879731" sldId="64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403893922" sldId="64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668754033" sldId="64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881150535" sldId="64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56788748" sldId="67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96406873" sldId="67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154517867" sldId="67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3933496" sldId="67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15274724" sldId="67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868271" sldId="67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6342220" sldId="67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89473169" sldId="67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60384563" sldId="68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17826034" sldId="68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87987344" sldId="68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53424196" sldId="68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52457748" sldId="68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08412039" sldId="68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83357540" sldId="68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311487720" sldId="68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98789726" sldId="68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77063748" sldId="68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89709339" sldId="69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87589" sldId="69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4046807" sldId="695"/>
        </pc:sldMkLst>
      </pc:sldChg>
      <pc:sldChg chg="addSp modSp new mod">
        <pc:chgData name="Qu, Chengyi" userId="9f02c3db-5b00-4063-9ad4-7cdd84fdd2bb" providerId="ADAL" clId="{A560A83B-B716-47FE-B9F6-0C2976A5826E}" dt="2024-02-13T20:03:03.158" v="66" actId="14100"/>
        <pc:sldMkLst>
          <pc:docMk/>
          <pc:sldMk cId="2120514358" sldId="1257"/>
        </pc:sldMkLst>
      </pc:sldChg>
      <pc:sldChg chg="modSp add mod">
        <pc:chgData name="Qu, Chengyi" userId="9f02c3db-5b00-4063-9ad4-7cdd84fdd2bb" providerId="ADAL" clId="{A560A83B-B716-47FE-B9F6-0C2976A5826E}" dt="2024-02-13T20:03:22.023" v="71" actId="207"/>
        <pc:sldMkLst>
          <pc:docMk/>
          <pc:sldMk cId="919834031" sldId="1258"/>
        </pc:sldMkLst>
      </pc:sldChg>
      <pc:sldChg chg="addSp delSp modSp new mod">
        <pc:chgData name="Qu, Chengyi" userId="9f02c3db-5b00-4063-9ad4-7cdd84fdd2bb" providerId="ADAL" clId="{A560A83B-B716-47FE-B9F6-0C2976A5826E}" dt="2024-02-13T21:48:56.305" v="128" actId="207"/>
        <pc:sldMkLst>
          <pc:docMk/>
          <pc:sldMk cId="2632825530" sldId="1259"/>
        </pc:sldMkLst>
      </pc:sldChg>
      <pc:sldChg chg="modSp add mod">
        <pc:chgData name="Qu, Chengyi" userId="9f02c3db-5b00-4063-9ad4-7cdd84fdd2bb" providerId="ADAL" clId="{A560A83B-B716-47FE-B9F6-0C2976A5826E}" dt="2024-02-13T21:59:31.444" v="213" actId="207"/>
        <pc:sldMkLst>
          <pc:docMk/>
          <pc:sldMk cId="3745870871" sldId="126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209912214" sldId="1266"/>
        </pc:sldMkLst>
      </pc:sldChg>
      <pc:sldMasterChg chg="delSldLayout">
        <pc:chgData name="Qu, Chengyi" userId="9f02c3db-5b00-4063-9ad4-7cdd84fdd2bb" providerId="ADAL" clId="{A560A83B-B716-47FE-B9F6-0C2976A5826E}" dt="2024-02-13T21:48:38.350" v="124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A560A83B-B716-47FE-B9F6-0C2976A5826E}" dt="2024-02-13T21:48:38.350" v="124" actId="47"/>
          <pc:sldLayoutMkLst>
            <pc:docMk/>
            <pc:sldMasterMk cId="816407230" sldId="2147483667"/>
            <pc:sldLayoutMk cId="744208517" sldId="2147483679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1:54.618" v="0" actId="47"/>
        <pc:sldMasterMkLst>
          <pc:docMk/>
          <pc:sldMasterMk cId="1475865050" sldId="2147483667"/>
        </pc:sldMasterMkLst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444572401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940105053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45337493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854693899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30994955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91632936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613750241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00235999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9564113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01862995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346948971" sldId="214748367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1329931" sldId="214748367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793314298" sldId="2147483680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3:07.226" v="67" actId="47"/>
        <pc:sldMasterMkLst>
          <pc:docMk/>
          <pc:sldMasterMk cId="1567201961" sldId="2147483667"/>
        </pc:sldMasterMkLst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673062084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38622289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34647150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21656378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146002619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4140492032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40570319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89667500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809519200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988825617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932843405" sldId="2147483678"/>
          </pc:sldLayoutMkLst>
        </pc:sldLayoutChg>
      </pc:sldMasterChg>
    </pc:docChg>
  </pc:docChgLst>
  <pc:docChgLst>
    <pc:chgData name="Qu, Chengyi" userId="9f02c3db-5b00-4063-9ad4-7cdd84fdd2bb" providerId="ADAL" clId="{FB39CBEA-F2A1-4997-89B0-77EEADD3DD0B}"/>
    <pc:docChg chg="custSel addSld delSld modSld delMainMaster">
      <pc:chgData name="Qu, Chengyi" userId="9f02c3db-5b00-4063-9ad4-7cdd84fdd2bb" providerId="ADAL" clId="{FB39CBEA-F2A1-4997-89B0-77EEADD3DD0B}" dt="2024-04-01T00:42:58.853" v="7" actId="207"/>
      <pc:docMkLst>
        <pc:docMk/>
      </pc:docMkLst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111655096" sldId="271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0" sldId="301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0" sldId="316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0" sldId="317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198637909" sldId="318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731954912" sldId="319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328704707" sldId="321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037368031" sldId="322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871830457" sldId="323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3191549446" sldId="891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671256825" sldId="892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300381930" sldId="893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575865210" sldId="895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815186426" sldId="897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3569851906" sldId="898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302419998" sldId="899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578691000" sldId="901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371849521" sldId="902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769106097" sldId="903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477756082" sldId="904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3618323273" sldId="905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12783602" sldId="906"/>
        </pc:sldMkLst>
      </pc:sldChg>
      <pc:sldChg chg="del">
        <pc:chgData name="Qu, Chengyi" userId="9f02c3db-5b00-4063-9ad4-7cdd84fdd2bb" providerId="ADAL" clId="{FB39CBEA-F2A1-4997-89B0-77EEADD3DD0B}" dt="2024-04-01T00:26:31.496" v="0" actId="47"/>
        <pc:sldMkLst>
          <pc:docMk/>
          <pc:sldMk cId="2059605015" sldId="907"/>
        </pc:sldMkLst>
      </pc:sldChg>
      <pc:sldChg chg="modSp mod">
        <pc:chgData name="Qu, Chengyi" userId="9f02c3db-5b00-4063-9ad4-7cdd84fdd2bb" providerId="ADAL" clId="{FB39CBEA-F2A1-4997-89B0-77EEADD3DD0B}" dt="2024-04-01T00:26:47.142" v="1" actId="27636"/>
        <pc:sldMkLst>
          <pc:docMk/>
          <pc:sldMk cId="890986478" sldId="910"/>
        </pc:sldMkLst>
      </pc:sldChg>
      <pc:sldChg chg="modSp add mod">
        <pc:chgData name="Qu, Chengyi" userId="9f02c3db-5b00-4063-9ad4-7cdd84fdd2bb" providerId="ADAL" clId="{FB39CBEA-F2A1-4997-89B0-77EEADD3DD0B}" dt="2024-04-01T00:26:53.227" v="3" actId="207"/>
        <pc:sldMkLst>
          <pc:docMk/>
          <pc:sldMk cId="1093821145" sldId="924"/>
        </pc:sldMkLst>
      </pc:sldChg>
      <pc:sldChg chg="add">
        <pc:chgData name="Qu, Chengyi" userId="9f02c3db-5b00-4063-9ad4-7cdd84fdd2bb" providerId="ADAL" clId="{FB39CBEA-F2A1-4997-89B0-77EEADD3DD0B}" dt="2024-04-01T00:37:40.580" v="4"/>
        <pc:sldMkLst>
          <pc:docMk/>
          <pc:sldMk cId="200517172" sldId="925"/>
        </pc:sldMkLst>
      </pc:sldChg>
      <pc:sldChg chg="add">
        <pc:chgData name="Qu, Chengyi" userId="9f02c3db-5b00-4063-9ad4-7cdd84fdd2bb" providerId="ADAL" clId="{FB39CBEA-F2A1-4997-89B0-77EEADD3DD0B}" dt="2024-04-01T00:38:39.415" v="5"/>
        <pc:sldMkLst>
          <pc:docMk/>
          <pc:sldMk cId="1265837619" sldId="926"/>
        </pc:sldMkLst>
      </pc:sldChg>
      <pc:sldChg chg="modSp add mod">
        <pc:chgData name="Qu, Chengyi" userId="9f02c3db-5b00-4063-9ad4-7cdd84fdd2bb" providerId="ADAL" clId="{FB39CBEA-F2A1-4997-89B0-77EEADD3DD0B}" dt="2024-04-01T00:42:58.853" v="7" actId="207"/>
        <pc:sldMkLst>
          <pc:docMk/>
          <pc:sldMk cId="4060411102" sldId="942"/>
        </pc:sldMkLst>
      </pc:sldChg>
      <pc:sldMasterChg chg="del delSldLayout">
        <pc:chgData name="Qu, Chengyi" userId="9f02c3db-5b00-4063-9ad4-7cdd84fdd2bb" providerId="ADAL" clId="{FB39CBEA-F2A1-4997-89B0-77EEADD3DD0B}" dt="2024-04-01T00:26:31.496" v="0" actId="47"/>
        <pc:sldMasterMkLst>
          <pc:docMk/>
          <pc:sldMasterMk cId="2756400662" sldId="2147483667"/>
        </pc:sldMasterMkLst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3774905265" sldId="2147483668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3930148857" sldId="2147483669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1914597760" sldId="2147483670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780730292" sldId="2147483671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2637755153" sldId="2147483672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3202706629" sldId="2147483673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1546838111" sldId="2147483674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2035425489" sldId="2147483675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882700031" sldId="2147483676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3985012986" sldId="2147483677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2756400662" sldId="2147483667"/>
            <pc:sldLayoutMk cId="1912766187" sldId="2147483678"/>
          </pc:sldLayoutMkLst>
        </pc:sldLayoutChg>
      </pc:sldMasterChg>
      <pc:sldMasterChg chg="del delSldLayout">
        <pc:chgData name="Qu, Chengyi" userId="9f02c3db-5b00-4063-9ad4-7cdd84fdd2bb" providerId="ADAL" clId="{FB39CBEA-F2A1-4997-89B0-77EEADD3DD0B}" dt="2024-04-01T00:26:31.496" v="0" actId="47"/>
        <pc:sldMasterMkLst>
          <pc:docMk/>
          <pc:sldMasterMk cId="3773522520" sldId="2147483679"/>
        </pc:sldMasterMkLst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352583828" sldId="2147483680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1731554647" sldId="2147483681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199229475" sldId="2147483682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96583783" sldId="2147483683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158991909" sldId="2147483684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1847440523" sldId="2147483685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3713103380" sldId="2147483686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3755903487" sldId="2147483687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2688196396" sldId="2147483688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1928190164" sldId="2147483689"/>
          </pc:sldLayoutMkLst>
        </pc:sldLayoutChg>
        <pc:sldLayoutChg chg="del">
          <pc:chgData name="Qu, Chengyi" userId="9f02c3db-5b00-4063-9ad4-7cdd84fdd2bb" providerId="ADAL" clId="{FB39CBEA-F2A1-4997-89B0-77EEADD3DD0B}" dt="2024-04-01T00:26:31.496" v="0" actId="47"/>
          <pc:sldLayoutMkLst>
            <pc:docMk/>
            <pc:sldMasterMk cId="3773522520" sldId="2147483679"/>
            <pc:sldLayoutMk cId="3068368140" sldId="2147483690"/>
          </pc:sldLayoutMkLst>
        </pc:sldLayoutChg>
      </pc:sldMasterChg>
    </pc:docChg>
  </pc:docChgLst>
  <pc:docChgLst>
    <pc:chgData name="Qu, Chengyi" userId="9f02c3db-5b00-4063-9ad4-7cdd84fdd2bb" providerId="ADAL" clId="{54A67444-F441-4145-B7B7-0BC8ED328209}"/>
    <pc:docChg chg="undo custSel addSld delSld modSld delMainMaster">
      <pc:chgData name="Qu, Chengyi" userId="9f02c3db-5b00-4063-9ad4-7cdd84fdd2bb" providerId="ADAL" clId="{54A67444-F441-4145-B7B7-0BC8ED328209}" dt="2024-01-23T16:11:02.586" v="47" actId="14100"/>
      <pc:docMkLst>
        <pc:docMk/>
      </pc:docMkLst>
      <pc:sldChg chg="modSp mod">
        <pc:chgData name="Qu, Chengyi" userId="9f02c3db-5b00-4063-9ad4-7cdd84fdd2bb" providerId="ADAL" clId="{54A67444-F441-4145-B7B7-0BC8ED328209}" dt="2024-01-23T16:02:39.941" v="9" actId="20577"/>
        <pc:sldMkLst>
          <pc:docMk/>
          <pc:sldMk cId="553553694" sldId="25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990146364" sldId="259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1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9956012" sldId="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2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685846870" sldId="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06735833" sldId="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4817821" sldId="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617169351" sldId="265"/>
        </pc:sldMkLst>
      </pc:sldChg>
      <pc:sldChg chg="modSp add mod modNotes">
        <pc:chgData name="Qu, Chengyi" userId="9f02c3db-5b00-4063-9ad4-7cdd84fdd2bb" providerId="ADAL" clId="{54A67444-F441-4145-B7B7-0BC8ED328209}" dt="2024-01-23T16:11:02.586" v="47" actId="14100"/>
        <pc:sldMkLst>
          <pc:docMk/>
          <pc:sldMk cId="4236835058" sldId="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2866180" sldId="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180261676" sldId="268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283235496" sldId="27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76470243" sldId="2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85946305" sldId="2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34100436" sldId="27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925861337" sldId="28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86486448" sldId="28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836295078" sldId="282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96353953" sldId="303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3426596" sldId="304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387288212" sldId="305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887296429" sldId="30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996191177" sldId="33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088431158" sldId="3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190255653" sldId="33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015059804" sldId="335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242966397" sldId="39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19081198" sldId="44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26454371" sldId="50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508545327" sldId="52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54743546" sldId="52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168855840" sldId="5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49189601" sldId="573"/>
        </pc:sldMkLst>
      </pc:sldChg>
      <pc:sldChg chg="addSp delSp modSp mod">
        <pc:chgData name="Qu, Chengyi" userId="9f02c3db-5b00-4063-9ad4-7cdd84fdd2bb" providerId="ADAL" clId="{54A67444-F441-4145-B7B7-0BC8ED328209}" dt="2024-01-23T16:06:18.819" v="43"/>
        <pc:sldMkLst>
          <pc:docMk/>
          <pc:sldMk cId="1987998376" sldId="9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628008649" sldId="9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445340925" sldId="9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83330637" sldId="1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506038731" sldId="1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12722790" sldId="1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4850273" sldId="1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35531626" sldId="1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93842598" sldId="1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532468293" sldId="126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912014593" sldId="1269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45425597" sldId="1270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358948776" sldId="1271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825207080" sldId="1272"/>
        </pc:sldMkLst>
      </pc:sldChg>
      <pc:sldChg chg="modSp add mod">
        <pc:chgData name="Qu, Chengyi" userId="9f02c3db-5b00-4063-9ad4-7cdd84fdd2bb" providerId="ADAL" clId="{54A67444-F441-4145-B7B7-0BC8ED328209}" dt="2024-01-23T16:06:27.837" v="45" actId="207"/>
        <pc:sldMkLst>
          <pc:docMk/>
          <pc:sldMk cId="1950225687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245466408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408189992" sldId="127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98325649" sldId="127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2847344630" sldId="1276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548890303" sldId="1277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14670757" sldId="1278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75507717" sldId="1279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565386033" sldId="1280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47513738" sldId="1281"/>
        </pc:sldMkLst>
      </pc:sldChg>
      <pc:sldMasterChg chg="del delSldLayout">
        <pc:chgData name="Qu, Chengyi" userId="9f02c3db-5b00-4063-9ad4-7cdd84fdd2bb" providerId="ADAL" clId="{54A67444-F441-4145-B7B7-0BC8ED328209}" dt="2024-01-23T16:04:34.681" v="21" actId="47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790666592" sldId="214748366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974852885" sldId="2147483669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365228270" sldId="2147483670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32629846" sldId="2147483671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866846496" sldId="2147483672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608458951" sldId="2147483673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44881848" sldId="2147483674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555211856" sldId="2147483675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098067528" sldId="2147483676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926623382" sldId="2147483677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049911616" sldId="214748367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8227722" sldId="2147483679"/>
          </pc:sldLayoutMkLst>
        </pc:sldLayoutChg>
      </pc:sldMasterChg>
    </pc:docChg>
  </pc:docChgLst>
  <pc:docChgLst>
    <pc:chgData name="Qu, Chengyi" userId="9f02c3db-5b00-4063-9ad4-7cdd84fdd2bb" providerId="ADAL" clId="{2AD67459-F6B2-4EB7-BD08-89A77A9534CE}"/>
    <pc:docChg chg="undo custSel addSld delSld modSld">
      <pc:chgData name="Qu, Chengyi" userId="9f02c3db-5b00-4063-9ad4-7cdd84fdd2bb" providerId="ADAL" clId="{2AD67459-F6B2-4EB7-BD08-89A77A9534CE}" dt="2024-01-30T21:52:58.093" v="198" actId="20577"/>
      <pc:docMkLst>
        <pc:docMk/>
      </pc:docMkLst>
      <pc:sldChg chg="modSp mod">
        <pc:chgData name="Qu, Chengyi" userId="9f02c3db-5b00-4063-9ad4-7cdd84fdd2bb" providerId="ADAL" clId="{2AD67459-F6B2-4EB7-BD08-89A77A9534CE}" dt="2024-01-30T21:52:17.455" v="179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285260508" sldId="272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026168530" sldId="27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05972062" sldId="27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552594960" sldId="27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9998856" sldId="28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6992091" sldId="281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87288212" sldId="30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887296429" sldId="306"/>
        </pc:sldMkLst>
      </pc:sldChg>
      <pc:sldChg chg="add">
        <pc:chgData name="Qu, Chengyi" userId="9f02c3db-5b00-4063-9ad4-7cdd84fdd2bb" providerId="ADAL" clId="{2AD67459-F6B2-4EB7-BD08-89A77A9534CE}" dt="2024-01-30T20:10:32.734" v="1"/>
        <pc:sldMkLst>
          <pc:docMk/>
          <pc:sldMk cId="4266121674" sldId="310"/>
        </pc:sldMkLst>
      </pc:sldChg>
      <pc:sldChg chg="modSp add mod">
        <pc:chgData name="Qu, Chengyi" userId="9f02c3db-5b00-4063-9ad4-7cdd84fdd2bb" providerId="ADAL" clId="{2AD67459-F6B2-4EB7-BD08-89A77A9534CE}" dt="2024-01-30T20:10:32.921" v="3" actId="27636"/>
        <pc:sldMkLst>
          <pc:docMk/>
          <pc:sldMk cId="397340874" sldId="311"/>
        </pc:sldMkLst>
      </pc:sldChg>
      <pc:sldChg chg="modSp add mod">
        <pc:chgData name="Qu, Chengyi" userId="9f02c3db-5b00-4063-9ad4-7cdd84fdd2bb" providerId="ADAL" clId="{2AD67459-F6B2-4EB7-BD08-89A77A9534CE}" dt="2024-01-30T20:10:32.896" v="2" actId="27636"/>
        <pc:sldMkLst>
          <pc:docMk/>
          <pc:sldMk cId="1891869304" sldId="312"/>
        </pc:sldMkLst>
      </pc:sldChg>
      <pc:sldChg chg="modSp add mod">
        <pc:chgData name="Qu, Chengyi" userId="9f02c3db-5b00-4063-9ad4-7cdd84fdd2bb" providerId="ADAL" clId="{2AD67459-F6B2-4EB7-BD08-89A77A9534CE}" dt="2024-01-30T20:17:11.845" v="12" actId="1076"/>
        <pc:sldMkLst>
          <pc:docMk/>
          <pc:sldMk cId="2140572250" sldId="313"/>
        </pc:sldMkLst>
      </pc:sldChg>
      <pc:sldChg chg="modSp add del mod">
        <pc:chgData name="Qu, Chengyi" userId="9f02c3db-5b00-4063-9ad4-7cdd84fdd2bb" providerId="ADAL" clId="{2AD67459-F6B2-4EB7-BD08-89A77A9534CE}" dt="2024-01-30T20:17:18.068" v="13" actId="47"/>
        <pc:sldMkLst>
          <pc:docMk/>
          <pc:sldMk cId="4049178258" sldId="314"/>
        </pc:sldMkLst>
      </pc:sldChg>
      <pc:sldChg chg="modSp add mod">
        <pc:chgData name="Qu, Chengyi" userId="9f02c3db-5b00-4063-9ad4-7cdd84fdd2bb" providerId="ADAL" clId="{2AD67459-F6B2-4EB7-BD08-89A77A9534CE}" dt="2024-01-30T20:12:43.317" v="8" actId="27636"/>
        <pc:sldMkLst>
          <pc:docMk/>
          <pc:sldMk cId="2771919027" sldId="315"/>
        </pc:sldMkLst>
      </pc:sldChg>
      <pc:sldChg chg="add del">
        <pc:chgData name="Qu, Chengyi" userId="9f02c3db-5b00-4063-9ad4-7cdd84fdd2bb" providerId="ADAL" clId="{2AD67459-F6B2-4EB7-BD08-89A77A9534CE}" dt="2024-01-30T20:17:20.382" v="14" actId="47"/>
        <pc:sldMkLst>
          <pc:docMk/>
          <pc:sldMk cId="4017082117" sldId="316"/>
        </pc:sldMkLst>
      </pc:sldChg>
      <pc:sldChg chg="modSp add mod modClrScheme chgLayout">
        <pc:chgData name="Qu, Chengyi" userId="9f02c3db-5b00-4063-9ad4-7cdd84fdd2bb" providerId="ADAL" clId="{2AD67459-F6B2-4EB7-BD08-89A77A9534CE}" dt="2024-01-30T20:17:54.972" v="22" actId="1076"/>
        <pc:sldMkLst>
          <pc:docMk/>
          <pc:sldMk cId="2610447627" sldId="317"/>
        </pc:sldMkLst>
      </pc:sldChg>
      <pc:sldChg chg="modSp add mod">
        <pc:chgData name="Qu, Chengyi" userId="9f02c3db-5b00-4063-9ad4-7cdd84fdd2bb" providerId="ADAL" clId="{2AD67459-F6B2-4EB7-BD08-89A77A9534CE}" dt="2024-01-30T20:24:01.196" v="24" actId="403"/>
        <pc:sldMkLst>
          <pc:docMk/>
          <pc:sldMk cId="1554699303" sldId="318"/>
        </pc:sldMkLst>
      </pc:sldChg>
      <pc:sldChg chg="modSp add mod">
        <pc:chgData name="Qu, Chengyi" userId="9f02c3db-5b00-4063-9ad4-7cdd84fdd2bb" providerId="ADAL" clId="{2AD67459-F6B2-4EB7-BD08-89A77A9534CE}" dt="2024-01-30T20:12:43.356" v="11" actId="27636"/>
        <pc:sldMkLst>
          <pc:docMk/>
          <pc:sldMk cId="4261292706" sldId="319"/>
        </pc:sldMkLst>
      </pc:sldChg>
      <pc:sldChg chg="modSp add mod">
        <pc:chgData name="Qu, Chengyi" userId="9f02c3db-5b00-4063-9ad4-7cdd84fdd2bb" providerId="ADAL" clId="{2AD67459-F6B2-4EB7-BD08-89A77A9534CE}" dt="2024-01-30T21:07:46.277" v="121" actId="113"/>
        <pc:sldMkLst>
          <pc:docMk/>
          <pc:sldMk cId="4160575002" sldId="321"/>
        </pc:sldMkLst>
      </pc:sldChg>
      <pc:sldChg chg="modSp add mod">
        <pc:chgData name="Qu, Chengyi" userId="9f02c3db-5b00-4063-9ad4-7cdd84fdd2bb" providerId="ADAL" clId="{2AD67459-F6B2-4EB7-BD08-89A77A9534CE}" dt="2024-01-30T21:47:14.427" v="126" actId="113"/>
        <pc:sldMkLst>
          <pc:docMk/>
          <pc:sldMk cId="2042401734" sldId="322"/>
        </pc:sldMkLst>
      </pc:sldChg>
      <pc:sldChg chg="modSp add mod">
        <pc:chgData name="Qu, Chengyi" userId="9f02c3db-5b00-4063-9ad4-7cdd84fdd2bb" providerId="ADAL" clId="{2AD67459-F6B2-4EB7-BD08-89A77A9534CE}" dt="2024-01-30T21:47:22.124" v="132" actId="113"/>
        <pc:sldMkLst>
          <pc:docMk/>
          <pc:sldMk cId="29790647" sldId="323"/>
        </pc:sldMkLst>
      </pc:sldChg>
      <pc:sldChg chg="modSp add mod">
        <pc:chgData name="Qu, Chengyi" userId="9f02c3db-5b00-4063-9ad4-7cdd84fdd2bb" providerId="ADAL" clId="{2AD67459-F6B2-4EB7-BD08-89A77A9534CE}" dt="2024-01-30T21:47:18.372" v="129" actId="113"/>
        <pc:sldMkLst>
          <pc:docMk/>
          <pc:sldMk cId="3123380444" sldId="324"/>
        </pc:sldMkLst>
      </pc:sldChg>
      <pc:sldChg chg="modSp add mod">
        <pc:chgData name="Qu, Chengyi" userId="9f02c3db-5b00-4063-9ad4-7cdd84fdd2bb" providerId="ADAL" clId="{2AD67459-F6B2-4EB7-BD08-89A77A9534CE}" dt="2024-01-30T21:47:27.153" v="135" actId="113"/>
        <pc:sldMkLst>
          <pc:docMk/>
          <pc:sldMk cId="1014335648" sldId="325"/>
        </pc:sldMkLst>
      </pc:sldChg>
      <pc:sldChg chg="add del">
        <pc:chgData name="Qu, Chengyi" userId="9f02c3db-5b00-4063-9ad4-7cdd84fdd2bb" providerId="ADAL" clId="{2AD67459-F6B2-4EB7-BD08-89A77A9534CE}" dt="2024-01-30T20:46:03.667" v="26"/>
        <pc:sldMkLst>
          <pc:docMk/>
          <pc:sldMk cId="0" sldId="329"/>
        </pc:sldMkLst>
      </pc:sldChg>
      <pc:sldChg chg="del">
        <pc:chgData name="Qu, Chengyi" userId="9f02c3db-5b00-4063-9ad4-7cdd84fdd2bb" providerId="ADAL" clId="{2AD67459-F6B2-4EB7-BD08-89A77A9534CE}" dt="2024-01-30T20:49:47.305" v="48"/>
        <pc:sldMkLst>
          <pc:docMk/>
          <pc:sldMk cId="0" sldId="33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81497876" sldId="96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91119021" sldId="96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38849163" sldId="96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951012725" sldId="96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3124414" sldId="100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45911935" sldId="1083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47584997" sldId="108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80331947" sldId="108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96498074" sldId="108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94232623" sldId="125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434809446" sldId="125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914323500" sldId="125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876543634" sldId="126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25914770" sldId="1261"/>
        </pc:sldMkLst>
      </pc:sldChg>
      <pc:sldChg chg="addSp delSp modSp add mod">
        <pc:chgData name="Qu, Chengyi" userId="9f02c3db-5b00-4063-9ad4-7cdd84fdd2bb" providerId="ADAL" clId="{2AD67459-F6B2-4EB7-BD08-89A77A9534CE}" dt="2024-01-30T20:47:30.088" v="47" actId="207"/>
        <pc:sldMkLst>
          <pc:docMk/>
          <pc:sldMk cId="2288592048" sldId="1269"/>
        </pc:sldMkLst>
      </pc:sldChg>
      <pc:sldChg chg="modSp new mod">
        <pc:chgData name="Qu, Chengyi" userId="9f02c3db-5b00-4063-9ad4-7cdd84fdd2bb" providerId="ADAL" clId="{2AD67459-F6B2-4EB7-BD08-89A77A9534CE}" dt="2024-01-30T21:04:21.904" v="117" actId="20577"/>
        <pc:sldMkLst>
          <pc:docMk/>
          <pc:sldMk cId="2843450976" sldId="1270"/>
        </pc:sldMkLst>
      </pc:sldChg>
      <pc:sldChg chg="modSp new mod">
        <pc:chgData name="Qu, Chengyi" userId="9f02c3db-5b00-4063-9ad4-7cdd84fdd2bb" providerId="ADAL" clId="{2AD67459-F6B2-4EB7-BD08-89A77A9534CE}" dt="2024-01-30T20:59:39.501" v="116" actId="113"/>
        <pc:sldMkLst>
          <pc:docMk/>
          <pc:sldMk cId="566162244" sldId="1271"/>
        </pc:sldMkLst>
      </pc:sldChg>
      <pc:sldChg chg="modSp new mod">
        <pc:chgData name="Qu, Chengyi" userId="9f02c3db-5b00-4063-9ad4-7cdd84fdd2bb" providerId="ADAL" clId="{2AD67459-F6B2-4EB7-BD08-89A77A9534CE}" dt="2024-01-30T21:50:27.716" v="156" actId="20577"/>
        <pc:sldMkLst>
          <pc:docMk/>
          <pc:sldMk cId="605728639" sldId="1272"/>
        </pc:sldMkLst>
      </pc:sldChg>
      <pc:sldChg chg="modSp new mod">
        <pc:chgData name="Qu, Chengyi" userId="9f02c3db-5b00-4063-9ad4-7cdd84fdd2bb" providerId="ADAL" clId="{2AD67459-F6B2-4EB7-BD08-89A77A9534CE}" dt="2024-01-30T21:52:58.093" v="198" actId="2057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2AD67459-F6B2-4EB7-BD08-89A77A9534CE}" dt="2024-01-30T20:07:42.571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582956718" sldId="2147483662"/>
          </pc:sldLayoutMkLst>
        </pc:sldLayoutChg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960784913" sldId="2147483680"/>
          </pc:sldLayoutMkLst>
        </pc:sldLayoutChg>
      </pc:sldMasterChg>
    </pc:docChg>
  </pc:docChgLst>
  <pc:docChgLst>
    <pc:chgData name="Qu, Chengyi" userId="9f02c3db-5b00-4063-9ad4-7cdd84fdd2bb" providerId="ADAL" clId="{FD31D919-629D-4132-B9BD-403978D3AF56}"/>
    <pc:docChg chg="undo custSel addSld delSld modSld sldOrd">
      <pc:chgData name="Qu, Chengyi" userId="9f02c3db-5b00-4063-9ad4-7cdd84fdd2bb" providerId="ADAL" clId="{FD31D919-629D-4132-B9BD-403978D3AF56}" dt="2024-01-07T03:10:15.486" v="754" actId="20577"/>
      <pc:docMkLst>
        <pc:docMk/>
      </pc:docMkLst>
      <pc:sldChg chg="modSp mod">
        <pc:chgData name="Qu, Chengyi" userId="9f02c3db-5b00-4063-9ad4-7cdd84fdd2bb" providerId="ADAL" clId="{FD31D919-629D-4132-B9BD-403978D3AF56}" dt="2024-01-07T02:39:26.106" v="54" actId="20577"/>
        <pc:sldMkLst>
          <pc:docMk/>
          <pc:sldMk cId="553553694" sldId="258"/>
        </pc:sldMkLst>
      </pc:sldChg>
      <pc:sldChg chg="modSp mod">
        <pc:chgData name="Qu, Chengyi" userId="9f02c3db-5b00-4063-9ad4-7cdd84fdd2bb" providerId="ADAL" clId="{FD31D919-629D-4132-B9BD-403978D3AF56}" dt="2024-01-07T02:40:45.867" v="77" actId="20577"/>
        <pc:sldMkLst>
          <pc:docMk/>
          <pc:sldMk cId="4038715374" sldId="1255"/>
        </pc:sldMkLst>
      </pc:sldChg>
      <pc:sldChg chg="modSp mod">
        <pc:chgData name="Qu, Chengyi" userId="9f02c3db-5b00-4063-9ad4-7cdd84fdd2bb" providerId="ADAL" clId="{FD31D919-629D-4132-B9BD-403978D3AF56}" dt="2024-01-07T02:57:46.055" v="320" actId="20577"/>
        <pc:sldMkLst>
          <pc:docMk/>
          <pc:sldMk cId="239755599" sldId="1256"/>
        </pc:sldMkLst>
      </pc:sldChg>
      <pc:sldMasterChg chg="delSldLayout">
        <pc:chgData name="Qu, Chengyi" userId="9f02c3db-5b00-4063-9ad4-7cdd84fdd2bb" providerId="ADAL" clId="{FD31D919-629D-4132-B9BD-403978D3AF56}" dt="2024-01-07T02:40:28.652" v="55" actId="47"/>
        <pc:sldMasterMkLst>
          <pc:docMk/>
          <pc:sldMasterMk cId="2807116942" sldId="2147483648"/>
        </pc:sldMasterMkLst>
      </pc:sldMasterChg>
    </pc:docChg>
  </pc:docChgLst>
  <pc:docChgLst>
    <pc:chgData name="Qu, Chengyi" userId="9f02c3db-5b00-4063-9ad4-7cdd84fdd2bb" providerId="ADAL" clId="{F8FF537E-3FA4-425A-8CC6-8B253AE02F38}"/>
    <pc:docChg chg="undo addSld delSld modSld delMainMaster">
      <pc:chgData name="Qu, Chengyi" userId="9f02c3db-5b00-4063-9ad4-7cdd84fdd2bb" providerId="ADAL" clId="{F8FF537E-3FA4-425A-8CC6-8B253AE02F38}" dt="2024-03-17T01:34:31.638" v="40" actId="207"/>
      <pc:docMkLst>
        <pc:docMk/>
      </pc:docMkLst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56"/>
        </pc:sldMkLst>
      </pc:sldChg>
      <pc:sldChg chg="modSp mod">
        <pc:chgData name="Qu, Chengyi" userId="9f02c3db-5b00-4063-9ad4-7cdd84fdd2bb" providerId="ADAL" clId="{F8FF537E-3FA4-425A-8CC6-8B253AE02F38}" dt="2024-03-17T01:16:33.051" v="6" actId="20577"/>
        <pc:sldMkLst>
          <pc:docMk/>
          <pc:sldMk cId="553553694" sldId="258"/>
        </pc:sldMkLst>
      </pc:sldChg>
      <pc:sldChg chg="addSp modSp new mod">
        <pc:chgData name="Qu, Chengyi" userId="9f02c3db-5b00-4063-9ad4-7cdd84fdd2bb" providerId="ADAL" clId="{F8FF537E-3FA4-425A-8CC6-8B253AE02F38}" dt="2024-03-17T01:34:23.421" v="38" actId="14100"/>
        <pc:sldMkLst>
          <pc:docMk/>
          <pc:sldMk cId="2669928344" sldId="259"/>
        </pc:sldMkLst>
      </pc:sldChg>
      <pc:sldChg chg="modSp add mod">
        <pc:chgData name="Qu, Chengyi" userId="9f02c3db-5b00-4063-9ad4-7cdd84fdd2bb" providerId="ADAL" clId="{F8FF537E-3FA4-425A-8CC6-8B253AE02F38}" dt="2024-03-17T01:17:25.703" v="18" actId="207"/>
        <pc:sldMkLst>
          <pc:docMk/>
          <pc:sldMk cId="1941321543" sldId="26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2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111655096" sldId="27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72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765183426" sldId="37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442202" sldId="37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1799665" sldId="38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9734074" sldId="40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096335365" sldId="41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146617" sldId="41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680690281" sldId="42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59417828" sldId="42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816176851" sldId="43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364292571" sldId="434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735504479" sldId="43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250773627" sldId="43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763282045" sldId="437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671256825" sldId="892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300381930" sldId="893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575865210" sldId="895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815186426" sldId="897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3569851906" sldId="898"/>
        </pc:sldMkLst>
      </pc:sldChg>
      <pc:sldChg chg="del">
        <pc:chgData name="Qu, Chengyi" userId="9f02c3db-5b00-4063-9ad4-7cdd84fdd2bb" providerId="ADAL" clId="{F8FF537E-3FA4-425A-8CC6-8B253AE02F38}" dt="2024-03-17T01:27:26.639" v="21"/>
        <pc:sldMkLst>
          <pc:docMk/>
          <pc:sldMk cId="2302419998" sldId="899"/>
        </pc:sldMkLst>
      </pc:sldChg>
      <pc:sldChg chg="modSp add mod">
        <pc:chgData name="Qu, Chengyi" userId="9f02c3db-5b00-4063-9ad4-7cdd84fdd2bb" providerId="ADAL" clId="{F8FF537E-3FA4-425A-8CC6-8B253AE02F38}" dt="2024-03-17T01:34:31.638" v="40" actId="207"/>
        <pc:sldMkLst>
          <pc:docMk/>
          <pc:sldMk cId="3706262246" sldId="90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38715374" sldId="125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39755599" sldId="125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120514358" sldId="1257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919834031" sldId="125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632825530" sldId="125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745870871" sldId="1260"/>
        </pc:sldMkLst>
      </pc:sld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478954547" sldId="214748366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802328541" sldId="214748366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825140372" sldId="214748367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4177523922" sldId="214748367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71864" sldId="214748367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710111665" sldId="214748367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944089362" sldId="214748367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166321837" sldId="214748367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062298521" sldId="214748367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792717422" sldId="214748367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64764108" sldId="2147483678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285659993" sldId="2147483679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842456320" sldId="214748368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457017757" sldId="214748368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086968319" sldId="214748368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708509305" sldId="214748368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497337308" sldId="214748368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770178683" sldId="214748368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911091063" sldId="214748368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094673248" sldId="214748368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206353706" sldId="214748368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570034858" sldId="214748368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766516897" sldId="214748369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827356254" sldId="2147483691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739236253" sldId="2147483692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916218876" sldId="214748369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568439253" sldId="214748369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31496385" sldId="214748369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974694476" sldId="214748369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112934890" sldId="214748369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250321267" sldId="214748369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2355138482" sldId="214748369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310252774" sldId="214748370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4246126308" sldId="214748370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007040105" sldId="214748370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775594334" sldId="2147483703"/>
          </pc:sldLayoutMkLst>
        </pc:sldLayoutChg>
      </pc:sldMasterChg>
    </pc:docChg>
  </pc:docChgLst>
  <pc:docChgLst>
    <pc:chgData name="Qu, Chengyi" userId="9f02c3db-5b00-4063-9ad4-7cdd84fdd2bb" providerId="ADAL" clId="{6D333965-7A47-46DB-AC36-DDA12A4A79F2}"/>
    <pc:docChg chg="modSld">
      <pc:chgData name="Qu, Chengyi" userId="9f02c3db-5b00-4063-9ad4-7cdd84fdd2bb" providerId="ADAL" clId="{6D333965-7A47-46DB-AC36-DDA12A4A79F2}" dt="2025-03-10T12:32:04.401" v="11" actId="20577"/>
      <pc:docMkLst>
        <pc:docMk/>
      </pc:docMkLst>
      <pc:sldChg chg="modSp mod">
        <pc:chgData name="Qu, Chengyi" userId="9f02c3db-5b00-4063-9ad4-7cdd84fdd2bb" providerId="ADAL" clId="{6D333965-7A47-46DB-AC36-DDA12A4A79F2}" dt="2025-03-10T12:31:14.608" v="1" actId="20577"/>
        <pc:sldMkLst>
          <pc:docMk/>
          <pc:sldMk cId="553553694" sldId="258"/>
        </pc:sldMkLst>
        <pc:spChg chg="mod">
          <ac:chgData name="Qu, Chengyi" userId="9f02c3db-5b00-4063-9ad4-7cdd84fdd2bb" providerId="ADAL" clId="{6D333965-7A47-46DB-AC36-DDA12A4A79F2}" dt="2025-03-10T12:31:14.608" v="1" actId="20577"/>
          <ac:spMkLst>
            <pc:docMk/>
            <pc:sldMk cId="553553694" sldId="258"/>
            <ac:spMk id="3" creationId="{C74AC5A7-CF21-681C-AD2A-CAFD76C83228}"/>
          </ac:spMkLst>
        </pc:spChg>
      </pc:sldChg>
      <pc:sldChg chg="modSp mod">
        <pc:chgData name="Qu, Chengyi" userId="9f02c3db-5b00-4063-9ad4-7cdd84fdd2bb" providerId="ADAL" clId="{6D333965-7A47-46DB-AC36-DDA12A4A79F2}" dt="2025-03-10T12:31:19.763" v="7" actId="20577"/>
        <pc:sldMkLst>
          <pc:docMk/>
          <pc:sldMk cId="2669928344" sldId="259"/>
        </pc:sldMkLst>
        <pc:spChg chg="mod">
          <ac:chgData name="Qu, Chengyi" userId="9f02c3db-5b00-4063-9ad4-7cdd84fdd2bb" providerId="ADAL" clId="{6D333965-7A47-46DB-AC36-DDA12A4A79F2}" dt="2025-03-10T12:31:19.763" v="7" actId="20577"/>
          <ac:spMkLst>
            <pc:docMk/>
            <pc:sldMk cId="2669928344" sldId="259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6D333965-7A47-46DB-AC36-DDA12A4A79F2}" dt="2025-03-10T12:31:22.841" v="9" actId="20577"/>
        <pc:sldMkLst>
          <pc:docMk/>
          <pc:sldMk cId="1093821145" sldId="924"/>
        </pc:sldMkLst>
        <pc:spChg chg="mod">
          <ac:chgData name="Qu, Chengyi" userId="9f02c3db-5b00-4063-9ad4-7cdd84fdd2bb" providerId="ADAL" clId="{6D333965-7A47-46DB-AC36-DDA12A4A79F2}" dt="2025-03-10T12:31:22.841" v="9" actId="20577"/>
          <ac:spMkLst>
            <pc:docMk/>
            <pc:sldMk cId="1093821145" sldId="924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6D333965-7A47-46DB-AC36-DDA12A4A79F2}" dt="2025-03-10T12:32:04.401" v="11" actId="20577"/>
        <pc:sldMkLst>
          <pc:docMk/>
          <pc:sldMk cId="4060411102" sldId="942"/>
        </pc:sldMkLst>
        <pc:spChg chg="mod">
          <ac:chgData name="Qu, Chengyi" userId="9f02c3db-5b00-4063-9ad4-7cdd84fdd2bb" providerId="ADAL" clId="{6D333965-7A47-46DB-AC36-DDA12A4A79F2}" dt="2025-03-10T12:32:04.401" v="11" actId="20577"/>
          <ac:spMkLst>
            <pc:docMk/>
            <pc:sldMk cId="4060411102" sldId="942"/>
            <ac:spMk id="3" creationId="{9B939404-9D34-18F4-9D95-C4281E2746EB}"/>
          </ac:spMkLst>
        </pc:spChg>
      </pc:sldChg>
    </pc:docChg>
  </pc:docChgLst>
  <pc:docChgLst>
    <pc:chgData name="Qu, Chengyi" userId="9f02c3db-5b00-4063-9ad4-7cdd84fdd2bb" providerId="ADAL" clId="{397B8C19-8C06-4BDE-A892-FDAC9BE24FA4}"/>
    <pc:docChg chg="undo custSel addSld delSld modSld delMainMaster">
      <pc:chgData name="Qu, Chengyi" userId="9f02c3db-5b00-4063-9ad4-7cdd84fdd2bb" providerId="ADAL" clId="{397B8C19-8C06-4BDE-A892-FDAC9BE24FA4}" dt="2024-02-12T02:06:05.828" v="155" actId="207"/>
      <pc:docMkLst>
        <pc:docMk/>
      </pc:docMkLst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2428454" sldId="26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26442091" sldId="27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746736" sldId="39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84566003" sldId="393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1043101" sldId="394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4219989565" sldId="39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790099490" sldId="39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002205896" sldId="3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342671193" sldId="39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46371862" sldId="40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46897576" sldId="4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46725777" sldId="41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928474287" sldId="41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60760720" sldId="42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216415802" sldId="422"/>
        </pc:sldMkLst>
      </pc:sldChg>
      <pc:sldChg chg="delSp modSp add del mod delAnim">
        <pc:chgData name="Qu, Chengyi" userId="9f02c3db-5b00-4063-9ad4-7cdd84fdd2bb" providerId="ADAL" clId="{397B8C19-8C06-4BDE-A892-FDAC9BE24FA4}" dt="2024-02-11T21:53:37.163" v="13" actId="478"/>
        <pc:sldMkLst>
          <pc:docMk/>
          <pc:sldMk cId="1927004406" sldId="633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27658120" sldId="634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2072688855" sldId="635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1581542834" sldId="636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34244613" sldId="637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2570886114" sldId="638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039379895" sldId="639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913390666" sldId="640"/>
        </pc:sldMkLst>
      </pc:sldChg>
      <pc:sldChg chg="addSp modSp add del mod">
        <pc:chgData name="Qu, Chengyi" userId="9f02c3db-5b00-4063-9ad4-7cdd84fdd2bb" providerId="ADAL" clId="{397B8C19-8C06-4BDE-A892-FDAC9BE24FA4}" dt="2024-02-11T22:10:58.364" v="96" actId="20577"/>
        <pc:sldMkLst>
          <pc:docMk/>
          <pc:sldMk cId="3742767098" sldId="641"/>
        </pc:sldMkLst>
      </pc:sldChg>
      <pc:sldChg chg="modSp add del mod">
        <pc:chgData name="Qu, Chengyi" userId="9f02c3db-5b00-4063-9ad4-7cdd84fdd2bb" providerId="ADAL" clId="{397B8C19-8C06-4BDE-A892-FDAC9BE24FA4}" dt="2024-02-11T21:51:32.163" v="9"/>
        <pc:sldMkLst>
          <pc:docMk/>
          <pc:sldMk cId="1210879731" sldId="643"/>
        </pc:sldMkLst>
      </pc:sldChg>
      <pc:sldChg chg="modSp add del mod modNotesTx">
        <pc:chgData name="Qu, Chengyi" userId="9f02c3db-5b00-4063-9ad4-7cdd84fdd2bb" providerId="ADAL" clId="{397B8C19-8C06-4BDE-A892-FDAC9BE24FA4}" dt="2024-02-11T22:29:31.245" v="149"/>
        <pc:sldMkLst>
          <pc:docMk/>
          <pc:sldMk cId="3403893922" sldId="644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668754033" sldId="645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881150535" sldId="64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56788748" sldId="67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96406873" sldId="67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154517867" sldId="67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333933496" sldId="67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15274724" sldId="67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57868271" sldId="67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6342220" sldId="67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89473169" sldId="679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60384563" sldId="680"/>
        </pc:sldMkLst>
      </pc:sldChg>
      <pc:sldChg chg="add del modNotes modNotesTx">
        <pc:chgData name="Qu, Chengyi" userId="9f02c3db-5b00-4063-9ad4-7cdd84fdd2bb" providerId="ADAL" clId="{397B8C19-8C06-4BDE-A892-FDAC9BE24FA4}" dt="2024-02-11T22:38:27.540" v="151"/>
        <pc:sldMkLst>
          <pc:docMk/>
          <pc:sldMk cId="2417826034" sldId="681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87987344" sldId="68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453424196" sldId="68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52457748" sldId="68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08412039" sldId="68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83357540" sldId="68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311487720" sldId="68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98789726" sldId="68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77063748" sldId="689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116137758" sldId="690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74055754" sldId="691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60341792" sldId="69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89709339" sldId="69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13387589" sldId="69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4046807" sldId="695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2377650407" sldId="696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1774760496" sldId="697"/>
        </pc:sldMkLst>
      </pc:sldChg>
      <pc:sldChg chg="add del">
        <pc:chgData name="Qu, Chengyi" userId="9f02c3db-5b00-4063-9ad4-7cdd84fdd2bb" providerId="ADAL" clId="{397B8C19-8C06-4BDE-A892-FDAC9BE24FA4}" dt="2024-02-11T21:52:36.183" v="12" actId="47"/>
        <pc:sldMkLst>
          <pc:docMk/>
          <pc:sldMk cId="1361360619" sldId="6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84431789" sldId="7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889163335" sldId="70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651479284" sldId="703"/>
        </pc:sldMkLst>
      </pc:sldChg>
      <pc:sldChg chg="modSp mod">
        <pc:chgData name="Qu, Chengyi" userId="9f02c3db-5b00-4063-9ad4-7cdd84fdd2bb" providerId="ADAL" clId="{397B8C19-8C06-4BDE-A892-FDAC9BE24FA4}" dt="2024-02-11T21:50:20.772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996591682" sldId="1266"/>
        </pc:sldMkLst>
      </pc:sldChg>
      <pc:sldChg chg="modSp add mod">
        <pc:chgData name="Qu, Chengyi" userId="9f02c3db-5b00-4063-9ad4-7cdd84fdd2bb" providerId="ADAL" clId="{397B8C19-8C06-4BDE-A892-FDAC9BE24FA4}" dt="2024-02-12T02:06:05.828" v="155" actId="207"/>
        <pc:sldMkLst>
          <pc:docMk/>
          <pc:sldMk cId="3209912214" sldId="126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438909993" sldId="1267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16110985" sldId="126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561194058" sldId="126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354105606" sldId="127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052560923" sldId="127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187497349" sldId="127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285252224" sldId="1273"/>
        </pc:sldMkLst>
      </pc:sldChg>
      <pc:sldMasterChg chg="del delSldLayout">
        <pc:chgData name="Qu, Chengyi" userId="9f02c3db-5b00-4063-9ad4-7cdd84fdd2bb" providerId="ADAL" clId="{397B8C19-8C06-4BDE-A892-FDAC9BE24FA4}" dt="2024-02-11T21:50:24.593" v="3" actId="47"/>
        <pc:sldMasterMkLst>
          <pc:docMk/>
          <pc:sldMasterMk cId="3956959006" sldId="2147483683"/>
        </pc:sldMasterMkLst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24677316" sldId="214748368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258750162" sldId="214748368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974488293" sldId="2147483686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891729509" sldId="2147483687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437564073" sldId="2147483688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655653278" sldId="2147483689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132126416" sldId="2147483690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157330065" sldId="2147483691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914932427" sldId="2147483692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683540054" sldId="2147483693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556580992" sldId="214748369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6637938" sldId="214748369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34463460" sldId="214748369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4A004-15AC-4844-AF32-473067E8DE17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86AA29-E5A5-9243-960E-82795CCEDD27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IP address and protocol values</a:t>
          </a:r>
        </a:p>
      </dgm:t>
    </dgm:pt>
    <dgm:pt modelId="{070B335D-329F-CA42-9BAD-58D5BEB322B0}" type="parTrans" cxnId="{9936FDBD-7C2F-6148-9B39-A66689E195D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A68C5E-BD77-5343-9F30-F57BDA2C42B1}" type="sibTrans" cxnId="{9936FDBD-7C2F-6148-9B39-A66689E195D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1BB278-1A1A-4A46-9020-9AF352B689A7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This type of filtering is used by packet filter and </a:t>
          </a:r>
          <a:r>
            <a:rPr lang="en-US" b="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stateful</a:t>
          </a:r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inspection firewalls</a:t>
          </a:r>
        </a:p>
      </dgm:t>
    </dgm:pt>
    <dgm:pt modelId="{6332A092-2E55-F74C-8198-63DB6CBDEA8B}" type="parTrans" cxnId="{461FE593-1ED8-7743-B5C9-63A8F6D95BD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BDDBE0-8995-5E42-A114-7173C576B282}" type="sibTrans" cxnId="{461FE593-1ED8-7743-B5C9-63A8F6D95BD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AF7DA3-8F39-6644-86AD-A3F4E4EC57DA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Typically used to limit access to specific services</a:t>
          </a:r>
        </a:p>
      </dgm:t>
    </dgm:pt>
    <dgm:pt modelId="{0139B2E6-72B2-454C-ABC6-0F1EA86B5FFE}" type="parTrans" cxnId="{C54C729A-E052-BC47-90EC-5D5CCD65118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580AA9-B324-B441-9021-8AD86790616F}" type="sibTrans" cxnId="{C54C729A-E052-BC47-90EC-5D5CCD65118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86BD18-CBF6-354F-A16C-70A68D4BE74B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Application protocol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34E86F-7325-1045-A71F-BEC02514AAEF}" type="parTrans" cxnId="{A2FB220E-6CD7-4946-95E9-44BF054A99F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5C3DF3-0969-F540-934F-9AB4BC0A4CE0}" type="sibTrans" cxnId="{A2FB220E-6CD7-4946-95E9-44BF054A99F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9DBFFA-08CD-F54C-B63E-77ADAA1B6D69}">
      <dgm:prSet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This type of filtering is used by an application-level gateway that relays and monitors the exchange of information for specific application protocols</a:t>
          </a:r>
        </a:p>
      </dgm:t>
    </dgm:pt>
    <dgm:pt modelId="{98C2B27E-7D38-B54A-966D-8FE01A8D6D78}" type="parTrans" cxnId="{17BB972E-0CDF-2A4F-9AB6-F07117A2048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D9838E-6430-FD45-926B-BB88A3CAD589}" type="sibTrans" cxnId="{17BB972E-0CDF-2A4F-9AB6-F07117A2048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CDA6A9-2D07-E34A-8471-2E2640D84F93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User identity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384C59-4227-1246-91DE-9259F4F88104}" type="parTrans" cxnId="{DC38D7B0-2D2B-4147-A8EF-5E12715B28D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55997B-5A21-C940-AE32-4F0DEE926114}" type="sibTrans" cxnId="{DC38D7B0-2D2B-4147-A8EF-5E12715B28D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3CBF0C-CAE4-2F48-B104-30296EE6E18F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Typically for inside users who identify themselves using some form of secure authentication technology</a:t>
          </a:r>
        </a:p>
      </dgm:t>
    </dgm:pt>
    <dgm:pt modelId="{E7B150D6-D58B-AC4F-95C3-93FD0DD335B2}" type="parTrans" cxnId="{22B55D53-8383-4042-83FB-DCB791774E4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998714-1FD8-0445-83B8-ADDE3821F0C9}" type="sibTrans" cxnId="{22B55D53-8383-4042-83FB-DCB791774E4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A54360-05EA-6249-B427-0AEB8956CC27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Network activity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BB2D74-FCA7-6F47-B257-BB3BB7890BCF}" type="parTrans" cxnId="{48F5DD62-2BB1-DC4D-BFEC-8B4B41A03AF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771AA0-EF1F-D74A-9899-8E4D92E71818}" type="sibTrans" cxnId="{48F5DD62-2BB1-DC4D-BFEC-8B4B41A03AF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5F2316-3501-4142-84BD-8F530C00D190}">
      <dgm:prSet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Controls access based on considerations such as the time or request, rate of requests, or other activity patterns</a:t>
          </a:r>
        </a:p>
      </dgm:t>
    </dgm:pt>
    <dgm:pt modelId="{9BE3046E-6330-124D-864E-FD05B3E7DD6E}" type="parTrans" cxnId="{CB8E7B5D-3F41-0A4F-A087-9C91224AB0A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5F7CB5-7CBC-1B46-9803-EEF81298AD49}" type="sibTrans" cxnId="{CB8E7B5D-3F41-0A4F-A087-9C91224AB0A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B946C-81D6-DA4E-906A-5D3346D4B772}" type="pres">
      <dgm:prSet presAssocID="{1C54A004-15AC-4844-AF32-473067E8DE17}" presName="theList" presStyleCnt="0">
        <dgm:presLayoutVars>
          <dgm:dir/>
          <dgm:animLvl val="lvl"/>
          <dgm:resizeHandles val="exact"/>
        </dgm:presLayoutVars>
      </dgm:prSet>
      <dgm:spPr/>
    </dgm:pt>
    <dgm:pt modelId="{15986667-D2BA-7F4B-A59A-AB1F66D9DF53}" type="pres">
      <dgm:prSet presAssocID="{0486AA29-E5A5-9243-960E-82795CCEDD27}" presName="compNode" presStyleCnt="0"/>
      <dgm:spPr/>
    </dgm:pt>
    <dgm:pt modelId="{F74D3B63-52AA-0F4D-B509-89B391844F76}" type="pres">
      <dgm:prSet presAssocID="{0486AA29-E5A5-9243-960E-82795CCEDD27}" presName="aNode" presStyleLbl="bgShp" presStyleIdx="0" presStyleCnt="4"/>
      <dgm:spPr/>
    </dgm:pt>
    <dgm:pt modelId="{C548B9DE-C5DC-6844-977B-D8B3C7D73A02}" type="pres">
      <dgm:prSet presAssocID="{0486AA29-E5A5-9243-960E-82795CCEDD27}" presName="textNode" presStyleLbl="bgShp" presStyleIdx="0" presStyleCnt="4"/>
      <dgm:spPr/>
    </dgm:pt>
    <dgm:pt modelId="{E79FF505-2B64-7145-9800-2C2C12455361}" type="pres">
      <dgm:prSet presAssocID="{0486AA29-E5A5-9243-960E-82795CCEDD27}" presName="compChildNode" presStyleCnt="0"/>
      <dgm:spPr/>
    </dgm:pt>
    <dgm:pt modelId="{A6A77317-625E-E748-9E04-D65329F26D53}" type="pres">
      <dgm:prSet presAssocID="{0486AA29-E5A5-9243-960E-82795CCEDD27}" presName="theInnerList" presStyleCnt="0"/>
      <dgm:spPr/>
    </dgm:pt>
    <dgm:pt modelId="{233409E2-3517-7A4C-BEB5-5263C444841E}" type="pres">
      <dgm:prSet presAssocID="{9E1BB278-1A1A-4A46-9020-9AF352B689A7}" presName="childNode" presStyleLbl="node1" presStyleIdx="0" presStyleCnt="5">
        <dgm:presLayoutVars>
          <dgm:bulletEnabled val="1"/>
        </dgm:presLayoutVars>
      </dgm:prSet>
      <dgm:spPr/>
    </dgm:pt>
    <dgm:pt modelId="{40DB0604-1C52-B748-8459-BAD79D6B68A5}" type="pres">
      <dgm:prSet presAssocID="{9E1BB278-1A1A-4A46-9020-9AF352B689A7}" presName="aSpace2" presStyleCnt="0"/>
      <dgm:spPr/>
    </dgm:pt>
    <dgm:pt modelId="{4577C2A4-77EB-034F-ACEE-CA8EB258F917}" type="pres">
      <dgm:prSet presAssocID="{E7AF7DA3-8F39-6644-86AD-A3F4E4EC57DA}" presName="childNode" presStyleLbl="node1" presStyleIdx="1" presStyleCnt="5">
        <dgm:presLayoutVars>
          <dgm:bulletEnabled val="1"/>
        </dgm:presLayoutVars>
      </dgm:prSet>
      <dgm:spPr/>
    </dgm:pt>
    <dgm:pt modelId="{C39FFFAF-1B3F-A544-BA7A-5111B168112B}" type="pres">
      <dgm:prSet presAssocID="{0486AA29-E5A5-9243-960E-82795CCEDD27}" presName="aSpace" presStyleCnt="0"/>
      <dgm:spPr/>
    </dgm:pt>
    <dgm:pt modelId="{F506E3B0-BA8B-C54C-920B-DAF66C3AB2ED}" type="pres">
      <dgm:prSet presAssocID="{A386BD18-CBF6-354F-A16C-70A68D4BE74B}" presName="compNode" presStyleCnt="0"/>
      <dgm:spPr/>
    </dgm:pt>
    <dgm:pt modelId="{69066A2D-01B8-BD48-83E0-6DECB12724EA}" type="pres">
      <dgm:prSet presAssocID="{A386BD18-CBF6-354F-A16C-70A68D4BE74B}" presName="aNode" presStyleLbl="bgShp" presStyleIdx="1" presStyleCnt="4"/>
      <dgm:spPr/>
    </dgm:pt>
    <dgm:pt modelId="{2E3A8245-3DBF-9440-A505-C2F4FE3386D0}" type="pres">
      <dgm:prSet presAssocID="{A386BD18-CBF6-354F-A16C-70A68D4BE74B}" presName="textNode" presStyleLbl="bgShp" presStyleIdx="1" presStyleCnt="4"/>
      <dgm:spPr/>
    </dgm:pt>
    <dgm:pt modelId="{07F2628C-D176-D741-8F61-85961CB1EA9D}" type="pres">
      <dgm:prSet presAssocID="{A386BD18-CBF6-354F-A16C-70A68D4BE74B}" presName="compChildNode" presStyleCnt="0"/>
      <dgm:spPr/>
    </dgm:pt>
    <dgm:pt modelId="{D4400DDE-C2D4-C44F-A433-630C4C3C8ED9}" type="pres">
      <dgm:prSet presAssocID="{A386BD18-CBF6-354F-A16C-70A68D4BE74B}" presName="theInnerList" presStyleCnt="0"/>
      <dgm:spPr/>
    </dgm:pt>
    <dgm:pt modelId="{F5203C34-B1E2-054E-B5B5-A3A3CB4C512C}" type="pres">
      <dgm:prSet presAssocID="{B69DBFFA-08CD-F54C-B63E-77ADAA1B6D69}" presName="childNode" presStyleLbl="node1" presStyleIdx="2" presStyleCnt="5">
        <dgm:presLayoutVars>
          <dgm:bulletEnabled val="1"/>
        </dgm:presLayoutVars>
      </dgm:prSet>
      <dgm:spPr/>
    </dgm:pt>
    <dgm:pt modelId="{C37709BE-D787-ED4E-A579-91870AB622BB}" type="pres">
      <dgm:prSet presAssocID="{A386BD18-CBF6-354F-A16C-70A68D4BE74B}" presName="aSpace" presStyleCnt="0"/>
      <dgm:spPr/>
    </dgm:pt>
    <dgm:pt modelId="{C53523C4-7B02-8048-9C50-9A2386AA29B9}" type="pres">
      <dgm:prSet presAssocID="{57CDA6A9-2D07-E34A-8471-2E2640D84F93}" presName="compNode" presStyleCnt="0"/>
      <dgm:spPr/>
    </dgm:pt>
    <dgm:pt modelId="{5EF363CB-8B94-2443-BEF3-EF6DDD0821FD}" type="pres">
      <dgm:prSet presAssocID="{57CDA6A9-2D07-E34A-8471-2E2640D84F93}" presName="aNode" presStyleLbl="bgShp" presStyleIdx="2" presStyleCnt="4"/>
      <dgm:spPr/>
    </dgm:pt>
    <dgm:pt modelId="{A99B5541-C20B-614C-B947-E843A2A4EEB9}" type="pres">
      <dgm:prSet presAssocID="{57CDA6A9-2D07-E34A-8471-2E2640D84F93}" presName="textNode" presStyleLbl="bgShp" presStyleIdx="2" presStyleCnt="4"/>
      <dgm:spPr/>
    </dgm:pt>
    <dgm:pt modelId="{70FA25A6-F1B4-1449-957C-619BB490C5C6}" type="pres">
      <dgm:prSet presAssocID="{57CDA6A9-2D07-E34A-8471-2E2640D84F93}" presName="compChildNode" presStyleCnt="0"/>
      <dgm:spPr/>
    </dgm:pt>
    <dgm:pt modelId="{C9DE6BF9-FC05-4741-930C-3D568BA29E5E}" type="pres">
      <dgm:prSet presAssocID="{57CDA6A9-2D07-E34A-8471-2E2640D84F93}" presName="theInnerList" presStyleCnt="0"/>
      <dgm:spPr/>
    </dgm:pt>
    <dgm:pt modelId="{21407BB1-ACEF-CF4A-9F72-95F2944F9C99}" type="pres">
      <dgm:prSet presAssocID="{4B3CBF0C-CAE4-2F48-B104-30296EE6E18F}" presName="childNode" presStyleLbl="node1" presStyleIdx="3" presStyleCnt="5">
        <dgm:presLayoutVars>
          <dgm:bulletEnabled val="1"/>
        </dgm:presLayoutVars>
      </dgm:prSet>
      <dgm:spPr/>
    </dgm:pt>
    <dgm:pt modelId="{83ADD24E-978F-BC44-8F34-699AAA7E29A1}" type="pres">
      <dgm:prSet presAssocID="{57CDA6A9-2D07-E34A-8471-2E2640D84F93}" presName="aSpace" presStyleCnt="0"/>
      <dgm:spPr/>
    </dgm:pt>
    <dgm:pt modelId="{BCEE3A85-066B-FA44-8CD5-0F9E61BB6A6E}" type="pres">
      <dgm:prSet presAssocID="{11A54360-05EA-6249-B427-0AEB8956CC27}" presName="compNode" presStyleCnt="0"/>
      <dgm:spPr/>
    </dgm:pt>
    <dgm:pt modelId="{6E4984E4-D558-E841-A9CC-6760B3ECF2E1}" type="pres">
      <dgm:prSet presAssocID="{11A54360-05EA-6249-B427-0AEB8956CC27}" presName="aNode" presStyleLbl="bgShp" presStyleIdx="3" presStyleCnt="4"/>
      <dgm:spPr/>
    </dgm:pt>
    <dgm:pt modelId="{8C3DA6FF-F1DE-0243-867A-3D4A7637864C}" type="pres">
      <dgm:prSet presAssocID="{11A54360-05EA-6249-B427-0AEB8956CC27}" presName="textNode" presStyleLbl="bgShp" presStyleIdx="3" presStyleCnt="4"/>
      <dgm:spPr/>
    </dgm:pt>
    <dgm:pt modelId="{0078F2CE-84B9-2049-9FBB-E5E084BD25EB}" type="pres">
      <dgm:prSet presAssocID="{11A54360-05EA-6249-B427-0AEB8956CC27}" presName="compChildNode" presStyleCnt="0"/>
      <dgm:spPr/>
    </dgm:pt>
    <dgm:pt modelId="{950BF534-5452-B14F-81D6-30487881F73E}" type="pres">
      <dgm:prSet presAssocID="{11A54360-05EA-6249-B427-0AEB8956CC27}" presName="theInnerList" presStyleCnt="0"/>
      <dgm:spPr/>
    </dgm:pt>
    <dgm:pt modelId="{6EC0DA58-F2F0-834F-854D-AFA80713B70B}" type="pres">
      <dgm:prSet presAssocID="{445F2316-3501-4142-84BD-8F530C00D190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A2FB220E-6CD7-4946-95E9-44BF054A99F8}" srcId="{1C54A004-15AC-4844-AF32-473067E8DE17}" destId="{A386BD18-CBF6-354F-A16C-70A68D4BE74B}" srcOrd="1" destOrd="0" parTransId="{DE34E86F-7325-1045-A71F-BEC02514AAEF}" sibTransId="{285C3DF3-0969-F540-934F-9AB4BC0A4CE0}"/>
    <dgm:cxn modelId="{17BB972E-0CDF-2A4F-9AB6-F07117A20488}" srcId="{A386BD18-CBF6-354F-A16C-70A68D4BE74B}" destId="{B69DBFFA-08CD-F54C-B63E-77ADAA1B6D69}" srcOrd="0" destOrd="0" parTransId="{98C2B27E-7D38-B54A-966D-8FE01A8D6D78}" sibTransId="{28D9838E-6430-FD45-926B-BB88A3CAD589}"/>
    <dgm:cxn modelId="{198A3131-041F-334D-A5FC-7375BF095AAB}" type="presOf" srcId="{11A54360-05EA-6249-B427-0AEB8956CC27}" destId="{8C3DA6FF-F1DE-0243-867A-3D4A7637864C}" srcOrd="1" destOrd="0" presId="urn:microsoft.com/office/officeart/2005/8/layout/lProcess2"/>
    <dgm:cxn modelId="{110FD133-320D-AB4F-9028-250379BBE5ED}" type="presOf" srcId="{E7AF7DA3-8F39-6644-86AD-A3F4E4EC57DA}" destId="{4577C2A4-77EB-034F-ACEE-CA8EB258F917}" srcOrd="0" destOrd="0" presId="urn:microsoft.com/office/officeart/2005/8/layout/lProcess2"/>
    <dgm:cxn modelId="{CB8E7B5D-3F41-0A4F-A087-9C91224AB0A4}" srcId="{11A54360-05EA-6249-B427-0AEB8956CC27}" destId="{445F2316-3501-4142-84BD-8F530C00D190}" srcOrd="0" destOrd="0" parTransId="{9BE3046E-6330-124D-864E-FD05B3E7DD6E}" sibTransId="{C45F7CB5-7CBC-1B46-9803-EEF81298AD49}"/>
    <dgm:cxn modelId="{48F5DD62-2BB1-DC4D-BFEC-8B4B41A03AF3}" srcId="{1C54A004-15AC-4844-AF32-473067E8DE17}" destId="{11A54360-05EA-6249-B427-0AEB8956CC27}" srcOrd="3" destOrd="0" parTransId="{78BB2D74-FCA7-6F47-B257-BB3BB7890BCF}" sibTransId="{F6771AA0-EF1F-D74A-9899-8E4D92E71818}"/>
    <dgm:cxn modelId="{EC72C946-1036-5F42-8901-38B3C0D598EC}" type="presOf" srcId="{B69DBFFA-08CD-F54C-B63E-77ADAA1B6D69}" destId="{F5203C34-B1E2-054E-B5B5-A3A3CB4C512C}" srcOrd="0" destOrd="0" presId="urn:microsoft.com/office/officeart/2005/8/layout/lProcess2"/>
    <dgm:cxn modelId="{085E886A-FF25-8B48-95F5-89470DE7E7BA}" type="presOf" srcId="{4B3CBF0C-CAE4-2F48-B104-30296EE6E18F}" destId="{21407BB1-ACEF-CF4A-9F72-95F2944F9C99}" srcOrd="0" destOrd="0" presId="urn:microsoft.com/office/officeart/2005/8/layout/lProcess2"/>
    <dgm:cxn modelId="{22B55D53-8383-4042-83FB-DCB791774E43}" srcId="{57CDA6A9-2D07-E34A-8471-2E2640D84F93}" destId="{4B3CBF0C-CAE4-2F48-B104-30296EE6E18F}" srcOrd="0" destOrd="0" parTransId="{E7B150D6-D58B-AC4F-95C3-93FD0DD335B2}" sibTransId="{CC998714-1FD8-0445-83B8-ADDE3821F0C9}"/>
    <dgm:cxn modelId="{461FE593-1ED8-7743-B5C9-63A8F6D95BDE}" srcId="{0486AA29-E5A5-9243-960E-82795CCEDD27}" destId="{9E1BB278-1A1A-4A46-9020-9AF352B689A7}" srcOrd="0" destOrd="0" parTransId="{6332A092-2E55-F74C-8198-63DB6CBDEA8B}" sibTransId="{9FBDDBE0-8995-5E42-A114-7173C576B282}"/>
    <dgm:cxn modelId="{244C1F96-C92B-C343-97FE-D17C2CED6939}" type="presOf" srcId="{9E1BB278-1A1A-4A46-9020-9AF352B689A7}" destId="{233409E2-3517-7A4C-BEB5-5263C444841E}" srcOrd="0" destOrd="0" presId="urn:microsoft.com/office/officeart/2005/8/layout/lProcess2"/>
    <dgm:cxn modelId="{C54C729A-E052-BC47-90EC-5D5CCD65118B}" srcId="{0486AA29-E5A5-9243-960E-82795CCEDD27}" destId="{E7AF7DA3-8F39-6644-86AD-A3F4E4EC57DA}" srcOrd="1" destOrd="0" parTransId="{0139B2E6-72B2-454C-ABC6-0F1EA86B5FFE}" sibTransId="{5C580AA9-B324-B441-9021-8AD86790616F}"/>
    <dgm:cxn modelId="{DC38D7B0-2D2B-4147-A8EF-5E12715B28D6}" srcId="{1C54A004-15AC-4844-AF32-473067E8DE17}" destId="{57CDA6A9-2D07-E34A-8471-2E2640D84F93}" srcOrd="2" destOrd="0" parTransId="{C5384C59-4227-1246-91DE-9259F4F88104}" sibTransId="{CF55997B-5A21-C940-AE32-4F0DEE926114}"/>
    <dgm:cxn modelId="{9936FDBD-7C2F-6148-9B39-A66689E195D1}" srcId="{1C54A004-15AC-4844-AF32-473067E8DE17}" destId="{0486AA29-E5A5-9243-960E-82795CCEDD27}" srcOrd="0" destOrd="0" parTransId="{070B335D-329F-CA42-9BAD-58D5BEB322B0}" sibTransId="{E2A68C5E-BD77-5343-9F30-F57BDA2C42B1}"/>
    <dgm:cxn modelId="{F86784CA-6325-D44E-9212-44CCEA3ECD60}" type="presOf" srcId="{0486AA29-E5A5-9243-960E-82795CCEDD27}" destId="{C548B9DE-C5DC-6844-977B-D8B3C7D73A02}" srcOrd="1" destOrd="0" presId="urn:microsoft.com/office/officeart/2005/8/layout/lProcess2"/>
    <dgm:cxn modelId="{5FF60ED8-2542-A049-AB1E-980AC5D7EC93}" type="presOf" srcId="{0486AA29-E5A5-9243-960E-82795CCEDD27}" destId="{F74D3B63-52AA-0F4D-B509-89B391844F76}" srcOrd="0" destOrd="0" presId="urn:microsoft.com/office/officeart/2005/8/layout/lProcess2"/>
    <dgm:cxn modelId="{C12C7BD9-870D-534E-9C3C-270A3D0CC136}" type="presOf" srcId="{A386BD18-CBF6-354F-A16C-70A68D4BE74B}" destId="{2E3A8245-3DBF-9440-A505-C2F4FE3386D0}" srcOrd="1" destOrd="0" presId="urn:microsoft.com/office/officeart/2005/8/layout/lProcess2"/>
    <dgm:cxn modelId="{DA6096EF-B70F-C34B-AADE-09CE9D651AD2}" type="presOf" srcId="{57CDA6A9-2D07-E34A-8471-2E2640D84F93}" destId="{A99B5541-C20B-614C-B947-E843A2A4EEB9}" srcOrd="1" destOrd="0" presId="urn:microsoft.com/office/officeart/2005/8/layout/lProcess2"/>
    <dgm:cxn modelId="{FCF8DCF0-E244-974F-8B6C-22F31F7173EA}" type="presOf" srcId="{11A54360-05EA-6249-B427-0AEB8956CC27}" destId="{6E4984E4-D558-E841-A9CC-6760B3ECF2E1}" srcOrd="0" destOrd="0" presId="urn:microsoft.com/office/officeart/2005/8/layout/lProcess2"/>
    <dgm:cxn modelId="{B9BDEFF0-80FC-8942-9E48-4E804F347F00}" type="presOf" srcId="{57CDA6A9-2D07-E34A-8471-2E2640D84F93}" destId="{5EF363CB-8B94-2443-BEF3-EF6DDD0821FD}" srcOrd="0" destOrd="0" presId="urn:microsoft.com/office/officeart/2005/8/layout/lProcess2"/>
    <dgm:cxn modelId="{ACB84AF2-01CC-114E-940F-DE66705276E8}" type="presOf" srcId="{445F2316-3501-4142-84BD-8F530C00D190}" destId="{6EC0DA58-F2F0-834F-854D-AFA80713B70B}" srcOrd="0" destOrd="0" presId="urn:microsoft.com/office/officeart/2005/8/layout/lProcess2"/>
    <dgm:cxn modelId="{A3F812F5-EFCB-034D-94E3-7513FA964A5A}" type="presOf" srcId="{A386BD18-CBF6-354F-A16C-70A68D4BE74B}" destId="{69066A2D-01B8-BD48-83E0-6DECB12724EA}" srcOrd="0" destOrd="0" presId="urn:microsoft.com/office/officeart/2005/8/layout/lProcess2"/>
    <dgm:cxn modelId="{FBC067FF-14F2-C24B-8E38-75966ACAC571}" type="presOf" srcId="{1C54A004-15AC-4844-AF32-473067E8DE17}" destId="{813B946C-81D6-DA4E-906A-5D3346D4B772}" srcOrd="0" destOrd="0" presId="urn:microsoft.com/office/officeart/2005/8/layout/lProcess2"/>
    <dgm:cxn modelId="{6A8EB4AA-982C-014E-AAC6-D594E8FE949B}" type="presParOf" srcId="{813B946C-81D6-DA4E-906A-5D3346D4B772}" destId="{15986667-D2BA-7F4B-A59A-AB1F66D9DF53}" srcOrd="0" destOrd="0" presId="urn:microsoft.com/office/officeart/2005/8/layout/lProcess2"/>
    <dgm:cxn modelId="{7DEBD44A-63D0-5F49-A813-0C311C4E5D26}" type="presParOf" srcId="{15986667-D2BA-7F4B-A59A-AB1F66D9DF53}" destId="{F74D3B63-52AA-0F4D-B509-89B391844F76}" srcOrd="0" destOrd="0" presId="urn:microsoft.com/office/officeart/2005/8/layout/lProcess2"/>
    <dgm:cxn modelId="{0CB80E1D-D772-9E4C-BB6C-B47AE7B0905D}" type="presParOf" srcId="{15986667-D2BA-7F4B-A59A-AB1F66D9DF53}" destId="{C548B9DE-C5DC-6844-977B-D8B3C7D73A02}" srcOrd="1" destOrd="0" presId="urn:microsoft.com/office/officeart/2005/8/layout/lProcess2"/>
    <dgm:cxn modelId="{57DB8612-F2B7-AF49-AA42-FAB3DB425CF8}" type="presParOf" srcId="{15986667-D2BA-7F4B-A59A-AB1F66D9DF53}" destId="{E79FF505-2B64-7145-9800-2C2C12455361}" srcOrd="2" destOrd="0" presId="urn:microsoft.com/office/officeart/2005/8/layout/lProcess2"/>
    <dgm:cxn modelId="{57B659B3-F33B-A046-A909-D25720F46F00}" type="presParOf" srcId="{E79FF505-2B64-7145-9800-2C2C12455361}" destId="{A6A77317-625E-E748-9E04-D65329F26D53}" srcOrd="0" destOrd="0" presId="urn:microsoft.com/office/officeart/2005/8/layout/lProcess2"/>
    <dgm:cxn modelId="{9997555C-09AD-FA46-A8F2-289EB9E1FC43}" type="presParOf" srcId="{A6A77317-625E-E748-9E04-D65329F26D53}" destId="{233409E2-3517-7A4C-BEB5-5263C444841E}" srcOrd="0" destOrd="0" presId="urn:microsoft.com/office/officeart/2005/8/layout/lProcess2"/>
    <dgm:cxn modelId="{2E80D9EA-98AC-8A4B-822C-67AC2808932E}" type="presParOf" srcId="{A6A77317-625E-E748-9E04-D65329F26D53}" destId="{40DB0604-1C52-B748-8459-BAD79D6B68A5}" srcOrd="1" destOrd="0" presId="urn:microsoft.com/office/officeart/2005/8/layout/lProcess2"/>
    <dgm:cxn modelId="{CDAC666C-C6E9-F64B-B68B-20BE68AF38AB}" type="presParOf" srcId="{A6A77317-625E-E748-9E04-D65329F26D53}" destId="{4577C2A4-77EB-034F-ACEE-CA8EB258F917}" srcOrd="2" destOrd="0" presId="urn:microsoft.com/office/officeart/2005/8/layout/lProcess2"/>
    <dgm:cxn modelId="{94CEB5B4-893B-B44B-B336-978C92080F27}" type="presParOf" srcId="{813B946C-81D6-DA4E-906A-5D3346D4B772}" destId="{C39FFFAF-1B3F-A544-BA7A-5111B168112B}" srcOrd="1" destOrd="0" presId="urn:microsoft.com/office/officeart/2005/8/layout/lProcess2"/>
    <dgm:cxn modelId="{DE88FEF5-E9B3-EF44-B7C8-04515023D286}" type="presParOf" srcId="{813B946C-81D6-DA4E-906A-5D3346D4B772}" destId="{F506E3B0-BA8B-C54C-920B-DAF66C3AB2ED}" srcOrd="2" destOrd="0" presId="urn:microsoft.com/office/officeart/2005/8/layout/lProcess2"/>
    <dgm:cxn modelId="{3808029B-2964-674F-8F5B-83FCBEF07401}" type="presParOf" srcId="{F506E3B0-BA8B-C54C-920B-DAF66C3AB2ED}" destId="{69066A2D-01B8-BD48-83E0-6DECB12724EA}" srcOrd="0" destOrd="0" presId="urn:microsoft.com/office/officeart/2005/8/layout/lProcess2"/>
    <dgm:cxn modelId="{D39A6137-AF16-6744-B977-3445FEE162E0}" type="presParOf" srcId="{F506E3B0-BA8B-C54C-920B-DAF66C3AB2ED}" destId="{2E3A8245-3DBF-9440-A505-C2F4FE3386D0}" srcOrd="1" destOrd="0" presId="urn:microsoft.com/office/officeart/2005/8/layout/lProcess2"/>
    <dgm:cxn modelId="{B15B6E53-0EC4-3B43-B175-9DABCD744179}" type="presParOf" srcId="{F506E3B0-BA8B-C54C-920B-DAF66C3AB2ED}" destId="{07F2628C-D176-D741-8F61-85961CB1EA9D}" srcOrd="2" destOrd="0" presId="urn:microsoft.com/office/officeart/2005/8/layout/lProcess2"/>
    <dgm:cxn modelId="{7718FE46-5D8D-A941-B949-796EC45A14ED}" type="presParOf" srcId="{07F2628C-D176-D741-8F61-85961CB1EA9D}" destId="{D4400DDE-C2D4-C44F-A433-630C4C3C8ED9}" srcOrd="0" destOrd="0" presId="urn:microsoft.com/office/officeart/2005/8/layout/lProcess2"/>
    <dgm:cxn modelId="{FDBE7D61-21D0-4147-A535-1A511264D4FF}" type="presParOf" srcId="{D4400DDE-C2D4-C44F-A433-630C4C3C8ED9}" destId="{F5203C34-B1E2-054E-B5B5-A3A3CB4C512C}" srcOrd="0" destOrd="0" presId="urn:microsoft.com/office/officeart/2005/8/layout/lProcess2"/>
    <dgm:cxn modelId="{39790C1E-0005-664C-A828-80DA1036D7BD}" type="presParOf" srcId="{813B946C-81D6-DA4E-906A-5D3346D4B772}" destId="{C37709BE-D787-ED4E-A579-91870AB622BB}" srcOrd="3" destOrd="0" presId="urn:microsoft.com/office/officeart/2005/8/layout/lProcess2"/>
    <dgm:cxn modelId="{7BA7C256-9BAF-3040-A4C9-1C093B6583AF}" type="presParOf" srcId="{813B946C-81D6-DA4E-906A-5D3346D4B772}" destId="{C53523C4-7B02-8048-9C50-9A2386AA29B9}" srcOrd="4" destOrd="0" presId="urn:microsoft.com/office/officeart/2005/8/layout/lProcess2"/>
    <dgm:cxn modelId="{7E96338A-03E2-F346-83A6-706FAA363446}" type="presParOf" srcId="{C53523C4-7B02-8048-9C50-9A2386AA29B9}" destId="{5EF363CB-8B94-2443-BEF3-EF6DDD0821FD}" srcOrd="0" destOrd="0" presId="urn:microsoft.com/office/officeart/2005/8/layout/lProcess2"/>
    <dgm:cxn modelId="{1BB2F00E-ADAF-034C-B360-2EEF839015EC}" type="presParOf" srcId="{C53523C4-7B02-8048-9C50-9A2386AA29B9}" destId="{A99B5541-C20B-614C-B947-E843A2A4EEB9}" srcOrd="1" destOrd="0" presId="urn:microsoft.com/office/officeart/2005/8/layout/lProcess2"/>
    <dgm:cxn modelId="{6544BF09-6CBE-CC4E-B60A-EEB0DCCA9061}" type="presParOf" srcId="{C53523C4-7B02-8048-9C50-9A2386AA29B9}" destId="{70FA25A6-F1B4-1449-957C-619BB490C5C6}" srcOrd="2" destOrd="0" presId="urn:microsoft.com/office/officeart/2005/8/layout/lProcess2"/>
    <dgm:cxn modelId="{791263EB-7590-3F40-9161-41C45C20C63F}" type="presParOf" srcId="{70FA25A6-F1B4-1449-957C-619BB490C5C6}" destId="{C9DE6BF9-FC05-4741-930C-3D568BA29E5E}" srcOrd="0" destOrd="0" presId="urn:microsoft.com/office/officeart/2005/8/layout/lProcess2"/>
    <dgm:cxn modelId="{3F6FACF7-50A6-AA4F-8F33-E4F1E352D1AB}" type="presParOf" srcId="{C9DE6BF9-FC05-4741-930C-3D568BA29E5E}" destId="{21407BB1-ACEF-CF4A-9F72-95F2944F9C99}" srcOrd="0" destOrd="0" presId="urn:microsoft.com/office/officeart/2005/8/layout/lProcess2"/>
    <dgm:cxn modelId="{2F293B64-48C4-0343-AC44-EA4FB86FA598}" type="presParOf" srcId="{813B946C-81D6-DA4E-906A-5D3346D4B772}" destId="{83ADD24E-978F-BC44-8F34-699AAA7E29A1}" srcOrd="5" destOrd="0" presId="urn:microsoft.com/office/officeart/2005/8/layout/lProcess2"/>
    <dgm:cxn modelId="{F9B8AA21-E5C4-064B-9A22-A30A413B652F}" type="presParOf" srcId="{813B946C-81D6-DA4E-906A-5D3346D4B772}" destId="{BCEE3A85-066B-FA44-8CD5-0F9E61BB6A6E}" srcOrd="6" destOrd="0" presId="urn:microsoft.com/office/officeart/2005/8/layout/lProcess2"/>
    <dgm:cxn modelId="{40C6C866-E443-354E-8B73-675175463299}" type="presParOf" srcId="{BCEE3A85-066B-FA44-8CD5-0F9E61BB6A6E}" destId="{6E4984E4-D558-E841-A9CC-6760B3ECF2E1}" srcOrd="0" destOrd="0" presId="urn:microsoft.com/office/officeart/2005/8/layout/lProcess2"/>
    <dgm:cxn modelId="{CF2F69DB-1487-B24B-9228-429E47914A1B}" type="presParOf" srcId="{BCEE3A85-066B-FA44-8CD5-0F9E61BB6A6E}" destId="{8C3DA6FF-F1DE-0243-867A-3D4A7637864C}" srcOrd="1" destOrd="0" presId="urn:microsoft.com/office/officeart/2005/8/layout/lProcess2"/>
    <dgm:cxn modelId="{0635C57F-9678-434E-B079-C2BE91158FDF}" type="presParOf" srcId="{BCEE3A85-066B-FA44-8CD5-0F9E61BB6A6E}" destId="{0078F2CE-84B9-2049-9FBB-E5E084BD25EB}" srcOrd="2" destOrd="0" presId="urn:microsoft.com/office/officeart/2005/8/layout/lProcess2"/>
    <dgm:cxn modelId="{2BF19C01-873F-3D4B-893A-2C463A9B7E7C}" type="presParOf" srcId="{0078F2CE-84B9-2049-9FBB-E5E084BD25EB}" destId="{950BF534-5452-B14F-81D6-30487881F73E}" srcOrd="0" destOrd="0" presId="urn:microsoft.com/office/officeart/2005/8/layout/lProcess2"/>
    <dgm:cxn modelId="{5F9FBFC1-3700-A840-84D7-069687C5F4F9}" type="presParOf" srcId="{950BF534-5452-B14F-81D6-30487881F73E}" destId="{6EC0DA58-F2F0-834F-854D-AFA80713B70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075CF2-4A1D-D248-B2FC-EF82A4EAA1C1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8C3D44-A117-4E4A-9E67-E09CF4B9D512}">
      <dgm:prSet phldrT="[Text]"/>
      <dgm:spPr>
        <a:solidFill>
          <a:schemeClr val="accent5">
            <a:lumMod val="75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Filtering rules are based on information contained in a network packet</a:t>
          </a:r>
        </a:p>
      </dgm:t>
    </dgm:pt>
    <dgm:pt modelId="{F29F054B-A395-E043-881E-90CAEBCC6513}" type="parTrans" cxnId="{AA92E98A-0773-BD44-8FA2-7D1B662A6B1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68F31D-1EBB-5F47-A977-5B352F25FFC0}" type="sibTrans" cxnId="{AA92E98A-0773-BD44-8FA2-7D1B662A6B1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853777C-A2A5-2F40-81CC-F02A59E49DDB}">
      <dgm:prSet/>
      <dgm:spPr>
        <a:solidFill>
          <a:schemeClr val="accent5">
            <a:lumMod val="40000"/>
            <a:lumOff val="6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Source IP address</a:t>
          </a:r>
        </a:p>
      </dgm:t>
    </dgm:pt>
    <dgm:pt modelId="{8614323F-0E29-C24D-9208-923A877DDAF7}" type="parTrans" cxnId="{B0286157-2581-604A-9102-CA9B4DA1BD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60C821-5CF3-734F-81BC-CB8DE7E07684}" type="sibTrans" cxnId="{B0286157-2581-604A-9102-CA9B4DA1BD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97B89F-ACEA-DA44-8651-68BC248E4AAC}">
      <dgm:prSet/>
      <dgm:spPr>
        <a:solidFill>
          <a:schemeClr val="accent5">
            <a:lumMod val="40000"/>
            <a:lumOff val="6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Destination IP address</a:t>
          </a:r>
        </a:p>
      </dgm:t>
    </dgm:pt>
    <dgm:pt modelId="{CAD7E9A4-3CA4-7240-8A3B-571CD1DDB379}" type="parTrans" cxnId="{2284E4F3-1439-744D-B00E-3E4D88D1CE4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1BEC0B-6D14-C84E-9900-0AC6D964A58B}" type="sibTrans" cxnId="{2284E4F3-1439-744D-B00E-3E4D88D1CE4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71D84E-346F-F04A-A10E-A8C4E1B8135D}">
      <dgm:prSet/>
      <dgm:spPr>
        <a:solidFill>
          <a:schemeClr val="accent5">
            <a:lumMod val="40000"/>
            <a:lumOff val="6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Source and destination transport-level address</a:t>
          </a:r>
        </a:p>
      </dgm:t>
    </dgm:pt>
    <dgm:pt modelId="{377F236C-9BA0-DE4E-B535-0073B0AD603F}" type="parTrans" cxnId="{F2ACCE61-3391-1745-8489-BA483F7FB7B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3BA8B5-3E41-954A-83D2-CF552B751EDC}" type="sibTrans" cxnId="{F2ACCE61-3391-1745-8489-BA483F7FB7B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A901BF-71FC-B64C-9DC5-259D21A670DA}">
      <dgm:prSet/>
      <dgm:spPr>
        <a:solidFill>
          <a:schemeClr val="accent5">
            <a:lumMod val="40000"/>
            <a:lumOff val="6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IP protocol field</a:t>
          </a:r>
        </a:p>
      </dgm:t>
    </dgm:pt>
    <dgm:pt modelId="{EE6F0A62-D4D6-E74F-8CB5-8B645432EE45}" type="parTrans" cxnId="{82277348-65B9-B146-B4D8-3F45A71B573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5E86D-77CE-5A41-A732-7D749D3B3B58}" type="sibTrans" cxnId="{82277348-65B9-B146-B4D8-3F45A71B573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D4CB05-BDD2-164D-BEC8-367865314CEF}">
      <dgm:prSet/>
      <dgm:spPr>
        <a:solidFill>
          <a:schemeClr val="accent5">
            <a:lumMod val="40000"/>
            <a:lumOff val="60000"/>
            <a:alpha val="90000"/>
          </a:schemeClr>
        </a:solidFill>
        <a:ln>
          <a:solidFill>
            <a:schemeClr val="accent5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dirty="0">
              <a:effectLst/>
              <a:latin typeface="Arial" panose="020B0604020202020204" pitchFamily="34" charset="0"/>
              <a:cs typeface="Arial" panose="020B0604020202020204" pitchFamily="34" charset="0"/>
            </a:rPr>
            <a:t>Interface</a:t>
          </a:r>
        </a:p>
      </dgm:t>
    </dgm:pt>
    <dgm:pt modelId="{A0848D3D-8276-0D49-AC8D-81CF94A56874}" type="parTrans" cxnId="{AF06C460-B257-BB4A-96A5-532D10722D7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285DA6-D726-0D45-A422-473F4CFD48F5}" type="sibTrans" cxnId="{AF06C460-B257-BB4A-96A5-532D10722D7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C7EF82-39B7-F144-B383-68BBBD4626B1}" type="pres">
      <dgm:prSet presAssocID="{5C075CF2-4A1D-D248-B2FC-EF82A4EAA1C1}" presName="Name0" presStyleCnt="0">
        <dgm:presLayoutVars>
          <dgm:dir/>
          <dgm:animLvl val="lvl"/>
          <dgm:resizeHandles val="exact"/>
        </dgm:presLayoutVars>
      </dgm:prSet>
      <dgm:spPr/>
    </dgm:pt>
    <dgm:pt modelId="{F563613D-9176-1046-8535-C48DBFF305C1}" type="pres">
      <dgm:prSet presAssocID="{238C3D44-A117-4E4A-9E67-E09CF4B9D512}" presName="composite" presStyleCnt="0"/>
      <dgm:spPr/>
    </dgm:pt>
    <dgm:pt modelId="{1BA9FBF5-6ABB-C64A-8A51-9ED48CEBDC31}" type="pres">
      <dgm:prSet presAssocID="{238C3D44-A117-4E4A-9E67-E09CF4B9D51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43A4F69-133B-A849-99D7-8121D32013C5}" type="pres">
      <dgm:prSet presAssocID="{238C3D44-A117-4E4A-9E67-E09CF4B9D51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D1E68A0B-D9D6-2B45-8384-8BE06324BDAE}" type="presOf" srcId="{2397B89F-ACEA-DA44-8651-68BC248E4AAC}" destId="{F43A4F69-133B-A849-99D7-8121D32013C5}" srcOrd="0" destOrd="1" presId="urn:microsoft.com/office/officeart/2005/8/layout/hList1"/>
    <dgm:cxn modelId="{0BFC6920-EFB3-F24F-80BB-7BE0A372532D}" type="presOf" srcId="{C871D84E-346F-F04A-A10E-A8C4E1B8135D}" destId="{F43A4F69-133B-A849-99D7-8121D32013C5}" srcOrd="0" destOrd="2" presId="urn:microsoft.com/office/officeart/2005/8/layout/hList1"/>
    <dgm:cxn modelId="{47359C3C-F676-6A45-A97C-A1D39409B0B5}" type="presOf" srcId="{D3D4CB05-BDD2-164D-BEC8-367865314CEF}" destId="{F43A4F69-133B-A849-99D7-8121D32013C5}" srcOrd="0" destOrd="4" presId="urn:microsoft.com/office/officeart/2005/8/layout/hList1"/>
    <dgm:cxn modelId="{AF06C460-B257-BB4A-96A5-532D10722D7A}" srcId="{238C3D44-A117-4E4A-9E67-E09CF4B9D512}" destId="{D3D4CB05-BDD2-164D-BEC8-367865314CEF}" srcOrd="4" destOrd="0" parTransId="{A0848D3D-8276-0D49-AC8D-81CF94A56874}" sibTransId="{76285DA6-D726-0D45-A422-473F4CFD48F5}"/>
    <dgm:cxn modelId="{F2ACCE61-3391-1745-8489-BA483F7FB7B0}" srcId="{238C3D44-A117-4E4A-9E67-E09CF4B9D512}" destId="{C871D84E-346F-F04A-A10E-A8C4E1B8135D}" srcOrd="2" destOrd="0" parTransId="{377F236C-9BA0-DE4E-B535-0073B0AD603F}" sibTransId="{223BA8B5-3E41-954A-83D2-CF552B751EDC}"/>
    <dgm:cxn modelId="{4819FB41-335A-E14F-B56C-4B7755C881B2}" type="presOf" srcId="{5C075CF2-4A1D-D248-B2FC-EF82A4EAA1C1}" destId="{6DC7EF82-39B7-F144-B383-68BBBD4626B1}" srcOrd="0" destOrd="0" presId="urn:microsoft.com/office/officeart/2005/8/layout/hList1"/>
    <dgm:cxn modelId="{46C12665-1F60-F940-83C7-FEC9C62AE1B5}" type="presOf" srcId="{7853777C-A2A5-2F40-81CC-F02A59E49DDB}" destId="{F43A4F69-133B-A849-99D7-8121D32013C5}" srcOrd="0" destOrd="0" presId="urn:microsoft.com/office/officeart/2005/8/layout/hList1"/>
    <dgm:cxn modelId="{A41B4666-0B7A-B743-8554-0225BD38D124}" type="presOf" srcId="{238C3D44-A117-4E4A-9E67-E09CF4B9D512}" destId="{1BA9FBF5-6ABB-C64A-8A51-9ED48CEBDC31}" srcOrd="0" destOrd="0" presId="urn:microsoft.com/office/officeart/2005/8/layout/hList1"/>
    <dgm:cxn modelId="{82277348-65B9-B146-B4D8-3F45A71B573F}" srcId="{238C3D44-A117-4E4A-9E67-E09CF4B9D512}" destId="{37A901BF-71FC-B64C-9DC5-259D21A670DA}" srcOrd="3" destOrd="0" parTransId="{EE6F0A62-D4D6-E74F-8CB5-8B645432EE45}" sibTransId="{9215E86D-77CE-5A41-A732-7D749D3B3B58}"/>
    <dgm:cxn modelId="{B0286157-2581-604A-9102-CA9B4DA1BD0C}" srcId="{238C3D44-A117-4E4A-9E67-E09CF4B9D512}" destId="{7853777C-A2A5-2F40-81CC-F02A59E49DDB}" srcOrd="0" destOrd="0" parTransId="{8614323F-0E29-C24D-9208-923A877DDAF7}" sibTransId="{AD60C821-5CF3-734F-81BC-CB8DE7E07684}"/>
    <dgm:cxn modelId="{AA92E98A-0773-BD44-8FA2-7D1B662A6B11}" srcId="{5C075CF2-4A1D-D248-B2FC-EF82A4EAA1C1}" destId="{238C3D44-A117-4E4A-9E67-E09CF4B9D512}" srcOrd="0" destOrd="0" parTransId="{F29F054B-A395-E043-881E-90CAEBCC6513}" sibTransId="{AC68F31D-1EBB-5F47-A977-5B352F25FFC0}"/>
    <dgm:cxn modelId="{4795B4AA-B7A2-A945-91A4-EC79B3836147}" type="presOf" srcId="{37A901BF-71FC-B64C-9DC5-259D21A670DA}" destId="{F43A4F69-133B-A849-99D7-8121D32013C5}" srcOrd="0" destOrd="3" presId="urn:microsoft.com/office/officeart/2005/8/layout/hList1"/>
    <dgm:cxn modelId="{2284E4F3-1439-744D-B00E-3E4D88D1CE45}" srcId="{238C3D44-A117-4E4A-9E67-E09CF4B9D512}" destId="{2397B89F-ACEA-DA44-8651-68BC248E4AAC}" srcOrd="1" destOrd="0" parTransId="{CAD7E9A4-3CA4-7240-8A3B-571CD1DDB379}" sibTransId="{F51BEC0B-6D14-C84E-9900-0AC6D964A58B}"/>
    <dgm:cxn modelId="{66B6C879-3849-0E4A-B5DB-C2E2AD66CCB5}" type="presParOf" srcId="{6DC7EF82-39B7-F144-B383-68BBBD4626B1}" destId="{F563613D-9176-1046-8535-C48DBFF305C1}" srcOrd="0" destOrd="0" presId="urn:microsoft.com/office/officeart/2005/8/layout/hList1"/>
    <dgm:cxn modelId="{2DBED5C1-2F04-1C4B-B1B9-EE1ABD97AA7E}" type="presParOf" srcId="{F563613D-9176-1046-8535-C48DBFF305C1}" destId="{1BA9FBF5-6ABB-C64A-8A51-9ED48CEBDC31}" srcOrd="0" destOrd="0" presId="urn:microsoft.com/office/officeart/2005/8/layout/hList1"/>
    <dgm:cxn modelId="{330BDECF-AD2A-494B-AD55-C1D645BEBE53}" type="presParOf" srcId="{F563613D-9176-1046-8535-C48DBFF305C1}" destId="{F43A4F69-133B-A849-99D7-8121D32013C5}" srcOrd="1" destOrd="0" presId="urn:microsoft.com/office/officeart/2005/8/layout/hList1"/>
  </dgm:cxnLst>
  <dgm:bg/>
  <dgm:whole>
    <a:ln>
      <a:solidFill>
        <a:schemeClr val="accent5">
          <a:lumMod val="5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39F22D-C2EC-034D-B2F2-9526C10DD7EE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08FFCB-FF60-9741-B84C-A7D2D03D4D17}">
      <dgm:prSet custT="1"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Bef>
              <a:spcPct val="0"/>
            </a:spcBef>
            <a:spcAft>
              <a:spcPts val="1200"/>
            </a:spcAft>
          </a:pPr>
          <a:r>
            <a:rPr lang="en-U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Tightens rules for TCP traffic by creating a directory of outbound TCP connections</a:t>
          </a:r>
          <a:endParaRPr lang="en-US" sz="160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C5BE99-9E42-C844-B971-245876CB968C}" type="parTrans" cxnId="{E2DC4D2F-44A7-684C-BDB7-50DF869F348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30D343-91BB-7A45-9CF0-C9ECD8E968E6}" type="sibTrans" cxnId="{E2DC4D2F-44A7-684C-BDB7-50DF869F348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81ED43-DBB5-9D40-A1EC-D9DD2D80A1B3}">
      <dgm:prSet custT="1"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Bef>
              <a:spcPts val="1800"/>
            </a:spcBef>
            <a:spcAft>
              <a:spcPts val="1200"/>
            </a:spcAft>
          </a:pPr>
          <a:r>
            <a:rPr lang="en-US"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There is an entry for each currently established connection</a:t>
          </a:r>
        </a:p>
      </dgm:t>
    </dgm:pt>
    <dgm:pt modelId="{45B678DB-3495-E54E-8429-A0B8E7E85BE6}" type="parTrans" cxnId="{A6EBFFE6-5E76-F049-AEA9-C60A096F521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4340CB-B715-FE4E-9A3C-1A6415072CBB}" type="sibTrans" cxnId="{A6EBFFE6-5E76-F049-AEA9-C60A096F521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18C2DF-0792-8545-BA38-1CB926073E7F}">
      <dgm:prSet custT="1"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Bef>
              <a:spcPts val="1800"/>
            </a:spcBef>
            <a:spcAft>
              <a:spcPts val="1200"/>
            </a:spcAft>
          </a:pPr>
          <a:r>
            <a:rPr lang="en-US"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Packet filter allows incoming traffic to high numbered ports only for those packets that fit the profile of one of the entries in this directory</a:t>
          </a:r>
        </a:p>
      </dgm:t>
    </dgm:pt>
    <dgm:pt modelId="{7A6335A5-3FE8-B44C-957E-89B3ACFD20F9}" type="parTrans" cxnId="{763F75C0-5E79-8C44-B2F4-B2B275E53AC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FAA812-6513-A14E-BF04-7F2863A2F79B}" type="sibTrans" cxnId="{763F75C0-5E79-8C44-B2F4-B2B275E53AC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D0EE88-33FF-F94F-9D0A-84FBB3DDAE7E}">
      <dgm:prSet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Aft>
              <a:spcPts val="1200"/>
            </a:spcAft>
          </a:pPr>
          <a:r>
            <a:rPr lang="en-U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Reviews packet information but also records information about TCP connections</a:t>
          </a:r>
          <a:endParaRPr lang="en-US" sz="160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97FDCC-C39E-D84C-A007-38A193EBC831}" type="parTrans" cxnId="{A4FCD3BB-86C1-C14F-8213-A6C8097D7C4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29396-F441-134D-A60F-976F053FDDF9}" type="sibTrans" cxnId="{A4FCD3BB-86C1-C14F-8213-A6C8097D7C4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014868-35AD-6F44-89CF-98805423867F}">
      <dgm:prSet custT="1"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Aft>
              <a:spcPts val="1200"/>
            </a:spcAft>
          </a:pPr>
          <a:r>
            <a:rPr lang="en-US"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Keeps track of TCP sequence numbers to </a:t>
          </a:r>
          <a:r>
            <a:rPr lang="en-US" sz="1600" b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prevent attacks that depend on the sequence number</a:t>
          </a:r>
        </a:p>
      </dgm:t>
    </dgm:pt>
    <dgm:pt modelId="{51EC145C-15FD-4A47-8130-99D2D7F24B85}" type="parTrans" cxnId="{B5E08413-1F8D-C44D-A998-79D3A21EE2B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171108-5D38-7F41-8A3A-92F0BD87D393}" type="sibTrans" cxnId="{B5E08413-1F8D-C44D-A998-79D3A21EE2B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383345-80D9-604F-8AA7-19B0B67A62BF}">
      <dgm:prSet custT="1"/>
      <dgm:spPr>
        <a:solidFill>
          <a:schemeClr val="bg1"/>
        </a:solidFill>
        <a:ln w="31750">
          <a:solidFill>
            <a:schemeClr val="accent1"/>
          </a:solidFill>
        </a:ln>
      </dgm:spPr>
      <dgm:t>
        <a:bodyPr/>
        <a:lstStyle/>
        <a:p>
          <a:pPr rtl="0">
            <a:spcAft>
              <a:spcPts val="1200"/>
            </a:spcAft>
          </a:pPr>
          <a:r>
            <a:rPr lang="en-US" sz="16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Inspects data for protocols, especially critical commands</a:t>
          </a:r>
        </a:p>
      </dgm:t>
    </dgm:pt>
    <dgm:pt modelId="{A05408B5-23B3-8E46-A7AE-98E9B208D63B}" type="parTrans" cxnId="{78231357-0522-4749-A281-16FEEB3937F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58B549-B143-E14A-AEF1-76DA939EAB7E}" type="sibTrans" cxnId="{78231357-0522-4749-A281-16FEEB3937F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51D380-CC1C-AA47-A9BA-EE07327472E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A74A32-762E-D540-A331-2FDF61F48040}" type="parTrans" cxnId="{738476AE-EAD1-1546-923C-C35DB62CBBC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B6E814-135F-A442-B050-48073AD52A4C}" type="sibTrans" cxnId="{738476AE-EAD1-1546-923C-C35DB62CBBC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A7F977-8514-274F-A51F-D2502DE027EC}">
      <dgm:prSet/>
      <dgm:spPr/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B64D4B-0F82-5B44-97DB-62F446BD444A}" type="parTrans" cxnId="{734CC8EE-A06B-654A-A28A-E4D2D076C02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505AED-E530-7844-B07C-4EE1BB96D685}" type="sibTrans" cxnId="{734CC8EE-A06B-654A-A28A-E4D2D076C02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86DD4A-FD25-324C-BFD6-09EEA0C17BC5}" type="pres">
      <dgm:prSet presAssocID="{F839F22D-C2EC-034D-B2F2-9526C10DD7EE}" presName="matrix" presStyleCnt="0">
        <dgm:presLayoutVars>
          <dgm:chMax val="1"/>
          <dgm:dir/>
          <dgm:resizeHandles val="exact"/>
        </dgm:presLayoutVars>
      </dgm:prSet>
      <dgm:spPr/>
    </dgm:pt>
    <dgm:pt modelId="{6468884E-25F0-8E45-87AD-FFCD76ECA1C4}" type="pres">
      <dgm:prSet presAssocID="{F839F22D-C2EC-034D-B2F2-9526C10DD7EE}" presName="diamond" presStyleLbl="bgShp" presStyleIdx="0" presStyleCnt="1" custLinFactNeighborX="-1153" custLinFactNeighborY="-136"/>
      <dgm:spPr/>
    </dgm:pt>
    <dgm:pt modelId="{EFC93CCD-45E6-BD4E-A080-C49B7B85857D}" type="pres">
      <dgm:prSet presAssocID="{F839F22D-C2EC-034D-B2F2-9526C10DD7EE}" presName="quad1" presStyleLbl="node1" presStyleIdx="0" presStyleCnt="4" custScaleX="165120" custScaleY="160481" custLinFactNeighborX="-42674" custLinFactNeighborY="57041">
        <dgm:presLayoutVars>
          <dgm:chMax val="0"/>
          <dgm:chPref val="0"/>
          <dgm:bulletEnabled val="1"/>
        </dgm:presLayoutVars>
      </dgm:prSet>
      <dgm:spPr/>
    </dgm:pt>
    <dgm:pt modelId="{94C5E0A6-2ACD-614C-8942-2E2B0E6E0DBA}" type="pres">
      <dgm:prSet presAssocID="{F839F22D-C2EC-034D-B2F2-9526C10DD7EE}" presName="quad2" presStyleLbl="node1" presStyleIdx="1" presStyleCnt="4" custScaleX="160419" custScaleY="154599" custLinFactNeighborX="49608" custLinFactNeighborY="56980">
        <dgm:presLayoutVars>
          <dgm:chMax val="0"/>
          <dgm:chPref val="0"/>
          <dgm:bulletEnabled val="1"/>
        </dgm:presLayoutVars>
      </dgm:prSet>
      <dgm:spPr/>
    </dgm:pt>
    <dgm:pt modelId="{E2FA6206-43E2-9C4F-9C4A-69E3356DFFF0}" type="pres">
      <dgm:prSet presAssocID="{F839F22D-C2EC-034D-B2F2-9526C10DD7EE}" presName="quad3" presStyleLbl="node1" presStyleIdx="2" presStyleCnt="4" custFlipVert="0" custFlipHor="0" custScaleX="13960" custScaleY="13960" custLinFactNeighborX="98601" custLinFactNeighborY="-33242">
        <dgm:presLayoutVars>
          <dgm:chMax val="0"/>
          <dgm:chPref val="0"/>
          <dgm:bulletEnabled val="1"/>
        </dgm:presLayoutVars>
      </dgm:prSet>
      <dgm:spPr/>
    </dgm:pt>
    <dgm:pt modelId="{C2E21EDD-344F-DC49-916B-AA2A8594287A}" type="pres">
      <dgm:prSet presAssocID="{F839F22D-C2EC-034D-B2F2-9526C10DD7EE}" presName="quad4" presStyleLbl="node1" presStyleIdx="3" presStyleCnt="4" custFlipVert="1" custFlipHor="0" custScaleX="18152" custScaleY="18478" custLinFactNeighborX="-9091" custLinFactNeighborY="11528">
        <dgm:presLayoutVars>
          <dgm:chMax val="0"/>
          <dgm:chPref val="0"/>
          <dgm:bulletEnabled val="1"/>
        </dgm:presLayoutVars>
      </dgm:prSet>
      <dgm:spPr/>
    </dgm:pt>
  </dgm:ptLst>
  <dgm:cxnLst>
    <dgm:cxn modelId="{63332A07-FF58-C64E-8A1B-C7F2DEFB46D5}" type="presOf" srcId="{F839F22D-C2EC-034D-B2F2-9526C10DD7EE}" destId="{EA86DD4A-FD25-324C-BFD6-09EEA0C17BC5}" srcOrd="0" destOrd="0" presId="urn:microsoft.com/office/officeart/2005/8/layout/matrix3"/>
    <dgm:cxn modelId="{C3720F0D-9C85-354F-BC19-EB4E902007C6}" type="presOf" srcId="{EC383345-80D9-604F-8AA7-19B0B67A62BF}" destId="{94C5E0A6-2ACD-614C-8942-2E2B0E6E0DBA}" srcOrd="0" destOrd="2" presId="urn:microsoft.com/office/officeart/2005/8/layout/matrix3"/>
    <dgm:cxn modelId="{B5E08413-1F8D-C44D-A998-79D3A21EE2BB}" srcId="{B0D0EE88-33FF-F94F-9D0A-84FBB3DDAE7E}" destId="{3D014868-35AD-6F44-89CF-98805423867F}" srcOrd="0" destOrd="0" parTransId="{51EC145C-15FD-4A47-8130-99D2D7F24B85}" sibTransId="{45171108-5D38-7F41-8A3A-92F0BD87D393}"/>
    <dgm:cxn modelId="{F911352E-E067-CC46-8548-3E9FB77E491B}" type="presOf" srcId="{57A7F977-8514-274F-A51F-D2502DE027EC}" destId="{C2E21EDD-344F-DC49-916B-AA2A8594287A}" srcOrd="0" destOrd="0" presId="urn:microsoft.com/office/officeart/2005/8/layout/matrix3"/>
    <dgm:cxn modelId="{E2DC4D2F-44A7-684C-BDB7-50DF869F348D}" srcId="{F839F22D-C2EC-034D-B2F2-9526C10DD7EE}" destId="{DC08FFCB-FF60-9741-B84C-A7D2D03D4D17}" srcOrd="0" destOrd="0" parTransId="{65C5BE99-9E42-C844-B971-245876CB968C}" sibTransId="{1530D343-91BB-7A45-9CF0-C9ECD8E968E6}"/>
    <dgm:cxn modelId="{2B59FA40-7A06-414A-A4F3-0CB4F774E7D0}" type="presOf" srcId="{B351D380-CC1C-AA47-A9BA-EE07327472E9}" destId="{E2FA6206-43E2-9C4F-9C4A-69E3356DFFF0}" srcOrd="0" destOrd="0" presId="urn:microsoft.com/office/officeart/2005/8/layout/matrix3"/>
    <dgm:cxn modelId="{80CB554C-4C79-5D4E-8EEA-79A3B0C96487}" type="presOf" srcId="{F218C2DF-0792-8545-BA38-1CB926073E7F}" destId="{EFC93CCD-45E6-BD4E-A080-C49B7B85857D}" srcOrd="0" destOrd="2" presId="urn:microsoft.com/office/officeart/2005/8/layout/matrix3"/>
    <dgm:cxn modelId="{CAB27A74-8847-B143-9C28-2CBD55AD7BEF}" type="presOf" srcId="{3D014868-35AD-6F44-89CF-98805423867F}" destId="{94C5E0A6-2ACD-614C-8942-2E2B0E6E0DBA}" srcOrd="0" destOrd="1" presId="urn:microsoft.com/office/officeart/2005/8/layout/matrix3"/>
    <dgm:cxn modelId="{78231357-0522-4749-A281-16FEEB3937FB}" srcId="{B0D0EE88-33FF-F94F-9D0A-84FBB3DDAE7E}" destId="{EC383345-80D9-604F-8AA7-19B0B67A62BF}" srcOrd="1" destOrd="0" parTransId="{A05408B5-23B3-8E46-A7AE-98E9B208D63B}" sibTransId="{C458B549-B143-E14A-AEF1-76DA939EAB7E}"/>
    <dgm:cxn modelId="{65640185-7D1B-EE4D-B12A-1854971E9BAE}" type="presOf" srcId="{5681ED43-DBB5-9D40-A1EC-D9DD2D80A1B3}" destId="{EFC93CCD-45E6-BD4E-A080-C49B7B85857D}" srcOrd="0" destOrd="1" presId="urn:microsoft.com/office/officeart/2005/8/layout/matrix3"/>
    <dgm:cxn modelId="{2A74EFA1-EDDE-8341-B5BE-12393F901674}" type="presOf" srcId="{B0D0EE88-33FF-F94F-9D0A-84FBB3DDAE7E}" destId="{94C5E0A6-2ACD-614C-8942-2E2B0E6E0DBA}" srcOrd="0" destOrd="0" presId="urn:microsoft.com/office/officeart/2005/8/layout/matrix3"/>
    <dgm:cxn modelId="{738476AE-EAD1-1546-923C-C35DB62CBBC7}" srcId="{F839F22D-C2EC-034D-B2F2-9526C10DD7EE}" destId="{B351D380-CC1C-AA47-A9BA-EE07327472E9}" srcOrd="2" destOrd="0" parTransId="{4AA74A32-762E-D540-A331-2FDF61F48040}" sibTransId="{96B6E814-135F-A442-B050-48073AD52A4C}"/>
    <dgm:cxn modelId="{A4FCD3BB-86C1-C14F-8213-A6C8097D7C44}" srcId="{F839F22D-C2EC-034D-B2F2-9526C10DD7EE}" destId="{B0D0EE88-33FF-F94F-9D0A-84FBB3DDAE7E}" srcOrd="1" destOrd="0" parTransId="{A197FDCC-C39E-D84C-A007-38A193EBC831}" sibTransId="{42C29396-F441-134D-A60F-976F053FDDF9}"/>
    <dgm:cxn modelId="{763F75C0-5E79-8C44-B2F4-B2B275E53AC8}" srcId="{DC08FFCB-FF60-9741-B84C-A7D2D03D4D17}" destId="{F218C2DF-0792-8545-BA38-1CB926073E7F}" srcOrd="1" destOrd="0" parTransId="{7A6335A5-3FE8-B44C-957E-89B3ACFD20F9}" sibTransId="{13FAA812-6513-A14E-BF04-7F2863A2F79B}"/>
    <dgm:cxn modelId="{C79FADCE-E9F2-734E-8C99-1E2459736415}" type="presOf" srcId="{DC08FFCB-FF60-9741-B84C-A7D2D03D4D17}" destId="{EFC93CCD-45E6-BD4E-A080-C49B7B85857D}" srcOrd="0" destOrd="0" presId="urn:microsoft.com/office/officeart/2005/8/layout/matrix3"/>
    <dgm:cxn modelId="{A6EBFFE6-5E76-F049-AEA9-C60A096F5217}" srcId="{DC08FFCB-FF60-9741-B84C-A7D2D03D4D17}" destId="{5681ED43-DBB5-9D40-A1EC-D9DD2D80A1B3}" srcOrd="0" destOrd="0" parTransId="{45B678DB-3495-E54E-8429-A0B8E7E85BE6}" sibTransId="{344340CB-B715-FE4E-9A3C-1A6415072CBB}"/>
    <dgm:cxn modelId="{734CC8EE-A06B-654A-A28A-E4D2D076C02C}" srcId="{F839F22D-C2EC-034D-B2F2-9526C10DD7EE}" destId="{57A7F977-8514-274F-A51F-D2502DE027EC}" srcOrd="3" destOrd="0" parTransId="{37B64D4B-0F82-5B44-97DB-62F446BD444A}" sibTransId="{A7505AED-E530-7844-B07C-4EE1BB96D685}"/>
    <dgm:cxn modelId="{7BA34395-67CE-2541-AA17-3F7B5A4B2CB0}" type="presParOf" srcId="{EA86DD4A-FD25-324C-BFD6-09EEA0C17BC5}" destId="{6468884E-25F0-8E45-87AD-FFCD76ECA1C4}" srcOrd="0" destOrd="0" presId="urn:microsoft.com/office/officeart/2005/8/layout/matrix3"/>
    <dgm:cxn modelId="{10969C5D-1B9B-264C-BB80-D83A9F88CC4E}" type="presParOf" srcId="{EA86DD4A-FD25-324C-BFD6-09EEA0C17BC5}" destId="{EFC93CCD-45E6-BD4E-A080-C49B7B85857D}" srcOrd="1" destOrd="0" presId="urn:microsoft.com/office/officeart/2005/8/layout/matrix3"/>
    <dgm:cxn modelId="{89BCCC78-B51D-CA4B-8DDC-5B01F1EAE2A3}" type="presParOf" srcId="{EA86DD4A-FD25-324C-BFD6-09EEA0C17BC5}" destId="{94C5E0A6-2ACD-614C-8942-2E2B0E6E0DBA}" srcOrd="2" destOrd="0" presId="urn:microsoft.com/office/officeart/2005/8/layout/matrix3"/>
    <dgm:cxn modelId="{911E46FE-5247-B040-9C10-59D5FD38BD9F}" type="presParOf" srcId="{EA86DD4A-FD25-324C-BFD6-09EEA0C17BC5}" destId="{E2FA6206-43E2-9C4F-9C4A-69E3356DFFF0}" srcOrd="3" destOrd="0" presId="urn:microsoft.com/office/officeart/2005/8/layout/matrix3"/>
    <dgm:cxn modelId="{DDE19DAA-EB45-0F4A-8429-CF1A03C176E4}" type="presParOf" srcId="{EA86DD4A-FD25-324C-BFD6-09EEA0C17BC5}" destId="{C2E21EDD-344F-DC49-916B-AA2A8594287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DBCB06-870D-174A-8812-8BDF811AA216}" type="doc">
      <dgm:prSet loTypeId="urn:microsoft.com/office/officeart/2005/8/layout/StepDownProces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085EE4-E270-6942-845E-7E8866D963AF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Assurance Level</a:t>
          </a:r>
        </a:p>
      </dgm:t>
    </dgm:pt>
    <dgm:pt modelId="{6ED208FA-F87A-2C49-90E6-4B2BAABC3CF1}" type="parTrans" cxnId="{AE9F9C2D-CF91-CD41-AC29-FD3B69AF570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2C2CDC-7A4B-804A-B288-15F6CB0F8213}" type="sibTrans" cxnId="{AE9F9C2D-CF91-CD41-AC29-FD3B69AF570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FBB1A5-06F4-7B41-8E3C-4A60CE8C0E66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Potential impact</a:t>
          </a:r>
        </a:p>
      </dgm:t>
    </dgm:pt>
    <dgm:pt modelId="{5C977E1E-350B-2F4E-A2D2-37AB0CDD3C64}" type="parTrans" cxnId="{FA69E358-99CC-0044-8344-351F9726BFF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770DC3-4C59-624A-B1A1-B6BFBADED096}" type="sibTrans" cxnId="{FA69E358-99CC-0044-8344-351F9726BFF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7D908B-32E4-314A-9CC1-093D880A7629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Areas of risk</a:t>
          </a:r>
        </a:p>
      </dgm:t>
    </dgm:pt>
    <dgm:pt modelId="{6ECB1467-3D3D-BF4B-9DB3-3899C258770C}" type="parTrans" cxnId="{4056E971-3D71-EC43-B93F-A6951D41D86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1605CD-89B3-D040-B86B-D1FADFE29E90}" type="sibTrans" cxnId="{4056E971-3D71-EC43-B93F-A6951D41D86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3D9799-CC37-6445-B282-2213CC6E921B}" type="pres">
      <dgm:prSet presAssocID="{65DBCB06-870D-174A-8812-8BDF811AA216}" presName="rootnode" presStyleCnt="0">
        <dgm:presLayoutVars>
          <dgm:chMax/>
          <dgm:chPref/>
          <dgm:dir/>
          <dgm:animLvl val="lvl"/>
        </dgm:presLayoutVars>
      </dgm:prSet>
      <dgm:spPr/>
    </dgm:pt>
    <dgm:pt modelId="{9D6E2D89-29AD-124C-9DCB-3E2E587D1576}" type="pres">
      <dgm:prSet presAssocID="{92085EE4-E270-6942-845E-7E8866D963AF}" presName="composite" presStyleCnt="0"/>
      <dgm:spPr/>
    </dgm:pt>
    <dgm:pt modelId="{ED30F7F3-A1DD-5F43-804E-8C96C34E8E80}" type="pres">
      <dgm:prSet presAssocID="{92085EE4-E270-6942-845E-7E8866D963AF}" presName="bentUpArrow1" presStyleLbl="alignImgPlace1" presStyleIdx="0" presStyleCnt="2"/>
      <dgm:spPr/>
    </dgm:pt>
    <dgm:pt modelId="{79E0215A-C0BE-D140-B2CF-9D84742E39D9}" type="pres">
      <dgm:prSet presAssocID="{92085EE4-E270-6942-845E-7E8866D963AF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2CB29D6-A6C6-8044-B402-A60BB7F04896}" type="pres">
      <dgm:prSet presAssocID="{92085EE4-E270-6942-845E-7E8866D963AF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C51ABEED-1B77-6142-9962-D4C2573EFA35}" type="pres">
      <dgm:prSet presAssocID="{602C2CDC-7A4B-804A-B288-15F6CB0F8213}" presName="sibTrans" presStyleCnt="0"/>
      <dgm:spPr/>
    </dgm:pt>
    <dgm:pt modelId="{611674DC-0D5A-AF43-92CC-2EBD7F0A2503}" type="pres">
      <dgm:prSet presAssocID="{7CFBB1A5-06F4-7B41-8E3C-4A60CE8C0E66}" presName="composite" presStyleCnt="0"/>
      <dgm:spPr/>
    </dgm:pt>
    <dgm:pt modelId="{FBF4B76E-58A4-5942-B229-14A274B7340E}" type="pres">
      <dgm:prSet presAssocID="{7CFBB1A5-06F4-7B41-8E3C-4A60CE8C0E66}" presName="bentUpArrow1" presStyleLbl="alignImgPlace1" presStyleIdx="1" presStyleCnt="2"/>
      <dgm:spPr/>
    </dgm:pt>
    <dgm:pt modelId="{D36B1499-A36B-5849-9F15-CDCD337DBAA1}" type="pres">
      <dgm:prSet presAssocID="{7CFBB1A5-06F4-7B41-8E3C-4A60CE8C0E66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CF5B2834-1426-A24A-BF89-E66E9ADEAB26}" type="pres">
      <dgm:prSet presAssocID="{7CFBB1A5-06F4-7B41-8E3C-4A60CE8C0E66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7CDB737F-93D1-674A-A17C-060028AD0D86}" type="pres">
      <dgm:prSet presAssocID="{FA770DC3-4C59-624A-B1A1-B6BFBADED096}" presName="sibTrans" presStyleCnt="0"/>
      <dgm:spPr/>
    </dgm:pt>
    <dgm:pt modelId="{EB12B2A8-ED57-0B49-AD95-8413902855F9}" type="pres">
      <dgm:prSet presAssocID="{BB7D908B-32E4-314A-9CC1-093D880A7629}" presName="composite" presStyleCnt="0"/>
      <dgm:spPr/>
    </dgm:pt>
    <dgm:pt modelId="{F5AF4232-C73F-004E-BAAA-CBA395BB2B63}" type="pres">
      <dgm:prSet presAssocID="{BB7D908B-32E4-314A-9CC1-093D880A7629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AE9F9C2D-CF91-CD41-AC29-FD3B69AF5705}" srcId="{65DBCB06-870D-174A-8812-8BDF811AA216}" destId="{92085EE4-E270-6942-845E-7E8866D963AF}" srcOrd="0" destOrd="0" parTransId="{6ED208FA-F87A-2C49-90E6-4B2BAABC3CF1}" sibTransId="{602C2CDC-7A4B-804A-B288-15F6CB0F8213}"/>
    <dgm:cxn modelId="{823A0445-6586-F640-90BA-C25291EA09CB}" type="presOf" srcId="{65DBCB06-870D-174A-8812-8BDF811AA216}" destId="{673D9799-CC37-6445-B282-2213CC6E921B}" srcOrd="0" destOrd="0" presId="urn:microsoft.com/office/officeart/2005/8/layout/StepDownProcess"/>
    <dgm:cxn modelId="{4056E971-3D71-EC43-B93F-A6951D41D865}" srcId="{65DBCB06-870D-174A-8812-8BDF811AA216}" destId="{BB7D908B-32E4-314A-9CC1-093D880A7629}" srcOrd="2" destOrd="0" parTransId="{6ECB1467-3D3D-BF4B-9DB3-3899C258770C}" sibTransId="{3D1605CD-89B3-D040-B86B-D1FADFE29E90}"/>
    <dgm:cxn modelId="{D3FAE257-0B13-254A-8AF6-61367CCD2527}" type="presOf" srcId="{92085EE4-E270-6942-845E-7E8866D963AF}" destId="{79E0215A-C0BE-D140-B2CF-9D84742E39D9}" srcOrd="0" destOrd="0" presId="urn:microsoft.com/office/officeart/2005/8/layout/StepDownProcess"/>
    <dgm:cxn modelId="{FA69E358-99CC-0044-8344-351F9726BFF8}" srcId="{65DBCB06-870D-174A-8812-8BDF811AA216}" destId="{7CFBB1A5-06F4-7B41-8E3C-4A60CE8C0E66}" srcOrd="1" destOrd="0" parTransId="{5C977E1E-350B-2F4E-A2D2-37AB0CDD3C64}" sibTransId="{FA770DC3-4C59-624A-B1A1-B6BFBADED096}"/>
    <dgm:cxn modelId="{12C8978C-BA86-A14B-83E7-98236CB29C90}" type="presOf" srcId="{BB7D908B-32E4-314A-9CC1-093D880A7629}" destId="{F5AF4232-C73F-004E-BAAA-CBA395BB2B63}" srcOrd="0" destOrd="0" presId="urn:microsoft.com/office/officeart/2005/8/layout/StepDownProcess"/>
    <dgm:cxn modelId="{7F5556FF-267D-BE4D-84E7-8020380D2FBC}" type="presOf" srcId="{7CFBB1A5-06F4-7B41-8E3C-4A60CE8C0E66}" destId="{D36B1499-A36B-5849-9F15-CDCD337DBAA1}" srcOrd="0" destOrd="0" presId="urn:microsoft.com/office/officeart/2005/8/layout/StepDownProcess"/>
    <dgm:cxn modelId="{A0429F5D-E8FF-6E47-BD8E-97A80F0171D3}" type="presParOf" srcId="{673D9799-CC37-6445-B282-2213CC6E921B}" destId="{9D6E2D89-29AD-124C-9DCB-3E2E587D1576}" srcOrd="0" destOrd="0" presId="urn:microsoft.com/office/officeart/2005/8/layout/StepDownProcess"/>
    <dgm:cxn modelId="{8C5BE97C-3929-E840-8C6F-0C578F40C9D7}" type="presParOf" srcId="{9D6E2D89-29AD-124C-9DCB-3E2E587D1576}" destId="{ED30F7F3-A1DD-5F43-804E-8C96C34E8E80}" srcOrd="0" destOrd="0" presId="urn:microsoft.com/office/officeart/2005/8/layout/StepDownProcess"/>
    <dgm:cxn modelId="{191590A8-A614-6043-BAC1-E352C0248A25}" type="presParOf" srcId="{9D6E2D89-29AD-124C-9DCB-3E2E587D1576}" destId="{79E0215A-C0BE-D140-B2CF-9D84742E39D9}" srcOrd="1" destOrd="0" presId="urn:microsoft.com/office/officeart/2005/8/layout/StepDownProcess"/>
    <dgm:cxn modelId="{6EE57B18-5C90-0448-A806-C7AF18D6A3C0}" type="presParOf" srcId="{9D6E2D89-29AD-124C-9DCB-3E2E587D1576}" destId="{B2CB29D6-A6C6-8044-B402-A60BB7F04896}" srcOrd="2" destOrd="0" presId="urn:microsoft.com/office/officeart/2005/8/layout/StepDownProcess"/>
    <dgm:cxn modelId="{52CB89A6-EF90-5443-BBEC-4BC9D998CC68}" type="presParOf" srcId="{673D9799-CC37-6445-B282-2213CC6E921B}" destId="{C51ABEED-1B77-6142-9962-D4C2573EFA35}" srcOrd="1" destOrd="0" presId="urn:microsoft.com/office/officeart/2005/8/layout/StepDownProcess"/>
    <dgm:cxn modelId="{D63BEDE9-C8A5-9D40-A85B-D893DA272820}" type="presParOf" srcId="{673D9799-CC37-6445-B282-2213CC6E921B}" destId="{611674DC-0D5A-AF43-92CC-2EBD7F0A2503}" srcOrd="2" destOrd="0" presId="urn:microsoft.com/office/officeart/2005/8/layout/StepDownProcess"/>
    <dgm:cxn modelId="{FF733F9E-4718-E34C-BF00-BF1DC8428177}" type="presParOf" srcId="{611674DC-0D5A-AF43-92CC-2EBD7F0A2503}" destId="{FBF4B76E-58A4-5942-B229-14A274B7340E}" srcOrd="0" destOrd="0" presId="urn:microsoft.com/office/officeart/2005/8/layout/StepDownProcess"/>
    <dgm:cxn modelId="{866B1677-54A9-2644-9F26-F4CE87E3FAAF}" type="presParOf" srcId="{611674DC-0D5A-AF43-92CC-2EBD7F0A2503}" destId="{D36B1499-A36B-5849-9F15-CDCD337DBAA1}" srcOrd="1" destOrd="0" presId="urn:microsoft.com/office/officeart/2005/8/layout/StepDownProcess"/>
    <dgm:cxn modelId="{41D36700-52BF-034A-BFD5-002AD8C71144}" type="presParOf" srcId="{611674DC-0D5A-AF43-92CC-2EBD7F0A2503}" destId="{CF5B2834-1426-A24A-BF89-E66E9ADEAB26}" srcOrd="2" destOrd="0" presId="urn:microsoft.com/office/officeart/2005/8/layout/StepDownProcess"/>
    <dgm:cxn modelId="{58746451-87CF-7044-B045-879488D4DCB5}" type="presParOf" srcId="{673D9799-CC37-6445-B282-2213CC6E921B}" destId="{7CDB737F-93D1-674A-A17C-060028AD0D86}" srcOrd="3" destOrd="0" presId="urn:microsoft.com/office/officeart/2005/8/layout/StepDownProcess"/>
    <dgm:cxn modelId="{9A181EB0-48F5-0D4A-AF9F-BC1ED9FE467F}" type="presParOf" srcId="{673D9799-CC37-6445-B282-2213CC6E921B}" destId="{EB12B2A8-ED57-0B49-AD95-8413902855F9}" srcOrd="4" destOrd="0" presId="urn:microsoft.com/office/officeart/2005/8/layout/StepDownProcess"/>
    <dgm:cxn modelId="{2C175D66-1D00-2A44-98A0-B7472735F275}" type="presParOf" srcId="{EB12B2A8-ED57-0B49-AD95-8413902855F9}" destId="{F5AF4232-C73F-004E-BAAA-CBA395BB2B63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23AC90-CC14-724A-9F6E-EC8963E5645D}" type="doc">
      <dgm:prSet loTypeId="urn:microsoft.com/office/officeart/2005/8/layout/lProcess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A86D2E-5BC7-6649-B16D-3D0095D57E2F}">
      <dgm:prSet custT="1"/>
      <dgm:spPr/>
      <dgm:t>
        <a:bodyPr/>
        <a:lstStyle/>
        <a:p>
          <a:pPr rtl="0">
            <a:lnSpc>
              <a:spcPct val="140000"/>
            </a:lnSpc>
          </a:pPr>
          <a:endParaRPr lang="en-US" sz="1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1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1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2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2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2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140000"/>
            </a:lnSpc>
          </a:pPr>
          <a:endParaRPr lang="en-US" sz="24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rtl="0">
            <a:lnSpc>
              <a:spcPct val="90000"/>
            </a:lnSpc>
          </a:pPr>
          <a:r>
            <a:rPr lang="en-US" sz="2400" baseline="0" dirty="0">
              <a:latin typeface="Arial" panose="020B0604020202020204" pitchFamily="34" charset="0"/>
              <a:cs typeface="Arial" panose="020B0604020202020204" pitchFamily="34" charset="0"/>
            </a:rPr>
            <a:t>Describes an organization’s degree of certainty that a user has presented a credential that refers to his or her identity</a:t>
          </a:r>
        </a:p>
      </dgm:t>
    </dgm:pt>
    <dgm:pt modelId="{0D84EEC7-71CF-4C41-8EB0-10479D4F0BE5}" type="parTrans" cxnId="{A6A46994-75A7-1C4A-86BD-F70836D46AC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A3AE2E-961C-0D41-8BBD-82C9F5515C87}" type="sibTrans" cxnId="{A6A46994-75A7-1C4A-86BD-F70836D46AC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4C851F-68B7-9743-A3A5-FEE189544E82}">
      <dgm:prSet custT="1"/>
      <dgm:spPr/>
      <dgm:t>
        <a:bodyPr/>
        <a:lstStyle/>
        <a:p>
          <a:pPr rtl="0"/>
          <a:r>
            <a:rPr lang="en-US" sz="2400" dirty="0">
              <a:latin typeface="Arial" panose="020B0604020202020204" pitchFamily="34" charset="0"/>
              <a:cs typeface="Arial" panose="020B0604020202020204" pitchFamily="34" charset="0"/>
            </a:rPr>
            <a:t>More specifically is defined as:</a:t>
          </a:r>
        </a:p>
      </dgm:t>
    </dgm:pt>
    <dgm:pt modelId="{60923002-D1C4-E74F-BACE-117049CD2528}" type="parTrans" cxnId="{E18C5CED-7C6E-E84C-977E-2C4CBC94567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650A21-7514-AD4B-9E83-E88A4EBEBE79}" type="sibTrans" cxnId="{E18C5CED-7C6E-E84C-977E-2C4CBC94567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EA151-C279-0048-BBF2-A06AE5FF49B4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The degree of confidence in the vetting process used to establish the identity of the individual to whom the credential was issued</a:t>
          </a:r>
        </a:p>
      </dgm:t>
    </dgm:pt>
    <dgm:pt modelId="{21F5112D-8FF5-C544-91A1-B73AAFA862C8}" type="parTrans" cxnId="{3F718D5D-175A-1E43-B61F-3EEBA7117A2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420A0B-DE89-B249-9564-90214BACB0D5}" type="sibTrans" cxnId="{3F718D5D-175A-1E43-B61F-3EEBA7117A2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42CAC8-5DD6-A34F-81DF-87ECFE9AFCB9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The degree of confidence that the individual who uses the credential is the individual to whom the credential was issued</a:t>
          </a:r>
        </a:p>
      </dgm:t>
    </dgm:pt>
    <dgm:pt modelId="{DEAE51D7-7809-9246-8483-A7B5EA4713EF}" type="parTrans" cxnId="{C76CBCEF-DE18-F849-BF8A-BDAAA38B8B3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219D1D-0793-604F-BFD0-726A90CA3C20}" type="sibTrans" cxnId="{C76CBCEF-DE18-F849-BF8A-BDAAA38B8B3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54B984-54B2-FA45-97BF-70882B3A1326}">
      <dgm:prSet custT="1"/>
      <dgm:spPr/>
      <dgm:t>
        <a:bodyPr/>
        <a:lstStyle/>
        <a:p>
          <a:pPr rtl="0"/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Four levels of assurance</a:t>
          </a:r>
        </a:p>
      </dgm:t>
    </dgm:pt>
    <dgm:pt modelId="{83664195-129C-F542-8D35-14411D4D1466}" type="parTrans" cxnId="{EAA187CD-768C-9E49-99C0-7DD60496C99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0C3938-5F83-3B46-962B-D1D9F23D3DCE}" type="sibTrans" cxnId="{EAA187CD-768C-9E49-99C0-7DD60496C99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94311F-2E1F-C64C-9C18-FB648240A5A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14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1</a:t>
          </a:r>
        </a:p>
      </dgm:t>
    </dgm:pt>
    <dgm:pt modelId="{A589D6D4-D12E-6B4E-B542-58B2E7D87930}" type="parTrans" cxnId="{81B20490-48A6-D349-9E06-10055FC7938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74309C-1CBC-6245-9B63-8E09C22EB41C}" type="sibTrans" cxnId="{81B20490-48A6-D349-9E06-10055FC7938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6CD124-21A5-4147-8A6C-09EEC4070A15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Little or no confidence in the asserted identity's validity</a:t>
          </a:r>
        </a:p>
      </dgm:t>
    </dgm:pt>
    <dgm:pt modelId="{B371B28B-2AB6-A042-8A92-D57E017C8145}" type="parTrans" cxnId="{579EB693-CC8D-4942-A3E2-C354BA9817D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B1EBCB-5373-AC44-8D5D-0965C210F804}" type="sibTrans" cxnId="{579EB693-CC8D-4942-A3E2-C354BA9817D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20EBD4-5286-5749-A93E-C37E31EA7206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15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2</a:t>
          </a:r>
        </a:p>
      </dgm:t>
    </dgm:pt>
    <dgm:pt modelId="{63E2E11C-2DEF-6A43-A89A-EC49465D08C8}" type="parTrans" cxnId="{9585E2E6-6BF1-3A4A-8D73-1AEED79D62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3DF4F8-8335-E74C-8989-7792EF2A073A}" type="sibTrans" cxnId="{9585E2E6-6BF1-3A4A-8D73-1AEED79D62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C6FAC8-1392-CF43-8232-6D19D3CB0BAB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Some confidence in the asserted identity’s validity</a:t>
          </a:r>
        </a:p>
      </dgm:t>
    </dgm:pt>
    <dgm:pt modelId="{55316CCB-A3B7-AF4F-BDEA-DF422CD1EECD}" type="parTrans" cxnId="{22F6A631-4928-624C-BD89-008177F3504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2B998C-08E0-DA4C-8291-F632328483C8}" type="sibTrans" cxnId="{22F6A631-4928-624C-BD89-008177F3504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4037F89-DE0C-FD49-B3A9-0C6F8A62EDCB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3</a:t>
          </a:r>
        </a:p>
      </dgm:t>
    </dgm:pt>
    <dgm:pt modelId="{FF5F0DFE-24E4-7845-AD01-1728F7CE14ED}" type="parTrans" cxnId="{C093674E-9798-E846-90E9-D33AEFE766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C93EDF-2345-B44E-B681-043A701992A4}" type="sibTrans" cxnId="{C093674E-9798-E846-90E9-D33AEFE766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069CEB-BD9F-054F-B075-18314D076EF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High confidence in the asserted identity's validity</a:t>
          </a:r>
        </a:p>
      </dgm:t>
    </dgm:pt>
    <dgm:pt modelId="{3998910F-2F78-1047-B56C-BEEEEE59B9A8}" type="parTrans" cxnId="{D48C3FF0-4A81-2D4F-B64B-09C927862AF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C31EAD-467C-204A-B8E2-9139C6963598}" type="sibTrans" cxnId="{D48C3FF0-4A81-2D4F-B64B-09C927862AF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2F4213-1AC8-7A4F-BA61-9FC4568EAA60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4</a:t>
          </a:r>
        </a:p>
      </dgm:t>
    </dgm:pt>
    <dgm:pt modelId="{434E4BCA-F87A-CF43-BC07-6CBE3271433B}" type="parTrans" cxnId="{9CD9CBBA-93D8-C04D-A981-0819FD5915D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124300-320F-A142-8A51-BDF081BE9355}" type="sibTrans" cxnId="{9CD9CBBA-93D8-C04D-A981-0819FD5915D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E21B8B-AE55-B14F-8EC1-AF5DF85D5E6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Very high confidence in the asserted identity’s validity</a:t>
          </a:r>
        </a:p>
      </dgm:t>
    </dgm:pt>
    <dgm:pt modelId="{FD69028E-CC60-8B4C-8AF5-E79A0C14FA80}" type="parTrans" cxnId="{FA17F567-F55B-4E47-A596-1B2D8296E84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A871FA-E5EE-3347-9511-6707304A6FD6}" type="sibTrans" cxnId="{FA17F567-F55B-4E47-A596-1B2D8296E84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FB932E-70CC-054E-A27A-50AC758CC489}" type="pres">
      <dgm:prSet presAssocID="{C523AC90-CC14-724A-9F6E-EC8963E5645D}" presName="theList" presStyleCnt="0">
        <dgm:presLayoutVars>
          <dgm:dir/>
          <dgm:animLvl val="lvl"/>
          <dgm:resizeHandles val="exact"/>
        </dgm:presLayoutVars>
      </dgm:prSet>
      <dgm:spPr/>
    </dgm:pt>
    <dgm:pt modelId="{761CE1A1-D053-444E-94C9-4AAE22CB1014}" type="pres">
      <dgm:prSet presAssocID="{00A86D2E-5BC7-6649-B16D-3D0095D57E2F}" presName="compNode" presStyleCnt="0"/>
      <dgm:spPr/>
    </dgm:pt>
    <dgm:pt modelId="{73BAEE09-94F7-6448-A0C0-E9068B05211E}" type="pres">
      <dgm:prSet presAssocID="{00A86D2E-5BC7-6649-B16D-3D0095D57E2F}" presName="aNode" presStyleLbl="bgShp" presStyleIdx="0" presStyleCnt="3" custScaleY="100000" custLinFactNeighborX="358" custLinFactNeighborY="8108"/>
      <dgm:spPr/>
    </dgm:pt>
    <dgm:pt modelId="{E68DA389-19F0-014A-BAFC-5B73697FCACE}" type="pres">
      <dgm:prSet presAssocID="{00A86D2E-5BC7-6649-B16D-3D0095D57E2F}" presName="textNode" presStyleLbl="bgShp" presStyleIdx="0" presStyleCnt="3"/>
      <dgm:spPr/>
    </dgm:pt>
    <dgm:pt modelId="{A6E76070-2561-A544-83E1-F3509DA3BF16}" type="pres">
      <dgm:prSet presAssocID="{00A86D2E-5BC7-6649-B16D-3D0095D57E2F}" presName="compChildNode" presStyleCnt="0"/>
      <dgm:spPr/>
    </dgm:pt>
    <dgm:pt modelId="{A7AC9D6E-713A-EF48-8BA1-41E0B8E3B1BA}" type="pres">
      <dgm:prSet presAssocID="{00A86D2E-5BC7-6649-B16D-3D0095D57E2F}" presName="theInnerList" presStyleCnt="0"/>
      <dgm:spPr/>
    </dgm:pt>
    <dgm:pt modelId="{3C09D0BC-A12B-4746-9C1D-6C8E603307FD}" type="pres">
      <dgm:prSet presAssocID="{00A86D2E-5BC7-6649-B16D-3D0095D57E2F}" presName="aSpace" presStyleCnt="0"/>
      <dgm:spPr/>
    </dgm:pt>
    <dgm:pt modelId="{B393C279-99F3-804C-80D3-F374ABB95143}" type="pres">
      <dgm:prSet presAssocID="{AF4C851F-68B7-9743-A3A5-FEE189544E82}" presName="compNode" presStyleCnt="0"/>
      <dgm:spPr/>
    </dgm:pt>
    <dgm:pt modelId="{91019BAD-B543-2445-BBF8-E388510F8D37}" type="pres">
      <dgm:prSet presAssocID="{AF4C851F-68B7-9743-A3A5-FEE189544E82}" presName="aNode" presStyleLbl="bgShp" presStyleIdx="1" presStyleCnt="3"/>
      <dgm:spPr/>
    </dgm:pt>
    <dgm:pt modelId="{014FBB78-6CE3-B34D-BDC2-EE4C3773C67C}" type="pres">
      <dgm:prSet presAssocID="{AF4C851F-68B7-9743-A3A5-FEE189544E82}" presName="textNode" presStyleLbl="bgShp" presStyleIdx="1" presStyleCnt="3"/>
      <dgm:spPr/>
    </dgm:pt>
    <dgm:pt modelId="{2DC5F499-1DCD-9F47-9728-5297C4BE4618}" type="pres">
      <dgm:prSet presAssocID="{AF4C851F-68B7-9743-A3A5-FEE189544E82}" presName="compChildNode" presStyleCnt="0"/>
      <dgm:spPr/>
    </dgm:pt>
    <dgm:pt modelId="{944D9A1B-A853-4246-AA1E-FC3D9C935562}" type="pres">
      <dgm:prSet presAssocID="{AF4C851F-68B7-9743-A3A5-FEE189544E82}" presName="theInnerList" presStyleCnt="0"/>
      <dgm:spPr/>
    </dgm:pt>
    <dgm:pt modelId="{B7A2F760-A94D-5B49-9422-16E77080565F}" type="pres">
      <dgm:prSet presAssocID="{B91EA151-C279-0048-BBF2-A06AE5FF49B4}" presName="childNode" presStyleLbl="node1" presStyleIdx="0" presStyleCnt="6">
        <dgm:presLayoutVars>
          <dgm:bulletEnabled val="1"/>
        </dgm:presLayoutVars>
      </dgm:prSet>
      <dgm:spPr/>
    </dgm:pt>
    <dgm:pt modelId="{73C674F8-7E24-6945-9D1D-05693CD999D6}" type="pres">
      <dgm:prSet presAssocID="{B91EA151-C279-0048-BBF2-A06AE5FF49B4}" presName="aSpace2" presStyleCnt="0"/>
      <dgm:spPr/>
    </dgm:pt>
    <dgm:pt modelId="{1ECB4796-3FDF-354E-B39F-56EBB879956D}" type="pres">
      <dgm:prSet presAssocID="{D742CAC8-5DD6-A34F-81DF-87ECFE9AFCB9}" presName="childNode" presStyleLbl="node1" presStyleIdx="1" presStyleCnt="6">
        <dgm:presLayoutVars>
          <dgm:bulletEnabled val="1"/>
        </dgm:presLayoutVars>
      </dgm:prSet>
      <dgm:spPr/>
    </dgm:pt>
    <dgm:pt modelId="{E8F4E6F7-B1CB-3740-A8DE-B0D0BCDEA854}" type="pres">
      <dgm:prSet presAssocID="{AF4C851F-68B7-9743-A3A5-FEE189544E82}" presName="aSpace" presStyleCnt="0"/>
      <dgm:spPr/>
    </dgm:pt>
    <dgm:pt modelId="{A672568C-7682-BA43-B30A-EB4BA17350CA}" type="pres">
      <dgm:prSet presAssocID="{2F54B984-54B2-FA45-97BF-70882B3A1326}" presName="compNode" presStyleCnt="0"/>
      <dgm:spPr/>
    </dgm:pt>
    <dgm:pt modelId="{6042A813-5AF4-554E-884A-DEE78A8A344A}" type="pres">
      <dgm:prSet presAssocID="{2F54B984-54B2-FA45-97BF-70882B3A1326}" presName="aNode" presStyleLbl="bgShp" presStyleIdx="2" presStyleCnt="3"/>
      <dgm:spPr/>
    </dgm:pt>
    <dgm:pt modelId="{4D28D0BA-D1B4-DB4A-9505-3564DCBB12EB}" type="pres">
      <dgm:prSet presAssocID="{2F54B984-54B2-FA45-97BF-70882B3A1326}" presName="textNode" presStyleLbl="bgShp" presStyleIdx="2" presStyleCnt="3"/>
      <dgm:spPr/>
    </dgm:pt>
    <dgm:pt modelId="{D4E3B4D7-74BB-D942-A5E9-0D4DB71F6457}" type="pres">
      <dgm:prSet presAssocID="{2F54B984-54B2-FA45-97BF-70882B3A1326}" presName="compChildNode" presStyleCnt="0"/>
      <dgm:spPr/>
    </dgm:pt>
    <dgm:pt modelId="{7B34C1C1-526D-9141-9B1C-0088D83D0EBC}" type="pres">
      <dgm:prSet presAssocID="{2F54B984-54B2-FA45-97BF-70882B3A1326}" presName="theInnerList" presStyleCnt="0"/>
      <dgm:spPr/>
    </dgm:pt>
    <dgm:pt modelId="{72C8A79C-BC82-2844-9B2D-E9B9EDF6F508}" type="pres">
      <dgm:prSet presAssocID="{1594311F-2E1F-C64C-9C18-FB648240A5A1}" presName="childNode" presStyleLbl="node1" presStyleIdx="2" presStyleCnt="6">
        <dgm:presLayoutVars>
          <dgm:bulletEnabled val="1"/>
        </dgm:presLayoutVars>
      </dgm:prSet>
      <dgm:spPr/>
    </dgm:pt>
    <dgm:pt modelId="{A7051093-94D9-B64F-9DF1-37A3888A0AC8}" type="pres">
      <dgm:prSet presAssocID="{1594311F-2E1F-C64C-9C18-FB648240A5A1}" presName="aSpace2" presStyleCnt="0"/>
      <dgm:spPr/>
    </dgm:pt>
    <dgm:pt modelId="{684B1449-EB48-6C42-9F0B-BD87224F03EB}" type="pres">
      <dgm:prSet presAssocID="{6220EBD4-5286-5749-A93E-C37E31EA7206}" presName="childNode" presStyleLbl="node1" presStyleIdx="3" presStyleCnt="6">
        <dgm:presLayoutVars>
          <dgm:bulletEnabled val="1"/>
        </dgm:presLayoutVars>
      </dgm:prSet>
      <dgm:spPr/>
    </dgm:pt>
    <dgm:pt modelId="{F009EF6C-E9AA-054F-AA71-6746BE284CCA}" type="pres">
      <dgm:prSet presAssocID="{6220EBD4-5286-5749-A93E-C37E31EA7206}" presName="aSpace2" presStyleCnt="0"/>
      <dgm:spPr/>
    </dgm:pt>
    <dgm:pt modelId="{72B11D98-B81E-8947-BCC4-9E4F523104B6}" type="pres">
      <dgm:prSet presAssocID="{F4037F89-DE0C-FD49-B3A9-0C6F8A62EDCB}" presName="childNode" presStyleLbl="node1" presStyleIdx="4" presStyleCnt="6">
        <dgm:presLayoutVars>
          <dgm:bulletEnabled val="1"/>
        </dgm:presLayoutVars>
      </dgm:prSet>
      <dgm:spPr/>
    </dgm:pt>
    <dgm:pt modelId="{DE2E46CB-6EDE-154A-A192-1B00B728BC83}" type="pres">
      <dgm:prSet presAssocID="{F4037F89-DE0C-FD49-B3A9-0C6F8A62EDCB}" presName="aSpace2" presStyleCnt="0"/>
      <dgm:spPr/>
    </dgm:pt>
    <dgm:pt modelId="{ED8B56E9-D6F4-E04A-AB90-AA3BAFC64B73}" type="pres">
      <dgm:prSet presAssocID="{052F4213-1AC8-7A4F-BA61-9FC4568EAA60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1996BA02-6A0B-2941-8ECC-58B968F067AE}" type="presOf" srcId="{6220EBD4-5286-5749-A93E-C37E31EA7206}" destId="{684B1449-EB48-6C42-9F0B-BD87224F03EB}" srcOrd="0" destOrd="0" presId="urn:microsoft.com/office/officeart/2005/8/layout/lProcess2"/>
    <dgm:cxn modelId="{C1CEE31B-A970-6E48-8FC2-D8CB9DE938D5}" type="presOf" srcId="{052F4213-1AC8-7A4F-BA61-9FC4568EAA60}" destId="{ED8B56E9-D6F4-E04A-AB90-AA3BAFC64B73}" srcOrd="0" destOrd="0" presId="urn:microsoft.com/office/officeart/2005/8/layout/lProcess2"/>
    <dgm:cxn modelId="{22F6A631-4928-624C-BD89-008177F35049}" srcId="{6220EBD4-5286-5749-A93E-C37E31EA7206}" destId="{B1C6FAC8-1392-CF43-8232-6D19D3CB0BAB}" srcOrd="0" destOrd="0" parTransId="{55316CCB-A3B7-AF4F-BDEA-DF422CD1EECD}" sibTransId="{8C2B998C-08E0-DA4C-8291-F632328483C8}"/>
    <dgm:cxn modelId="{844B6C33-2CBF-FF47-B097-392EB69F372D}" type="presOf" srcId="{B1C6FAC8-1392-CF43-8232-6D19D3CB0BAB}" destId="{684B1449-EB48-6C42-9F0B-BD87224F03EB}" srcOrd="0" destOrd="1" presId="urn:microsoft.com/office/officeart/2005/8/layout/lProcess2"/>
    <dgm:cxn modelId="{3F718D5D-175A-1E43-B61F-3EEBA7117A2F}" srcId="{AF4C851F-68B7-9743-A3A5-FEE189544E82}" destId="{B91EA151-C279-0048-BBF2-A06AE5FF49B4}" srcOrd="0" destOrd="0" parTransId="{21F5112D-8FF5-C544-91A1-B73AAFA862C8}" sibTransId="{CE420A0B-DE89-B249-9564-90214BACB0D5}"/>
    <dgm:cxn modelId="{FA17F567-F55B-4E47-A596-1B2D8296E847}" srcId="{052F4213-1AC8-7A4F-BA61-9FC4568EAA60}" destId="{F8E21B8B-AE55-B14F-8EC1-AF5DF85D5E6D}" srcOrd="0" destOrd="0" parTransId="{FD69028E-CC60-8B4C-8AF5-E79A0C14FA80}" sibTransId="{DFA871FA-E5EE-3347-9511-6707304A6FD6}"/>
    <dgm:cxn modelId="{182E506B-7A44-6540-B2E2-F4767DB90079}" type="presOf" srcId="{AF4C851F-68B7-9743-A3A5-FEE189544E82}" destId="{014FBB78-6CE3-B34D-BDC2-EE4C3773C67C}" srcOrd="1" destOrd="0" presId="urn:microsoft.com/office/officeart/2005/8/layout/lProcess2"/>
    <dgm:cxn modelId="{C093674E-9798-E846-90E9-D33AEFE766EA}" srcId="{2F54B984-54B2-FA45-97BF-70882B3A1326}" destId="{F4037F89-DE0C-FD49-B3A9-0C6F8A62EDCB}" srcOrd="2" destOrd="0" parTransId="{FF5F0DFE-24E4-7845-AD01-1728F7CE14ED}" sibTransId="{C3C93EDF-2345-B44E-B681-043A701992A4}"/>
    <dgm:cxn modelId="{0EF54071-4A9A-A343-A380-B198ED082094}" type="presOf" srcId="{00A86D2E-5BC7-6649-B16D-3D0095D57E2F}" destId="{73BAEE09-94F7-6448-A0C0-E9068B05211E}" srcOrd="0" destOrd="0" presId="urn:microsoft.com/office/officeart/2005/8/layout/lProcess2"/>
    <dgm:cxn modelId="{5636EA53-7DE7-C34D-88EF-728B33A49479}" type="presOf" srcId="{D742CAC8-5DD6-A34F-81DF-87ECFE9AFCB9}" destId="{1ECB4796-3FDF-354E-B39F-56EBB879956D}" srcOrd="0" destOrd="0" presId="urn:microsoft.com/office/officeart/2005/8/layout/lProcess2"/>
    <dgm:cxn modelId="{90E99859-0713-AC44-BE64-57C65F27FBC4}" type="presOf" srcId="{AF4C851F-68B7-9743-A3A5-FEE189544E82}" destId="{91019BAD-B543-2445-BBF8-E388510F8D37}" srcOrd="0" destOrd="0" presId="urn:microsoft.com/office/officeart/2005/8/layout/lProcess2"/>
    <dgm:cxn modelId="{1262567F-369C-DC47-8FDA-3DCA10B4C7C7}" type="presOf" srcId="{A96CD124-21A5-4147-8A6C-09EEC4070A15}" destId="{72C8A79C-BC82-2844-9B2D-E9B9EDF6F508}" srcOrd="0" destOrd="1" presId="urn:microsoft.com/office/officeart/2005/8/layout/lProcess2"/>
    <dgm:cxn modelId="{BB649883-1656-BF4F-BDE4-F57F62BD4E64}" type="presOf" srcId="{2F54B984-54B2-FA45-97BF-70882B3A1326}" destId="{4D28D0BA-D1B4-DB4A-9505-3564DCBB12EB}" srcOrd="1" destOrd="0" presId="urn:microsoft.com/office/officeart/2005/8/layout/lProcess2"/>
    <dgm:cxn modelId="{81B20490-48A6-D349-9E06-10055FC79389}" srcId="{2F54B984-54B2-FA45-97BF-70882B3A1326}" destId="{1594311F-2E1F-C64C-9C18-FB648240A5A1}" srcOrd="0" destOrd="0" parTransId="{A589D6D4-D12E-6B4E-B542-58B2E7D87930}" sibTransId="{9D74309C-1CBC-6245-9B63-8E09C22EB41C}"/>
    <dgm:cxn modelId="{579EB693-CC8D-4942-A3E2-C354BA9817DB}" srcId="{1594311F-2E1F-C64C-9C18-FB648240A5A1}" destId="{A96CD124-21A5-4147-8A6C-09EEC4070A15}" srcOrd="0" destOrd="0" parTransId="{B371B28B-2AB6-A042-8A92-D57E017C8145}" sibTransId="{9CB1EBCB-5373-AC44-8D5D-0965C210F804}"/>
    <dgm:cxn modelId="{A6A46994-75A7-1C4A-86BD-F70836D46ACF}" srcId="{C523AC90-CC14-724A-9F6E-EC8963E5645D}" destId="{00A86D2E-5BC7-6649-B16D-3D0095D57E2F}" srcOrd="0" destOrd="0" parTransId="{0D84EEC7-71CF-4C41-8EB0-10479D4F0BE5}" sibTransId="{0BA3AE2E-961C-0D41-8BBD-82C9F5515C87}"/>
    <dgm:cxn modelId="{762713A7-D42D-0743-858E-07711D907B8A}" type="presOf" srcId="{C523AC90-CC14-724A-9F6E-EC8963E5645D}" destId="{92FB932E-70CC-054E-A27A-50AC758CC489}" srcOrd="0" destOrd="0" presId="urn:microsoft.com/office/officeart/2005/8/layout/lProcess2"/>
    <dgm:cxn modelId="{9CD9CBBA-93D8-C04D-A981-0819FD5915D0}" srcId="{2F54B984-54B2-FA45-97BF-70882B3A1326}" destId="{052F4213-1AC8-7A4F-BA61-9FC4568EAA60}" srcOrd="3" destOrd="0" parTransId="{434E4BCA-F87A-CF43-BC07-6CBE3271433B}" sibTransId="{C6124300-320F-A142-8A51-BDF081BE9355}"/>
    <dgm:cxn modelId="{1DE92CC8-B4EA-3D47-9C70-532E878A9753}" type="presOf" srcId="{CA069CEB-BD9F-054F-B075-18314D076EFE}" destId="{72B11D98-B81E-8947-BCC4-9E4F523104B6}" srcOrd="0" destOrd="1" presId="urn:microsoft.com/office/officeart/2005/8/layout/lProcess2"/>
    <dgm:cxn modelId="{EAA187CD-768C-9E49-99C0-7DD60496C990}" srcId="{C523AC90-CC14-724A-9F6E-EC8963E5645D}" destId="{2F54B984-54B2-FA45-97BF-70882B3A1326}" srcOrd="2" destOrd="0" parTransId="{83664195-129C-F542-8D35-14411D4D1466}" sibTransId="{440C3938-5F83-3B46-962B-D1D9F23D3DCE}"/>
    <dgm:cxn modelId="{FD66BDD1-350C-5E4F-B86C-6E25259F523C}" type="presOf" srcId="{B91EA151-C279-0048-BBF2-A06AE5FF49B4}" destId="{B7A2F760-A94D-5B49-9422-16E77080565F}" srcOrd="0" destOrd="0" presId="urn:microsoft.com/office/officeart/2005/8/layout/lProcess2"/>
    <dgm:cxn modelId="{810BC9D6-D983-3E48-9C8E-79790C807C20}" type="presOf" srcId="{1594311F-2E1F-C64C-9C18-FB648240A5A1}" destId="{72C8A79C-BC82-2844-9B2D-E9B9EDF6F508}" srcOrd="0" destOrd="0" presId="urn:microsoft.com/office/officeart/2005/8/layout/lProcess2"/>
    <dgm:cxn modelId="{650DF2D8-C2FF-C144-A783-ECFB5A78BDAF}" type="presOf" srcId="{F8E21B8B-AE55-B14F-8EC1-AF5DF85D5E6D}" destId="{ED8B56E9-D6F4-E04A-AB90-AA3BAFC64B73}" srcOrd="0" destOrd="1" presId="urn:microsoft.com/office/officeart/2005/8/layout/lProcess2"/>
    <dgm:cxn modelId="{5B75C8DF-911C-D544-B6B9-9CAACB57AA0D}" type="presOf" srcId="{2F54B984-54B2-FA45-97BF-70882B3A1326}" destId="{6042A813-5AF4-554E-884A-DEE78A8A344A}" srcOrd="0" destOrd="0" presId="urn:microsoft.com/office/officeart/2005/8/layout/lProcess2"/>
    <dgm:cxn modelId="{9585E2E6-6BF1-3A4A-8D73-1AEED79D62DF}" srcId="{2F54B984-54B2-FA45-97BF-70882B3A1326}" destId="{6220EBD4-5286-5749-A93E-C37E31EA7206}" srcOrd="1" destOrd="0" parTransId="{63E2E11C-2DEF-6A43-A89A-EC49465D08C8}" sibTransId="{AF3DF4F8-8335-E74C-8989-7792EF2A073A}"/>
    <dgm:cxn modelId="{B728F7E6-5BC3-E448-B081-EC58CDB2064A}" type="presOf" srcId="{00A86D2E-5BC7-6649-B16D-3D0095D57E2F}" destId="{E68DA389-19F0-014A-BAFC-5B73697FCACE}" srcOrd="1" destOrd="0" presId="urn:microsoft.com/office/officeart/2005/8/layout/lProcess2"/>
    <dgm:cxn modelId="{688356EA-9F61-9441-BBE6-2EB84D84325A}" type="presOf" srcId="{F4037F89-DE0C-FD49-B3A9-0C6F8A62EDCB}" destId="{72B11D98-B81E-8947-BCC4-9E4F523104B6}" srcOrd="0" destOrd="0" presId="urn:microsoft.com/office/officeart/2005/8/layout/lProcess2"/>
    <dgm:cxn modelId="{E18C5CED-7C6E-E84C-977E-2C4CBC945677}" srcId="{C523AC90-CC14-724A-9F6E-EC8963E5645D}" destId="{AF4C851F-68B7-9743-A3A5-FEE189544E82}" srcOrd="1" destOrd="0" parTransId="{60923002-D1C4-E74F-BACE-117049CD2528}" sibTransId="{7D650A21-7514-AD4B-9E83-E88A4EBEBE79}"/>
    <dgm:cxn modelId="{C76CBCEF-DE18-F849-BF8A-BDAAA38B8B30}" srcId="{AF4C851F-68B7-9743-A3A5-FEE189544E82}" destId="{D742CAC8-5DD6-A34F-81DF-87ECFE9AFCB9}" srcOrd="1" destOrd="0" parTransId="{DEAE51D7-7809-9246-8483-A7B5EA4713EF}" sibTransId="{BD219D1D-0793-604F-BFD0-726A90CA3C20}"/>
    <dgm:cxn modelId="{D48C3FF0-4A81-2D4F-B64B-09C927862AF1}" srcId="{F4037F89-DE0C-FD49-B3A9-0C6F8A62EDCB}" destId="{CA069CEB-BD9F-054F-B075-18314D076EFE}" srcOrd="0" destOrd="0" parTransId="{3998910F-2F78-1047-B56C-BEEEEE59B9A8}" sibTransId="{7EC31EAD-467C-204A-B8E2-9139C6963598}"/>
    <dgm:cxn modelId="{A78D8389-B122-264B-A045-C1F4BEFDE3FA}" type="presParOf" srcId="{92FB932E-70CC-054E-A27A-50AC758CC489}" destId="{761CE1A1-D053-444E-94C9-4AAE22CB1014}" srcOrd="0" destOrd="0" presId="urn:microsoft.com/office/officeart/2005/8/layout/lProcess2"/>
    <dgm:cxn modelId="{2D74D754-D61E-C54C-96D0-3FF2D98A1B88}" type="presParOf" srcId="{761CE1A1-D053-444E-94C9-4AAE22CB1014}" destId="{73BAEE09-94F7-6448-A0C0-E9068B05211E}" srcOrd="0" destOrd="0" presId="urn:microsoft.com/office/officeart/2005/8/layout/lProcess2"/>
    <dgm:cxn modelId="{8848CB6E-A6FA-9E45-8345-78CE44415094}" type="presParOf" srcId="{761CE1A1-D053-444E-94C9-4AAE22CB1014}" destId="{E68DA389-19F0-014A-BAFC-5B73697FCACE}" srcOrd="1" destOrd="0" presId="urn:microsoft.com/office/officeart/2005/8/layout/lProcess2"/>
    <dgm:cxn modelId="{A3FEB80B-F8F8-5F45-AAB6-FF7163177B7A}" type="presParOf" srcId="{761CE1A1-D053-444E-94C9-4AAE22CB1014}" destId="{A6E76070-2561-A544-83E1-F3509DA3BF16}" srcOrd="2" destOrd="0" presId="urn:microsoft.com/office/officeart/2005/8/layout/lProcess2"/>
    <dgm:cxn modelId="{9805A880-A2CC-6E4D-A5CA-2983BE4C8449}" type="presParOf" srcId="{A6E76070-2561-A544-83E1-F3509DA3BF16}" destId="{A7AC9D6E-713A-EF48-8BA1-41E0B8E3B1BA}" srcOrd="0" destOrd="0" presId="urn:microsoft.com/office/officeart/2005/8/layout/lProcess2"/>
    <dgm:cxn modelId="{2A909EB3-BD3D-CC4A-AEEC-48EF6F8CEA62}" type="presParOf" srcId="{92FB932E-70CC-054E-A27A-50AC758CC489}" destId="{3C09D0BC-A12B-4746-9C1D-6C8E603307FD}" srcOrd="1" destOrd="0" presId="urn:microsoft.com/office/officeart/2005/8/layout/lProcess2"/>
    <dgm:cxn modelId="{4747D896-3233-8E4F-804E-2117D8573B48}" type="presParOf" srcId="{92FB932E-70CC-054E-A27A-50AC758CC489}" destId="{B393C279-99F3-804C-80D3-F374ABB95143}" srcOrd="2" destOrd="0" presId="urn:microsoft.com/office/officeart/2005/8/layout/lProcess2"/>
    <dgm:cxn modelId="{CE66BC5A-7A82-804D-8AC1-BEFA833C05C5}" type="presParOf" srcId="{B393C279-99F3-804C-80D3-F374ABB95143}" destId="{91019BAD-B543-2445-BBF8-E388510F8D37}" srcOrd="0" destOrd="0" presId="urn:microsoft.com/office/officeart/2005/8/layout/lProcess2"/>
    <dgm:cxn modelId="{0E55B39D-4EBE-D449-9C27-4E6382F01345}" type="presParOf" srcId="{B393C279-99F3-804C-80D3-F374ABB95143}" destId="{014FBB78-6CE3-B34D-BDC2-EE4C3773C67C}" srcOrd="1" destOrd="0" presId="urn:microsoft.com/office/officeart/2005/8/layout/lProcess2"/>
    <dgm:cxn modelId="{C976A012-5899-9148-96F9-CDDB62E8EA7D}" type="presParOf" srcId="{B393C279-99F3-804C-80D3-F374ABB95143}" destId="{2DC5F499-1DCD-9F47-9728-5297C4BE4618}" srcOrd="2" destOrd="0" presId="urn:microsoft.com/office/officeart/2005/8/layout/lProcess2"/>
    <dgm:cxn modelId="{492B1E72-19EE-7C4E-88BC-84DCF7E1C0B0}" type="presParOf" srcId="{2DC5F499-1DCD-9F47-9728-5297C4BE4618}" destId="{944D9A1B-A853-4246-AA1E-FC3D9C935562}" srcOrd="0" destOrd="0" presId="urn:microsoft.com/office/officeart/2005/8/layout/lProcess2"/>
    <dgm:cxn modelId="{32226A30-B623-584F-8BDF-85F20299FAF5}" type="presParOf" srcId="{944D9A1B-A853-4246-AA1E-FC3D9C935562}" destId="{B7A2F760-A94D-5B49-9422-16E77080565F}" srcOrd="0" destOrd="0" presId="urn:microsoft.com/office/officeart/2005/8/layout/lProcess2"/>
    <dgm:cxn modelId="{4E6543FA-48E2-E346-80C4-0675CAE41496}" type="presParOf" srcId="{944D9A1B-A853-4246-AA1E-FC3D9C935562}" destId="{73C674F8-7E24-6945-9D1D-05693CD999D6}" srcOrd="1" destOrd="0" presId="urn:microsoft.com/office/officeart/2005/8/layout/lProcess2"/>
    <dgm:cxn modelId="{00992B4F-DED5-B54E-8640-17E49B38A9B1}" type="presParOf" srcId="{944D9A1B-A853-4246-AA1E-FC3D9C935562}" destId="{1ECB4796-3FDF-354E-B39F-56EBB879956D}" srcOrd="2" destOrd="0" presId="urn:microsoft.com/office/officeart/2005/8/layout/lProcess2"/>
    <dgm:cxn modelId="{E35632CD-8633-A549-AAF0-8ACC449B470F}" type="presParOf" srcId="{92FB932E-70CC-054E-A27A-50AC758CC489}" destId="{E8F4E6F7-B1CB-3740-A8DE-B0D0BCDEA854}" srcOrd="3" destOrd="0" presId="urn:microsoft.com/office/officeart/2005/8/layout/lProcess2"/>
    <dgm:cxn modelId="{3D93127A-D478-314B-9C47-A8DD20F01BBF}" type="presParOf" srcId="{92FB932E-70CC-054E-A27A-50AC758CC489}" destId="{A672568C-7682-BA43-B30A-EB4BA17350CA}" srcOrd="4" destOrd="0" presId="urn:microsoft.com/office/officeart/2005/8/layout/lProcess2"/>
    <dgm:cxn modelId="{B7A73302-5426-D34F-8E66-B0923C32A6CF}" type="presParOf" srcId="{A672568C-7682-BA43-B30A-EB4BA17350CA}" destId="{6042A813-5AF4-554E-884A-DEE78A8A344A}" srcOrd="0" destOrd="0" presId="urn:microsoft.com/office/officeart/2005/8/layout/lProcess2"/>
    <dgm:cxn modelId="{D0B53E0E-B1D7-3349-83EB-26DD69CA8D19}" type="presParOf" srcId="{A672568C-7682-BA43-B30A-EB4BA17350CA}" destId="{4D28D0BA-D1B4-DB4A-9505-3564DCBB12EB}" srcOrd="1" destOrd="0" presId="urn:microsoft.com/office/officeart/2005/8/layout/lProcess2"/>
    <dgm:cxn modelId="{9046A765-ABB5-F94E-B894-18E1FA835038}" type="presParOf" srcId="{A672568C-7682-BA43-B30A-EB4BA17350CA}" destId="{D4E3B4D7-74BB-D942-A5E9-0D4DB71F6457}" srcOrd="2" destOrd="0" presId="urn:microsoft.com/office/officeart/2005/8/layout/lProcess2"/>
    <dgm:cxn modelId="{3E6A3083-472C-9642-B418-092EB67D2FC8}" type="presParOf" srcId="{D4E3B4D7-74BB-D942-A5E9-0D4DB71F6457}" destId="{7B34C1C1-526D-9141-9B1C-0088D83D0EBC}" srcOrd="0" destOrd="0" presId="urn:microsoft.com/office/officeart/2005/8/layout/lProcess2"/>
    <dgm:cxn modelId="{6EC51253-D268-804A-A4AB-178E16E9C4ED}" type="presParOf" srcId="{7B34C1C1-526D-9141-9B1C-0088D83D0EBC}" destId="{72C8A79C-BC82-2844-9B2D-E9B9EDF6F508}" srcOrd="0" destOrd="0" presId="urn:microsoft.com/office/officeart/2005/8/layout/lProcess2"/>
    <dgm:cxn modelId="{54BDE93B-5856-9C4E-B102-7129810974C7}" type="presParOf" srcId="{7B34C1C1-526D-9141-9B1C-0088D83D0EBC}" destId="{A7051093-94D9-B64F-9DF1-37A3888A0AC8}" srcOrd="1" destOrd="0" presId="urn:microsoft.com/office/officeart/2005/8/layout/lProcess2"/>
    <dgm:cxn modelId="{43FCD79F-A17D-C74A-BA4F-00DFF7C398B7}" type="presParOf" srcId="{7B34C1C1-526D-9141-9B1C-0088D83D0EBC}" destId="{684B1449-EB48-6C42-9F0B-BD87224F03EB}" srcOrd="2" destOrd="0" presId="urn:microsoft.com/office/officeart/2005/8/layout/lProcess2"/>
    <dgm:cxn modelId="{088AB27A-E6F3-774B-978A-99655CF43507}" type="presParOf" srcId="{7B34C1C1-526D-9141-9B1C-0088D83D0EBC}" destId="{F009EF6C-E9AA-054F-AA71-6746BE284CCA}" srcOrd="3" destOrd="0" presId="urn:microsoft.com/office/officeart/2005/8/layout/lProcess2"/>
    <dgm:cxn modelId="{B20D38E3-97F9-614E-B7F5-9A95BB7916AC}" type="presParOf" srcId="{7B34C1C1-526D-9141-9B1C-0088D83D0EBC}" destId="{72B11D98-B81E-8947-BCC4-9E4F523104B6}" srcOrd="4" destOrd="0" presId="urn:microsoft.com/office/officeart/2005/8/layout/lProcess2"/>
    <dgm:cxn modelId="{1512D11A-F9EF-264B-B30B-AF95D927B087}" type="presParOf" srcId="{7B34C1C1-526D-9141-9B1C-0088D83D0EBC}" destId="{DE2E46CB-6EDE-154A-A192-1B00B728BC83}" srcOrd="5" destOrd="0" presId="urn:microsoft.com/office/officeart/2005/8/layout/lProcess2"/>
    <dgm:cxn modelId="{B6AF5C09-CA5D-7240-B1C3-B8682AC52027}" type="presParOf" srcId="{7B34C1C1-526D-9141-9B1C-0088D83D0EBC}" destId="{ED8B56E9-D6F4-E04A-AB90-AA3BAFC64B73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8C9008-82C0-C949-96F1-CC6FBB077F21}" type="doc">
      <dgm:prSet loTypeId="urn:microsoft.com/office/officeart/2005/8/layout/matrix3" loCatId="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CCE486-D003-9F47-A879-B1503AE3A9C0}">
      <dgm:prSet/>
      <dgm:spPr/>
      <dgm:t>
        <a:bodyPr/>
        <a:lstStyle/>
        <a:p>
          <a:pPr rtl="0"/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Dictionary attacks</a:t>
          </a:r>
        </a:p>
      </dgm:t>
    </dgm:pt>
    <dgm:pt modelId="{DD7F5FB6-E726-CB48-90CA-680322705085}" type="parTrans" cxnId="{A5AB7E63-7EA8-CC4A-9F52-B76D3773FB7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F73963-0ED4-C048-A44F-A61692AE148F}" type="sibTrans" cxnId="{A5AB7E63-7EA8-CC4A-9F52-B76D3773FB7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27BA27-679C-9944-8687-060F5F67C43B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Develop a large dictionary of possible passwords and try each against the password file</a:t>
          </a:r>
        </a:p>
      </dgm:t>
    </dgm:pt>
    <dgm:pt modelId="{2531265C-944D-3542-AA28-B8C981EC9B5A}" type="parTrans" cxnId="{60CC5EE3-942A-914D-BFB4-6F74B6A44EE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B84638-ED5D-454A-84A2-2CC845A73CA3}" type="sibTrans" cxnId="{60CC5EE3-942A-914D-BFB4-6F74B6A44EE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8BC059-1ADB-DF4E-BE69-2BC8CF5410F2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Each password must be hashed using each salt value and then compared to stored hash values</a:t>
          </a:r>
        </a:p>
      </dgm:t>
    </dgm:pt>
    <dgm:pt modelId="{75BCD549-6E10-4743-A9BF-766CC66C6DE4}" type="parTrans" cxnId="{DABB26C7-922F-1F4C-A248-DF009056074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723921-ADC2-9647-9B4A-8A1286BCEBA4}" type="sibTrans" cxnId="{DABB26C7-922F-1F4C-A248-DF009056074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1501B4-2940-6C4E-9D1E-21244EEF576C}">
      <dgm:prSet/>
      <dgm:spPr/>
      <dgm:t>
        <a:bodyPr/>
        <a:lstStyle/>
        <a:p>
          <a:pPr rtl="0"/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Rainbow table attacks</a:t>
          </a:r>
        </a:p>
      </dgm:t>
    </dgm:pt>
    <dgm:pt modelId="{4CE23651-5495-CF4D-AF49-815271E7438E}" type="parTrans" cxnId="{DA5E68E9-7247-3A49-BA93-A814347B4EA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01134E-0DA6-DB40-A31C-4FE32CC1F029}" type="sibTrans" cxnId="{DA5E68E9-7247-3A49-BA93-A814347B4EA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CA037C-3F1B-D641-95FF-04D49842CB14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Pre-compute tables of hash values for all salts</a:t>
          </a:r>
        </a:p>
      </dgm:t>
    </dgm:pt>
    <dgm:pt modelId="{F83FF084-B9EC-4C4C-8E70-5A01B9E787CC}" type="parTrans" cxnId="{AE1CB58F-D1C0-3347-9399-1C9749517482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2755A1-0C6D-6346-A15D-7AF3DD3F56F6}" type="sibTrans" cxnId="{AE1CB58F-D1C0-3347-9399-1C9749517482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84DDDE-AF93-3B43-A14C-8427D5FA587C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A mammoth table of hash values </a:t>
          </a:r>
        </a:p>
      </dgm:t>
    </dgm:pt>
    <dgm:pt modelId="{4F2F3588-2BD3-6F4A-8CED-855C84300048}" type="parTrans" cxnId="{156369F0-454A-7C43-BB16-8946F686AB7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11BFDB-B10E-9742-985D-F362842D6484}" type="sibTrans" cxnId="{156369F0-454A-7C43-BB16-8946F686AB7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80AB64-0450-174A-9695-C1608E1A0188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Can be countered by using a sufficiently large salt value and a sufficiently large hash length</a:t>
          </a:r>
        </a:p>
      </dgm:t>
    </dgm:pt>
    <dgm:pt modelId="{B71E9235-8262-1341-BBCA-B6E48619912A}" type="parTrans" cxnId="{C8FA68B9-C630-E344-AC99-B3688484FB0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D0168F-1895-C542-BEEC-15468CAC92A4}" type="sibTrans" cxnId="{C8FA68B9-C630-E344-AC99-B3688484FB0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4900DA-4EAC-6F41-B14D-3991671DDE33}">
      <dgm:prSet/>
      <dgm:spPr/>
      <dgm:t>
        <a:bodyPr/>
        <a:lstStyle/>
        <a:p>
          <a:pPr rtl="0"/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Password crackers 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exploit the fact that people choose easily guessable passwords</a:t>
          </a:r>
        </a:p>
      </dgm:t>
    </dgm:pt>
    <dgm:pt modelId="{A128D6A0-54BD-0347-94FF-02B2E6110BF6}" type="parTrans" cxnId="{3BEF1249-BABB-6541-8798-242866D37C5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EEB9EC-7074-BE4D-82E1-3868DD5BB25C}" type="sibTrans" cxnId="{3BEF1249-BABB-6541-8798-242866D37C5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4E4F79-37A6-AE4B-90F2-9B7A67FB40DB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Shorter password lengths are also easier to crack</a:t>
          </a:r>
        </a:p>
      </dgm:t>
    </dgm:pt>
    <dgm:pt modelId="{47BB7629-47BD-2F44-8F62-794E1508D380}" type="parTrans" cxnId="{1C760BB9-DF3A-D546-85A2-15D7FA5E05A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327295-888B-CF49-830C-8E64132BC9A8}" type="sibTrans" cxnId="{1C760BB9-DF3A-D546-85A2-15D7FA5E05A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8E3EA8-8253-EB4C-B661-E8106B9652B5}">
      <dgm:prSet/>
      <dgm:spPr/>
      <dgm:t>
        <a:bodyPr/>
        <a:lstStyle/>
        <a:p>
          <a:pPr rtl="0"/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John the Ripper</a:t>
          </a:r>
        </a:p>
      </dgm:t>
    </dgm:pt>
    <dgm:pt modelId="{13DCE8B7-11DB-464E-B63E-E8A2403DD401}" type="parTrans" cxnId="{4622402C-FFBD-D943-BD2C-3E148ECA7F5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95F127-1203-F148-9254-656C449186C8}" type="sibTrans" cxnId="{4622402C-FFBD-D943-BD2C-3E148ECA7F5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F9C917-0065-EC4D-B0EF-9BF52CA52ABD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Open-source password cracker first developed in in 1996</a:t>
          </a:r>
        </a:p>
      </dgm:t>
    </dgm:pt>
    <dgm:pt modelId="{BB832485-C922-A947-B86A-CCBF480C3B73}" type="parTrans" cxnId="{B2D87CC1-8722-104A-BD97-C18D5475D4E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7CB597-8EC5-844F-A22C-7EA79A3AC4D6}" type="sibTrans" cxnId="{B2D87CC1-8722-104A-BD97-C18D5475D4E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5C78C1-8F4A-3044-BC0E-952D77129478}">
      <dgm:prSet/>
      <dgm:spPr/>
      <dgm:t>
        <a:bodyPr/>
        <a:lstStyle/>
        <a:p>
          <a:pPr rtl="0"/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Uses a combination of brute-force and dictionary techniques</a:t>
          </a:r>
        </a:p>
      </dgm:t>
    </dgm:pt>
    <dgm:pt modelId="{0035AB4E-DF83-A544-A155-F9EB8355ADAA}" type="parTrans" cxnId="{B9A54167-E256-CA41-888B-0CF3E4AF52E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4D7121-7956-8A42-998A-03F9F6DA01E8}" type="sibTrans" cxnId="{B9A54167-E256-CA41-888B-0CF3E4AF52E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564003-4868-BA42-A749-C6E1A17BB86C}" type="pres">
      <dgm:prSet presAssocID="{478C9008-82C0-C949-96F1-CC6FBB077F21}" presName="matrix" presStyleCnt="0">
        <dgm:presLayoutVars>
          <dgm:chMax val="1"/>
          <dgm:dir/>
          <dgm:resizeHandles val="exact"/>
        </dgm:presLayoutVars>
      </dgm:prSet>
      <dgm:spPr/>
    </dgm:pt>
    <dgm:pt modelId="{D9121F6E-90E6-6945-ACF9-519CE5143683}" type="pres">
      <dgm:prSet presAssocID="{478C9008-82C0-C949-96F1-CC6FBB077F21}" presName="diamond" presStyleLbl="bgShp" presStyleIdx="0" presStyleCnt="1"/>
      <dgm:spPr/>
    </dgm:pt>
    <dgm:pt modelId="{38BA154D-3448-C247-9480-F48D86360482}" type="pres">
      <dgm:prSet presAssocID="{478C9008-82C0-C949-96F1-CC6FBB077F21}" presName="quad1" presStyleLbl="node1" presStyleIdx="0" presStyleCnt="4" custLinFactNeighborX="1268" custLinFactNeighborY="966">
        <dgm:presLayoutVars>
          <dgm:chMax val="0"/>
          <dgm:chPref val="0"/>
          <dgm:bulletEnabled val="1"/>
        </dgm:presLayoutVars>
      </dgm:prSet>
      <dgm:spPr/>
    </dgm:pt>
    <dgm:pt modelId="{E594EFE1-0725-5945-B830-29EC1BECF1D1}" type="pres">
      <dgm:prSet presAssocID="{478C9008-82C0-C949-96F1-CC6FBB077F2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43425A1-F2CE-2843-B729-57B95437EA87}" type="pres">
      <dgm:prSet presAssocID="{478C9008-82C0-C949-96F1-CC6FBB077F2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C992AA-187E-DF43-AC6D-09A34233146C}" type="pres">
      <dgm:prSet presAssocID="{478C9008-82C0-C949-96F1-CC6FBB077F2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3E6A306-3AE5-8D4F-B8F6-91979A3EE26F}" type="presOf" srcId="{FD4900DA-4EAC-6F41-B14D-3991671DDE33}" destId="{D43425A1-F2CE-2843-B729-57B95437EA87}" srcOrd="0" destOrd="0" presId="urn:microsoft.com/office/officeart/2005/8/layout/matrix3"/>
    <dgm:cxn modelId="{5A8EDA0A-E1B5-9C42-B379-AF649A893B61}" type="presOf" srcId="{68F9C917-0065-EC4D-B0EF-9BF52CA52ABD}" destId="{17C992AA-187E-DF43-AC6D-09A34233146C}" srcOrd="0" destOrd="1" presId="urn:microsoft.com/office/officeart/2005/8/layout/matrix3"/>
    <dgm:cxn modelId="{D6308D1D-6EE8-C449-8E85-F2B96C3B1030}" type="presOf" srcId="{591501B4-2940-6C4E-9D1E-21244EEF576C}" destId="{E594EFE1-0725-5945-B830-29EC1BECF1D1}" srcOrd="0" destOrd="0" presId="urn:microsoft.com/office/officeart/2005/8/layout/matrix3"/>
    <dgm:cxn modelId="{4622402C-FFBD-D943-BD2C-3E148ECA7F58}" srcId="{478C9008-82C0-C949-96F1-CC6FBB077F21}" destId="{3C8E3EA8-8253-EB4C-B661-E8106B9652B5}" srcOrd="3" destOrd="0" parTransId="{13DCE8B7-11DB-464E-B63E-E8A2403DD401}" sibTransId="{3D95F127-1203-F148-9254-656C449186C8}"/>
    <dgm:cxn modelId="{51681833-92FC-EA41-A606-615788466393}" type="presOf" srcId="{D027BA27-679C-9944-8687-060F5F67C43B}" destId="{38BA154D-3448-C247-9480-F48D86360482}" srcOrd="0" destOrd="1" presId="urn:microsoft.com/office/officeart/2005/8/layout/matrix3"/>
    <dgm:cxn modelId="{5D064A3A-BFB3-0141-A913-D0A96E31D4B9}" type="presOf" srcId="{2580AB64-0450-174A-9695-C1608E1A0188}" destId="{E594EFE1-0725-5945-B830-29EC1BECF1D1}" srcOrd="0" destOrd="3" presId="urn:microsoft.com/office/officeart/2005/8/layout/matrix3"/>
    <dgm:cxn modelId="{A5AB7E63-7EA8-CC4A-9F52-B76D3773FB71}" srcId="{478C9008-82C0-C949-96F1-CC6FBB077F21}" destId="{BBCCE486-D003-9F47-A879-B1503AE3A9C0}" srcOrd="0" destOrd="0" parTransId="{DD7F5FB6-E726-CB48-90CA-680322705085}" sibTransId="{E6F73963-0ED4-C048-A44F-A61692AE148F}"/>
    <dgm:cxn modelId="{AA73E346-1502-FC4C-A93D-A33EC08937B0}" type="presOf" srcId="{BBCCE486-D003-9F47-A879-B1503AE3A9C0}" destId="{38BA154D-3448-C247-9480-F48D86360482}" srcOrd="0" destOrd="0" presId="urn:microsoft.com/office/officeart/2005/8/layout/matrix3"/>
    <dgm:cxn modelId="{B9A54167-E256-CA41-888B-0CF3E4AF52ED}" srcId="{3C8E3EA8-8253-EB4C-B661-E8106B9652B5}" destId="{545C78C1-8F4A-3044-BC0E-952D77129478}" srcOrd="1" destOrd="0" parTransId="{0035AB4E-DF83-A544-A155-F9EB8355ADAA}" sibTransId="{2E4D7121-7956-8A42-998A-03F9F6DA01E8}"/>
    <dgm:cxn modelId="{3BEF1249-BABB-6541-8798-242866D37C5A}" srcId="{478C9008-82C0-C949-96F1-CC6FBB077F21}" destId="{FD4900DA-4EAC-6F41-B14D-3991671DDE33}" srcOrd="2" destOrd="0" parTransId="{A128D6A0-54BD-0347-94FF-02B2E6110BF6}" sibTransId="{B7EEB9EC-7074-BE4D-82E1-3868DD5BB25C}"/>
    <dgm:cxn modelId="{4B711B6E-D57C-9344-A83B-AE9EA9F09D3B}" type="presOf" srcId="{545C78C1-8F4A-3044-BC0E-952D77129478}" destId="{17C992AA-187E-DF43-AC6D-09A34233146C}" srcOrd="0" destOrd="2" presId="urn:microsoft.com/office/officeart/2005/8/layout/matrix3"/>
    <dgm:cxn modelId="{AE1CB58F-D1C0-3347-9399-1C9749517482}" srcId="{591501B4-2940-6C4E-9D1E-21244EEF576C}" destId="{45CA037C-3F1B-D641-95FF-04D49842CB14}" srcOrd="0" destOrd="0" parTransId="{F83FF084-B9EC-4C4C-8E70-5A01B9E787CC}" sibTransId="{352755A1-0C6D-6346-A15D-7AF3DD3F56F6}"/>
    <dgm:cxn modelId="{17914AA0-A43A-2A4B-A288-A39839BB8080}" type="presOf" srcId="{ED84DDDE-AF93-3B43-A14C-8427D5FA587C}" destId="{E594EFE1-0725-5945-B830-29EC1BECF1D1}" srcOrd="0" destOrd="2" presId="urn:microsoft.com/office/officeart/2005/8/layout/matrix3"/>
    <dgm:cxn modelId="{DF0F3DB6-0A45-8B43-8C4C-5F7DE75F54F3}" type="presOf" srcId="{9B8BC059-1ADB-DF4E-BE69-2BC8CF5410F2}" destId="{38BA154D-3448-C247-9480-F48D86360482}" srcOrd="0" destOrd="2" presId="urn:microsoft.com/office/officeart/2005/8/layout/matrix3"/>
    <dgm:cxn modelId="{1C760BB9-DF3A-D546-85A2-15D7FA5E05AC}" srcId="{FD4900DA-4EAC-6F41-B14D-3991671DDE33}" destId="{474E4F79-37A6-AE4B-90F2-9B7A67FB40DB}" srcOrd="0" destOrd="0" parTransId="{47BB7629-47BD-2F44-8F62-794E1508D380}" sibTransId="{83327295-888B-CF49-830C-8E64132BC9A8}"/>
    <dgm:cxn modelId="{C8FA68B9-C630-E344-AC99-B3688484FB06}" srcId="{591501B4-2940-6C4E-9D1E-21244EEF576C}" destId="{2580AB64-0450-174A-9695-C1608E1A0188}" srcOrd="2" destOrd="0" parTransId="{B71E9235-8262-1341-BBCA-B6E48619912A}" sibTransId="{55D0168F-1895-C542-BEEC-15468CAC92A4}"/>
    <dgm:cxn modelId="{919504C0-DF88-DC40-8D4D-5D4121596C61}" type="presOf" srcId="{3C8E3EA8-8253-EB4C-B661-E8106B9652B5}" destId="{17C992AA-187E-DF43-AC6D-09A34233146C}" srcOrd="0" destOrd="0" presId="urn:microsoft.com/office/officeart/2005/8/layout/matrix3"/>
    <dgm:cxn modelId="{B2D87CC1-8722-104A-BD97-C18D5475D4E7}" srcId="{3C8E3EA8-8253-EB4C-B661-E8106B9652B5}" destId="{68F9C917-0065-EC4D-B0EF-9BF52CA52ABD}" srcOrd="0" destOrd="0" parTransId="{BB832485-C922-A947-B86A-CCBF480C3B73}" sibTransId="{207CB597-8EC5-844F-A22C-7EA79A3AC4D6}"/>
    <dgm:cxn modelId="{DABB26C7-922F-1F4C-A248-DF0090560746}" srcId="{BBCCE486-D003-9F47-A879-B1503AE3A9C0}" destId="{9B8BC059-1ADB-DF4E-BE69-2BC8CF5410F2}" srcOrd="1" destOrd="0" parTransId="{75BCD549-6E10-4743-A9BF-766CC66C6DE4}" sibTransId="{0A723921-ADC2-9647-9B4A-8A1286BCEBA4}"/>
    <dgm:cxn modelId="{8A50A2D9-42E6-B04E-921B-F68087335934}" type="presOf" srcId="{478C9008-82C0-C949-96F1-CC6FBB077F21}" destId="{55564003-4868-BA42-A749-C6E1A17BB86C}" srcOrd="0" destOrd="0" presId="urn:microsoft.com/office/officeart/2005/8/layout/matrix3"/>
    <dgm:cxn modelId="{60CC5EE3-942A-914D-BFB4-6F74B6A44EE9}" srcId="{BBCCE486-D003-9F47-A879-B1503AE3A9C0}" destId="{D027BA27-679C-9944-8687-060F5F67C43B}" srcOrd="0" destOrd="0" parTransId="{2531265C-944D-3542-AA28-B8C981EC9B5A}" sibTransId="{D6B84638-ED5D-454A-84A2-2CC845A73CA3}"/>
    <dgm:cxn modelId="{DA5E68E9-7247-3A49-BA93-A814347B4EA8}" srcId="{478C9008-82C0-C949-96F1-CC6FBB077F21}" destId="{591501B4-2940-6C4E-9D1E-21244EEF576C}" srcOrd="1" destOrd="0" parTransId="{4CE23651-5495-CF4D-AF49-815271E7438E}" sibTransId="{F901134E-0DA6-DB40-A31C-4FE32CC1F029}"/>
    <dgm:cxn modelId="{592A5AEA-78BB-5440-8356-CB190EF96EDD}" type="presOf" srcId="{474E4F79-37A6-AE4B-90F2-9B7A67FB40DB}" destId="{D43425A1-F2CE-2843-B729-57B95437EA87}" srcOrd="0" destOrd="1" presId="urn:microsoft.com/office/officeart/2005/8/layout/matrix3"/>
    <dgm:cxn modelId="{156369F0-454A-7C43-BB16-8946F686AB7C}" srcId="{591501B4-2940-6C4E-9D1E-21244EEF576C}" destId="{ED84DDDE-AF93-3B43-A14C-8427D5FA587C}" srcOrd="1" destOrd="0" parTransId="{4F2F3588-2BD3-6F4A-8CED-855C84300048}" sibTransId="{1B11BFDB-B10E-9742-985D-F362842D6484}"/>
    <dgm:cxn modelId="{FFCA1EF6-EB1A-EA4C-90B6-6B547F740980}" type="presOf" srcId="{45CA037C-3F1B-D641-95FF-04D49842CB14}" destId="{E594EFE1-0725-5945-B830-29EC1BECF1D1}" srcOrd="0" destOrd="1" presId="urn:microsoft.com/office/officeart/2005/8/layout/matrix3"/>
    <dgm:cxn modelId="{6855EB68-B4C1-AE42-9FCC-A10FDE27645A}" type="presParOf" srcId="{55564003-4868-BA42-A749-C6E1A17BB86C}" destId="{D9121F6E-90E6-6945-ACF9-519CE5143683}" srcOrd="0" destOrd="0" presId="urn:microsoft.com/office/officeart/2005/8/layout/matrix3"/>
    <dgm:cxn modelId="{ABBB8DC5-ECEE-F644-8AFA-9D8CAC6961FC}" type="presParOf" srcId="{55564003-4868-BA42-A749-C6E1A17BB86C}" destId="{38BA154D-3448-C247-9480-F48D86360482}" srcOrd="1" destOrd="0" presId="urn:microsoft.com/office/officeart/2005/8/layout/matrix3"/>
    <dgm:cxn modelId="{207EA70F-6FB8-EE42-A691-8E828B7481A7}" type="presParOf" srcId="{55564003-4868-BA42-A749-C6E1A17BB86C}" destId="{E594EFE1-0725-5945-B830-29EC1BECF1D1}" srcOrd="2" destOrd="0" presId="urn:microsoft.com/office/officeart/2005/8/layout/matrix3"/>
    <dgm:cxn modelId="{DBC5DAD6-F227-CA4E-A9E4-B445D29CBACD}" type="presParOf" srcId="{55564003-4868-BA42-A749-C6E1A17BB86C}" destId="{D43425A1-F2CE-2843-B729-57B95437EA87}" srcOrd="3" destOrd="0" presId="urn:microsoft.com/office/officeart/2005/8/layout/matrix3"/>
    <dgm:cxn modelId="{9FDF8409-B41C-774A-A9EA-E98E5ED43492}" type="presParOf" srcId="{55564003-4868-BA42-A749-C6E1A17BB86C}" destId="{17C992AA-187E-DF43-AC6D-09A34233146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8235E6-AE49-2943-939E-2142B5850E01}" type="doc">
      <dgm:prSet loTypeId="urn:microsoft.com/office/officeart/2005/8/layout/radial3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34E031-B8F8-674F-9746-8CF9C6F4B217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GB" sz="1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reflection blurRad="12700" stA="28000" endPos="45000" dist="1000" dir="5400000" sy="-100000" algn="bl" rotWithShape="0"/>
              </a:effectLst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rPr>
            <a:t>Authentication</a:t>
          </a:r>
          <a:r>
            <a:rPr lang="en-US" sz="1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reflection blurRad="12700" stA="28000" endPos="45000" dist="1000" dir="5400000" sy="-100000" algn="bl" rotWithShape="0"/>
              </a:effectLst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rPr>
            <a:t>         Security Issues</a:t>
          </a:r>
          <a:endParaRPr lang="en-US" sz="1600" b="1" cap="all" spc="0" dirty="0">
            <a:ln w="9000" cmpd="sng">
              <a:solidFill>
                <a:schemeClr val="accent4">
                  <a:shade val="50000"/>
                  <a:satMod val="120000"/>
                </a:schemeClr>
              </a:solidFill>
              <a:prstDash val="solid"/>
            </a:ln>
            <a:solidFill>
              <a:srgbClr val="FF0000"/>
            </a:solidFill>
            <a:effectLst>
              <a:reflection blurRad="12700" stA="28000" endPos="45000" dist="1000" dir="5400000" sy="-100000" algn="bl" rotWithShape="0"/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373D51-121E-6A48-A8BD-2CCC1D2EDC39}" type="parTrans" cxnId="{94C6D0C1-9ABE-3941-83B6-9E6B56B805C6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120A44-EE18-FB4E-9A8D-85B0E99E7AD4}" type="sibTrans" cxnId="{94C6D0C1-9ABE-3941-83B6-9E6B56B805C6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0C5DC3-4274-5449-ABA8-AB6398A1AA4D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Eavesdroppin</a:t>
          </a:r>
          <a:r>
            <a: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</a:t>
          </a:r>
        </a:p>
        <a:p>
          <a:pPr rtl="0"/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attempts to learn the password by some sort of attack that involves the physical proximity of user and adversary</a:t>
          </a:r>
        </a:p>
      </dgm:t>
    </dgm:pt>
    <dgm:pt modelId="{E2B7393E-B61C-C54D-B6E9-1CAC56C6DB51}" type="parTrans" cxnId="{D1715A33-B1D9-AD4D-B243-8954F3EE301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15A6C1-5DC6-9148-B6C6-657F4B8EFDB1}" type="sibTrans" cxnId="{D1715A33-B1D9-AD4D-B243-8954F3EE301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9688C5-511D-114A-B82F-9DDCBDC6DE2A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Host Attacks</a:t>
          </a:r>
        </a:p>
        <a:p>
          <a:pPr rtl="0"/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Directed at the user file at the host where passwords, token passcodes, or biometric templates are stored</a:t>
          </a:r>
        </a:p>
      </dgm:t>
    </dgm:pt>
    <dgm:pt modelId="{FE180398-9D4F-A74F-983A-5416187D8D7B}" type="parTrans" cxnId="{6A5DE053-9FE2-1741-AAFD-F5DC4C634D7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71F2EF-2B73-D14B-A129-E11D7B293D2B}" type="sibTrans" cxnId="{6A5DE053-9FE2-1741-AAFD-F5DC4C634D7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FABCED-47F4-2E43-8160-C641B2CDA211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Replay</a:t>
          </a:r>
        </a:p>
        <a:p>
          <a:pPr rtl="0"/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repeats a previously captured user response</a:t>
          </a:r>
        </a:p>
      </dgm:t>
    </dgm:pt>
    <dgm:pt modelId="{EFE51C9D-AAD2-3D4F-8C72-E6824796FFB9}" type="parTrans" cxnId="{AAABA085-1BA4-F543-AFC6-C0DA0F11418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6D60C1-585F-3044-A15C-5183B37C5555}" type="sibTrans" cxnId="{AAABA085-1BA4-F543-AFC6-C0DA0F11418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0025F6-D3C8-7B40-B7DA-D92443978067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Client Attacks</a:t>
          </a:r>
        </a:p>
        <a:p>
          <a:pPr rtl="0"/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attempts to achieve user authentication without access to the remote host or the intervening communications path</a:t>
          </a:r>
        </a:p>
      </dgm:t>
    </dgm:pt>
    <dgm:pt modelId="{4ABB047E-A77E-0543-8B8B-2F747FE67EDD}" type="parTrans" cxnId="{A8FC3921-38B0-EE47-9F28-81257BB3E2C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D53F1F-4DA6-6B4C-883D-E27052EC9227}" type="sibTrans" cxnId="{A8FC3921-38B0-EE47-9F28-81257BB3E2C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5C3278-381F-E346-B329-287FBC7EF762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Trojan Horse                                  </a:t>
          </a:r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An application or physical device masquerades as an authentic application or device for the purpose of capturing a user password, passcode, or biometric</a:t>
          </a:r>
        </a:p>
      </dgm:t>
    </dgm:pt>
    <dgm:pt modelId="{ECB7D321-4405-F940-83E7-AEDD8E163486}" type="parTrans" cxnId="{E27B67B7-529F-7E4D-A668-70A5BACFF9B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F36E61-0E91-5647-89E6-F85137370096}" type="sibTrans" cxnId="{E27B67B7-529F-7E4D-A668-70A5BACFF9B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5B263E-C272-F243-9E27-15E6D732682B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Denial-of-Service</a:t>
          </a:r>
          <a:r>
            <a: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                 </a:t>
          </a:r>
        </a:p>
        <a:p>
          <a:pPr rtl="0"/>
          <a:r>
            <a:rPr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Attempts to disable a user authentication service by flooding the service with numerous authentication attempts</a:t>
          </a:r>
        </a:p>
      </dgm:t>
    </dgm:pt>
    <dgm:pt modelId="{023DAE27-A30D-C040-A960-A743D387B1EC}" type="parTrans" cxnId="{CC4F5CA0-E8C7-A641-B957-E680C4F943D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9C57FD-A254-EB45-895D-2CE1EC4D1C89}" type="sibTrans" cxnId="{CC4F5CA0-E8C7-A641-B957-E680C4F943D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107661-9B5E-A944-A316-84DED04798AA}" type="pres">
      <dgm:prSet presAssocID="{908235E6-AE49-2943-939E-2142B5850E01}" presName="composite" presStyleCnt="0">
        <dgm:presLayoutVars>
          <dgm:chMax val="1"/>
          <dgm:dir/>
          <dgm:resizeHandles val="exact"/>
        </dgm:presLayoutVars>
      </dgm:prSet>
      <dgm:spPr/>
    </dgm:pt>
    <dgm:pt modelId="{9E231904-62C7-9445-873B-C11A9DA981D8}" type="pres">
      <dgm:prSet presAssocID="{908235E6-AE49-2943-939E-2142B5850E01}" presName="radial" presStyleCnt="0">
        <dgm:presLayoutVars>
          <dgm:animLvl val="ctr"/>
        </dgm:presLayoutVars>
      </dgm:prSet>
      <dgm:spPr/>
    </dgm:pt>
    <dgm:pt modelId="{4DA0E7FB-61E5-954C-BCED-5276058B0501}" type="pres">
      <dgm:prSet presAssocID="{4934E031-B8F8-674F-9746-8CF9C6F4B217}" presName="centerShape" presStyleLbl="vennNode1" presStyleIdx="0" presStyleCnt="7"/>
      <dgm:spPr/>
    </dgm:pt>
    <dgm:pt modelId="{B435D657-C144-8741-9BC2-C7249D5BD679}" type="pres">
      <dgm:prSet presAssocID="{E60C5DC3-4274-5449-ABA8-AB6398A1AA4D}" presName="node" presStyleLbl="vennNode1" presStyleIdx="1" presStyleCnt="7" custScaleX="149081" custScaleY="136629" custRadScaleRad="86122" custRadScaleInc="1465">
        <dgm:presLayoutVars>
          <dgm:bulletEnabled val="1"/>
        </dgm:presLayoutVars>
      </dgm:prSet>
      <dgm:spPr/>
    </dgm:pt>
    <dgm:pt modelId="{5008F7C2-3B2F-E648-A07F-1C856BC2504D}" type="pres">
      <dgm:prSet presAssocID="{439688C5-511D-114A-B82F-9DDCBDC6DE2A}" presName="node" presStyleLbl="vennNode1" presStyleIdx="2" presStyleCnt="7" custScaleX="138702" custScaleY="128374" custRadScaleRad="104601" custRadScaleInc="1171">
        <dgm:presLayoutVars>
          <dgm:bulletEnabled val="1"/>
        </dgm:presLayoutVars>
      </dgm:prSet>
      <dgm:spPr/>
    </dgm:pt>
    <dgm:pt modelId="{003E0A61-2997-D14C-9833-807AF7126595}" type="pres">
      <dgm:prSet presAssocID="{ACFABCED-47F4-2E43-8160-C641B2CDA211}" presName="node" presStyleLbl="vennNode1" presStyleIdx="3" presStyleCnt="7" custScaleX="130212" custScaleY="132705" custRadScaleRad="109001" custRadScaleInc="-11510">
        <dgm:presLayoutVars>
          <dgm:bulletEnabled val="1"/>
        </dgm:presLayoutVars>
      </dgm:prSet>
      <dgm:spPr/>
    </dgm:pt>
    <dgm:pt modelId="{A46758A4-57EB-5C4E-8B9E-2702AAF1C17A}" type="pres">
      <dgm:prSet presAssocID="{500025F6-D3C8-7B40-B7DA-D92443978067}" presName="node" presStyleLbl="vennNode1" presStyleIdx="4" presStyleCnt="7" custScaleX="137334" custScaleY="126014" custRadScaleRad="81463" custRadScaleInc="-17014">
        <dgm:presLayoutVars>
          <dgm:bulletEnabled val="1"/>
        </dgm:presLayoutVars>
      </dgm:prSet>
      <dgm:spPr/>
    </dgm:pt>
    <dgm:pt modelId="{73CC81F9-E056-5D48-AB2E-5424D642560D}" type="pres">
      <dgm:prSet presAssocID="{D75C3278-381F-E346-B329-287FBC7EF762}" presName="node" presStyleLbl="vennNode1" presStyleIdx="5" presStyleCnt="7" custScaleX="144444" custScaleY="138258" custRadScaleRad="103705" custRadScaleInc="-6738">
        <dgm:presLayoutVars>
          <dgm:bulletEnabled val="1"/>
        </dgm:presLayoutVars>
      </dgm:prSet>
      <dgm:spPr/>
    </dgm:pt>
    <dgm:pt modelId="{905CC022-C6AF-0E41-B566-BB7DFF9510F7}" type="pres">
      <dgm:prSet presAssocID="{9C5B263E-C272-F243-9E27-15E6D732682B}" presName="node" presStyleLbl="vennNode1" presStyleIdx="6" presStyleCnt="7" custScaleX="145853" custScaleY="139474" custRadScaleRad="107960" custRadScaleInc="-10614">
        <dgm:presLayoutVars>
          <dgm:bulletEnabled val="1"/>
        </dgm:presLayoutVars>
      </dgm:prSet>
      <dgm:spPr/>
    </dgm:pt>
  </dgm:ptLst>
  <dgm:cxnLst>
    <dgm:cxn modelId="{952AFD0C-DC98-134A-8ACA-1DE59F5438B2}" type="presOf" srcId="{908235E6-AE49-2943-939E-2142B5850E01}" destId="{82107661-9B5E-A944-A316-84DED04798AA}" srcOrd="0" destOrd="0" presId="urn:microsoft.com/office/officeart/2005/8/layout/radial3"/>
    <dgm:cxn modelId="{A8FC3921-38B0-EE47-9F28-81257BB3E2C3}" srcId="{4934E031-B8F8-674F-9746-8CF9C6F4B217}" destId="{500025F6-D3C8-7B40-B7DA-D92443978067}" srcOrd="3" destOrd="0" parTransId="{4ABB047E-A77E-0543-8B8B-2F747FE67EDD}" sibTransId="{6AD53F1F-4DA6-6B4C-883D-E27052EC9227}"/>
    <dgm:cxn modelId="{455F3129-9827-F146-A8F8-9764BA801CF4}" type="presOf" srcId="{500025F6-D3C8-7B40-B7DA-D92443978067}" destId="{A46758A4-57EB-5C4E-8B9E-2702AAF1C17A}" srcOrd="0" destOrd="0" presId="urn:microsoft.com/office/officeart/2005/8/layout/radial3"/>
    <dgm:cxn modelId="{D1715A33-B1D9-AD4D-B243-8954F3EE3017}" srcId="{4934E031-B8F8-674F-9746-8CF9C6F4B217}" destId="{E60C5DC3-4274-5449-ABA8-AB6398A1AA4D}" srcOrd="0" destOrd="0" parTransId="{E2B7393E-B61C-C54D-B6E9-1CAC56C6DB51}" sibTransId="{4D15A6C1-5DC6-9148-B6C6-657F4B8EFDB1}"/>
    <dgm:cxn modelId="{D311696B-D516-EC49-8B9B-3769968B50CB}" type="presOf" srcId="{9C5B263E-C272-F243-9E27-15E6D732682B}" destId="{905CC022-C6AF-0E41-B566-BB7DFF9510F7}" srcOrd="0" destOrd="0" presId="urn:microsoft.com/office/officeart/2005/8/layout/radial3"/>
    <dgm:cxn modelId="{6A5DE053-9FE2-1741-AAFD-F5DC4C634D77}" srcId="{4934E031-B8F8-674F-9746-8CF9C6F4B217}" destId="{439688C5-511D-114A-B82F-9DDCBDC6DE2A}" srcOrd="1" destOrd="0" parTransId="{FE180398-9D4F-A74F-983A-5416187D8D7B}" sibTransId="{0271F2EF-2B73-D14B-A129-E11D7B293D2B}"/>
    <dgm:cxn modelId="{B467E175-6CDA-D74A-ADBE-FC4A7AD3750B}" type="presOf" srcId="{4934E031-B8F8-674F-9746-8CF9C6F4B217}" destId="{4DA0E7FB-61E5-954C-BCED-5276058B0501}" srcOrd="0" destOrd="0" presId="urn:microsoft.com/office/officeart/2005/8/layout/radial3"/>
    <dgm:cxn modelId="{EB70BA7D-8180-0348-B9D8-C869CA48C7AD}" type="presOf" srcId="{439688C5-511D-114A-B82F-9DDCBDC6DE2A}" destId="{5008F7C2-3B2F-E648-A07F-1C856BC2504D}" srcOrd="0" destOrd="0" presId="urn:microsoft.com/office/officeart/2005/8/layout/radial3"/>
    <dgm:cxn modelId="{9E0E847E-A505-AB45-9338-419DA1208071}" type="presOf" srcId="{D75C3278-381F-E346-B329-287FBC7EF762}" destId="{73CC81F9-E056-5D48-AB2E-5424D642560D}" srcOrd="0" destOrd="0" presId="urn:microsoft.com/office/officeart/2005/8/layout/radial3"/>
    <dgm:cxn modelId="{AAABA085-1BA4-F543-AFC6-C0DA0F114184}" srcId="{4934E031-B8F8-674F-9746-8CF9C6F4B217}" destId="{ACFABCED-47F4-2E43-8160-C641B2CDA211}" srcOrd="2" destOrd="0" parTransId="{EFE51C9D-AAD2-3D4F-8C72-E6824796FFB9}" sibTransId="{776D60C1-585F-3044-A15C-5183B37C5555}"/>
    <dgm:cxn modelId="{CC4F5CA0-E8C7-A641-B957-E680C4F943D7}" srcId="{4934E031-B8F8-674F-9746-8CF9C6F4B217}" destId="{9C5B263E-C272-F243-9E27-15E6D732682B}" srcOrd="5" destOrd="0" parTransId="{023DAE27-A30D-C040-A960-A743D387B1EC}" sibTransId="{B39C57FD-A254-EB45-895D-2CE1EC4D1C89}"/>
    <dgm:cxn modelId="{E27B67B7-529F-7E4D-A668-70A5BACFF9BE}" srcId="{4934E031-B8F8-674F-9746-8CF9C6F4B217}" destId="{D75C3278-381F-E346-B329-287FBC7EF762}" srcOrd="4" destOrd="0" parTransId="{ECB7D321-4405-F940-83E7-AEDD8E163486}" sibTransId="{41F36E61-0E91-5647-89E6-F85137370096}"/>
    <dgm:cxn modelId="{3EE527BD-5A1A-F84F-BFCA-5484B8AE7F5E}" type="presOf" srcId="{ACFABCED-47F4-2E43-8160-C641B2CDA211}" destId="{003E0A61-2997-D14C-9833-807AF7126595}" srcOrd="0" destOrd="0" presId="urn:microsoft.com/office/officeart/2005/8/layout/radial3"/>
    <dgm:cxn modelId="{94C6D0C1-9ABE-3941-83B6-9E6B56B805C6}" srcId="{908235E6-AE49-2943-939E-2142B5850E01}" destId="{4934E031-B8F8-674F-9746-8CF9C6F4B217}" srcOrd="0" destOrd="0" parTransId="{13373D51-121E-6A48-A8BD-2CCC1D2EDC39}" sibTransId="{34120A44-EE18-FB4E-9A8D-85B0E99E7AD4}"/>
    <dgm:cxn modelId="{C3DE7AE8-EA10-7044-8236-430C0C7C6D73}" type="presOf" srcId="{E60C5DC3-4274-5449-ABA8-AB6398A1AA4D}" destId="{B435D657-C144-8741-9BC2-C7249D5BD679}" srcOrd="0" destOrd="0" presId="urn:microsoft.com/office/officeart/2005/8/layout/radial3"/>
    <dgm:cxn modelId="{B296E344-4E9A-C042-92F2-80149D0E323E}" type="presParOf" srcId="{82107661-9B5E-A944-A316-84DED04798AA}" destId="{9E231904-62C7-9445-873B-C11A9DA981D8}" srcOrd="0" destOrd="0" presId="urn:microsoft.com/office/officeart/2005/8/layout/radial3"/>
    <dgm:cxn modelId="{DB5D12BE-1BE2-9F44-83C4-C329C95F4F4F}" type="presParOf" srcId="{9E231904-62C7-9445-873B-C11A9DA981D8}" destId="{4DA0E7FB-61E5-954C-BCED-5276058B0501}" srcOrd="0" destOrd="0" presId="urn:microsoft.com/office/officeart/2005/8/layout/radial3"/>
    <dgm:cxn modelId="{B8DF30EC-F8D0-0F43-BC4A-D7930A5DEE14}" type="presParOf" srcId="{9E231904-62C7-9445-873B-C11A9DA981D8}" destId="{B435D657-C144-8741-9BC2-C7249D5BD679}" srcOrd="1" destOrd="0" presId="urn:microsoft.com/office/officeart/2005/8/layout/radial3"/>
    <dgm:cxn modelId="{BC067C77-60D5-124F-BF66-91F3C5D8BC85}" type="presParOf" srcId="{9E231904-62C7-9445-873B-C11A9DA981D8}" destId="{5008F7C2-3B2F-E648-A07F-1C856BC2504D}" srcOrd="2" destOrd="0" presId="urn:microsoft.com/office/officeart/2005/8/layout/radial3"/>
    <dgm:cxn modelId="{148E19A3-9FF3-2C47-B40E-8743B6FAB304}" type="presParOf" srcId="{9E231904-62C7-9445-873B-C11A9DA981D8}" destId="{003E0A61-2997-D14C-9833-807AF7126595}" srcOrd="3" destOrd="0" presId="urn:microsoft.com/office/officeart/2005/8/layout/radial3"/>
    <dgm:cxn modelId="{24E6BAEF-314E-E842-B8E4-9B173803C666}" type="presParOf" srcId="{9E231904-62C7-9445-873B-C11A9DA981D8}" destId="{A46758A4-57EB-5C4E-8B9E-2702AAF1C17A}" srcOrd="4" destOrd="0" presId="urn:microsoft.com/office/officeart/2005/8/layout/radial3"/>
    <dgm:cxn modelId="{8F5F2E99-4EAC-B640-B292-B3006F92B8BB}" type="presParOf" srcId="{9E231904-62C7-9445-873B-C11A9DA981D8}" destId="{73CC81F9-E056-5D48-AB2E-5424D642560D}" srcOrd="5" destOrd="0" presId="urn:microsoft.com/office/officeart/2005/8/layout/radial3"/>
    <dgm:cxn modelId="{C1909C97-6261-AF4D-99ED-3A71514A848B}" type="presParOf" srcId="{9E231904-62C7-9445-873B-C11A9DA981D8}" destId="{905CC022-C6AF-0E41-B566-BB7DFF9510F7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D3B63-52AA-0F4D-B509-89B391844F76}">
      <dsp:nvSpPr>
        <dsp:cNvPr id="0" name=""/>
        <dsp:cNvSpPr/>
      </dsp:nvSpPr>
      <dsp:spPr>
        <a:xfrm>
          <a:off x="1873" y="0"/>
          <a:ext cx="1838734" cy="436880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rial" panose="020B0604020202020204" pitchFamily="34" charset="0"/>
              <a:cs typeface="Arial" panose="020B0604020202020204" pitchFamily="34" charset="0"/>
            </a:rPr>
            <a:t>IP address and protocol values</a:t>
          </a:r>
        </a:p>
      </dsp:txBody>
      <dsp:txXfrm>
        <a:off x="1873" y="0"/>
        <a:ext cx="1838734" cy="1310640"/>
      </dsp:txXfrm>
    </dsp:sp>
    <dsp:sp modelId="{233409E2-3517-7A4C-BEB5-5263C444841E}">
      <dsp:nvSpPr>
        <dsp:cNvPr id="0" name=""/>
        <dsp:cNvSpPr/>
      </dsp:nvSpPr>
      <dsp:spPr>
        <a:xfrm>
          <a:off x="185747" y="1311919"/>
          <a:ext cx="1470987" cy="1317252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This type of filtering is used by packet filter and </a:t>
          </a:r>
          <a:r>
            <a:rPr lang="en-US" sz="1400" b="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stateful</a:t>
          </a:r>
          <a:r>
            <a:rPr lang="en-US" sz="14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inspection firewalls</a:t>
          </a:r>
        </a:p>
      </dsp:txBody>
      <dsp:txXfrm>
        <a:off x="224328" y="1350500"/>
        <a:ext cx="1393825" cy="1240090"/>
      </dsp:txXfrm>
    </dsp:sp>
    <dsp:sp modelId="{4577C2A4-77EB-034F-ACEE-CA8EB258F917}">
      <dsp:nvSpPr>
        <dsp:cNvPr id="0" name=""/>
        <dsp:cNvSpPr/>
      </dsp:nvSpPr>
      <dsp:spPr>
        <a:xfrm>
          <a:off x="185747" y="2831827"/>
          <a:ext cx="1470987" cy="1317252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Typically used to limit access to specific services</a:t>
          </a:r>
        </a:p>
      </dsp:txBody>
      <dsp:txXfrm>
        <a:off x="224328" y="2870408"/>
        <a:ext cx="1393825" cy="1240090"/>
      </dsp:txXfrm>
    </dsp:sp>
    <dsp:sp modelId="{69066A2D-01B8-BD48-83E0-6DECB12724EA}">
      <dsp:nvSpPr>
        <dsp:cNvPr id="0" name=""/>
        <dsp:cNvSpPr/>
      </dsp:nvSpPr>
      <dsp:spPr>
        <a:xfrm>
          <a:off x="1978513" y="0"/>
          <a:ext cx="1838734" cy="43688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rial" panose="020B0604020202020204" pitchFamily="34" charset="0"/>
              <a:cs typeface="Arial" panose="020B0604020202020204" pitchFamily="34" charset="0"/>
            </a:rPr>
            <a:t>Application protocol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78513" y="0"/>
        <a:ext cx="1838734" cy="1310640"/>
      </dsp:txXfrm>
    </dsp:sp>
    <dsp:sp modelId="{F5203C34-B1E2-054E-B5B5-A3A3CB4C512C}">
      <dsp:nvSpPr>
        <dsp:cNvPr id="0" name=""/>
        <dsp:cNvSpPr/>
      </dsp:nvSpPr>
      <dsp:spPr>
        <a:xfrm>
          <a:off x="2162386" y="1310640"/>
          <a:ext cx="1470987" cy="2839720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This type of filtering is used by an application-level gateway that relays and monitors the exchange of information for specific application protocols</a:t>
          </a:r>
        </a:p>
      </dsp:txBody>
      <dsp:txXfrm>
        <a:off x="2205470" y="1353724"/>
        <a:ext cx="1384819" cy="2753552"/>
      </dsp:txXfrm>
    </dsp:sp>
    <dsp:sp modelId="{5EF363CB-8B94-2443-BEF3-EF6DDD0821FD}">
      <dsp:nvSpPr>
        <dsp:cNvPr id="0" name=""/>
        <dsp:cNvSpPr/>
      </dsp:nvSpPr>
      <dsp:spPr>
        <a:xfrm>
          <a:off x="3955152" y="0"/>
          <a:ext cx="1838734" cy="436880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rial" panose="020B0604020202020204" pitchFamily="34" charset="0"/>
              <a:cs typeface="Arial" panose="020B0604020202020204" pitchFamily="34" charset="0"/>
            </a:rPr>
            <a:t>User identity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55152" y="0"/>
        <a:ext cx="1838734" cy="1310640"/>
      </dsp:txXfrm>
    </dsp:sp>
    <dsp:sp modelId="{21407BB1-ACEF-CF4A-9F72-95F2944F9C99}">
      <dsp:nvSpPr>
        <dsp:cNvPr id="0" name=""/>
        <dsp:cNvSpPr/>
      </dsp:nvSpPr>
      <dsp:spPr>
        <a:xfrm>
          <a:off x="4139025" y="1310640"/>
          <a:ext cx="1470987" cy="2839720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Typically for inside users who identify themselves using some form of secure authentication technology</a:t>
          </a:r>
        </a:p>
      </dsp:txBody>
      <dsp:txXfrm>
        <a:off x="4182109" y="1353724"/>
        <a:ext cx="1384819" cy="2753552"/>
      </dsp:txXfrm>
    </dsp:sp>
    <dsp:sp modelId="{6E4984E4-D558-E841-A9CC-6760B3ECF2E1}">
      <dsp:nvSpPr>
        <dsp:cNvPr id="0" name=""/>
        <dsp:cNvSpPr/>
      </dsp:nvSpPr>
      <dsp:spPr>
        <a:xfrm>
          <a:off x="5931791" y="0"/>
          <a:ext cx="1838734" cy="4368800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rial" panose="020B0604020202020204" pitchFamily="34" charset="0"/>
              <a:cs typeface="Arial" panose="020B0604020202020204" pitchFamily="34" charset="0"/>
            </a:rPr>
            <a:t>Network activity</a:t>
          </a:r>
          <a:endParaRPr lang="en-US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31791" y="0"/>
        <a:ext cx="1838734" cy="1310640"/>
      </dsp:txXfrm>
    </dsp:sp>
    <dsp:sp modelId="{6EC0DA58-F2F0-834F-854D-AFA80713B70B}">
      <dsp:nvSpPr>
        <dsp:cNvPr id="0" name=""/>
        <dsp:cNvSpPr/>
      </dsp:nvSpPr>
      <dsp:spPr>
        <a:xfrm>
          <a:off x="6115665" y="1310640"/>
          <a:ext cx="1470987" cy="2839720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Controls access based on considerations such as the time or request, rate of requests, or other activity patterns</a:t>
          </a:r>
        </a:p>
      </dsp:txBody>
      <dsp:txXfrm>
        <a:off x="6158749" y="1353724"/>
        <a:ext cx="1384819" cy="2753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9FBF5-6ABB-C64A-8A51-9ED48CEBDC31}">
      <dsp:nvSpPr>
        <dsp:cNvPr id="0" name=""/>
        <dsp:cNvSpPr/>
      </dsp:nvSpPr>
      <dsp:spPr>
        <a:xfrm>
          <a:off x="0" y="60860"/>
          <a:ext cx="5959386" cy="403200"/>
        </a:xfrm>
        <a:prstGeom prst="rect">
          <a:avLst/>
        </a:prstGeom>
        <a:solidFill>
          <a:schemeClr val="accent5">
            <a:lumMod val="75000"/>
          </a:schemeClr>
        </a:solidFill>
        <a:ln w="9525" cap="flat" cmpd="sng" algn="ctr">
          <a:solidFill>
            <a:schemeClr val="accent5">
              <a:lumMod val="5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rPr>
            <a:t>Filtering rules are based on information contained in a network packet</a:t>
          </a:r>
        </a:p>
      </dsp:txBody>
      <dsp:txXfrm>
        <a:off x="0" y="60860"/>
        <a:ext cx="5959386" cy="403200"/>
      </dsp:txXfrm>
    </dsp:sp>
    <dsp:sp modelId="{F43A4F69-133B-A849-99D7-8121D32013C5}">
      <dsp:nvSpPr>
        <dsp:cNvPr id="0" name=""/>
        <dsp:cNvSpPr/>
      </dsp:nvSpPr>
      <dsp:spPr>
        <a:xfrm>
          <a:off x="0" y="464061"/>
          <a:ext cx="5959386" cy="1229759"/>
        </a:xfrm>
        <a:prstGeom prst="rect">
          <a:avLst/>
        </a:prstGeom>
        <a:solidFill>
          <a:schemeClr val="accent5">
            <a:lumMod val="40000"/>
            <a:lumOff val="60000"/>
            <a:alpha val="90000"/>
          </a:schemeClr>
        </a:solidFill>
        <a:ln w="9525" cap="flat" cmpd="sng" algn="ctr">
          <a:solidFill>
            <a:schemeClr val="accent5">
              <a:lumMod val="50000"/>
              <a:alpha val="90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Source IP 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Destination IP 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Source and destination transport-level address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IP protocol field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effectLst/>
              <a:latin typeface="Arial" panose="020B0604020202020204" pitchFamily="34" charset="0"/>
              <a:cs typeface="Arial" panose="020B0604020202020204" pitchFamily="34" charset="0"/>
            </a:rPr>
            <a:t>Interface</a:t>
          </a:r>
        </a:p>
      </dsp:txBody>
      <dsp:txXfrm>
        <a:off x="0" y="464061"/>
        <a:ext cx="5959386" cy="12297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8884E-25F0-8E45-87AD-FFCD76ECA1C4}">
      <dsp:nvSpPr>
        <dsp:cNvPr id="0" name=""/>
        <dsp:cNvSpPr/>
      </dsp:nvSpPr>
      <dsp:spPr>
        <a:xfrm>
          <a:off x="1728181" y="52410"/>
          <a:ext cx="5184576" cy="5184576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C93CCD-45E6-BD4E-A080-C49B7B85857D}">
      <dsp:nvSpPr>
        <dsp:cNvPr id="0" name=""/>
        <dsp:cNvSpPr/>
      </dsp:nvSpPr>
      <dsp:spPr>
        <a:xfrm>
          <a:off x="759274" y="1093898"/>
          <a:ext cx="3338701" cy="3244901"/>
        </a:xfrm>
        <a:prstGeom prst="roundRect">
          <a:avLst/>
        </a:prstGeom>
        <a:solidFill>
          <a:schemeClr val="bg1"/>
        </a:solidFill>
        <a:ln w="31750">
          <a:solidFill>
            <a:schemeClr val="accent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ts val="1200"/>
            </a:spcAft>
            <a:buNone/>
          </a:pPr>
          <a:r>
            <a:rPr lang="en-US" sz="1600" b="1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Tightens rules for TCP traffic by creating a directory of outbound TCP connections</a:t>
          </a:r>
          <a:endParaRPr lang="en-US" sz="1600" kern="120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 rtl="0">
            <a:lnSpc>
              <a:spcPct val="90000"/>
            </a:lnSpc>
            <a:spcBef>
              <a:spcPts val="1800"/>
            </a:spcBef>
            <a:spcAft>
              <a:spcPts val="1200"/>
            </a:spcAft>
            <a:buChar char="•"/>
          </a:pPr>
          <a:r>
            <a:rPr lang="en-US" sz="16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There is an entry for each currently established connection</a:t>
          </a:r>
        </a:p>
        <a:p>
          <a:pPr marL="171450" lvl="1" indent="-171450" algn="l" defTabSz="711200" rtl="0">
            <a:lnSpc>
              <a:spcPct val="90000"/>
            </a:lnSpc>
            <a:spcBef>
              <a:spcPts val="1800"/>
            </a:spcBef>
            <a:spcAft>
              <a:spcPts val="1200"/>
            </a:spcAft>
            <a:buChar char="•"/>
          </a:pPr>
          <a:r>
            <a:rPr lang="en-US" sz="16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Packet filter allows incoming traffic to high numbered ports only for those packets that fit the profile of one of the entries in this directory</a:t>
          </a:r>
        </a:p>
      </dsp:txBody>
      <dsp:txXfrm>
        <a:off x="917677" y="1252301"/>
        <a:ext cx="3021895" cy="2928095"/>
      </dsp:txXfrm>
    </dsp:sp>
    <dsp:sp modelId="{94C5E0A6-2ACD-614C-8942-2E2B0E6E0DBA}">
      <dsp:nvSpPr>
        <dsp:cNvPr id="0" name=""/>
        <dsp:cNvSpPr/>
      </dsp:nvSpPr>
      <dsp:spPr>
        <a:xfrm>
          <a:off x="4850250" y="1152131"/>
          <a:ext cx="3243647" cy="3125968"/>
        </a:xfrm>
        <a:prstGeom prst="roundRect">
          <a:avLst/>
        </a:prstGeom>
        <a:solidFill>
          <a:schemeClr val="bg1"/>
        </a:solidFill>
        <a:ln w="31750">
          <a:solidFill>
            <a:schemeClr val="accent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ts val="1200"/>
            </a:spcAft>
            <a:buNone/>
          </a:pPr>
          <a:r>
            <a:rPr lang="en-US" sz="1600" b="1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Reviews packet information but also records information about TCP connections</a:t>
          </a:r>
          <a:endParaRPr lang="en-US" sz="1600" kern="1200" dirty="0">
            <a:solidFill>
              <a:srgbClr val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n-US" sz="16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Keeps track of TCP sequence numbers to </a:t>
          </a:r>
          <a:r>
            <a:rPr lang="en-US" sz="1600" b="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prevent attacks that depend on the sequence number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en-US" sz="1600" b="0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rPr>
            <a:t>Inspects data for protocols, especially critical commands</a:t>
          </a:r>
        </a:p>
      </dsp:txBody>
      <dsp:txXfrm>
        <a:off x="5002847" y="1304728"/>
        <a:ext cx="2938453" cy="2820774"/>
      </dsp:txXfrm>
    </dsp:sp>
    <dsp:sp modelId="{E2FA6206-43E2-9C4F-9C4A-69E3356DFFF0}">
      <dsp:nvSpPr>
        <dsp:cNvPr id="0" name=""/>
        <dsp:cNvSpPr/>
      </dsp:nvSpPr>
      <dsp:spPr>
        <a:xfrm>
          <a:off x="4274191" y="2057370"/>
          <a:ext cx="282269" cy="2822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87970" y="2071149"/>
        <a:ext cx="254711" cy="254711"/>
      </dsp:txXfrm>
    </dsp:sp>
    <dsp:sp modelId="{C2E21EDD-344F-DC49-916B-AA2A8594287A}">
      <dsp:nvSpPr>
        <dsp:cNvPr id="0" name=""/>
        <dsp:cNvSpPr/>
      </dsp:nvSpPr>
      <dsp:spPr>
        <a:xfrm flipV="1">
          <a:off x="4274197" y="2959316"/>
          <a:ext cx="367030" cy="3736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4292114" y="2977233"/>
        <a:ext cx="331196" cy="33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0F7F3-A1DD-5F43-804E-8C96C34E8E80}">
      <dsp:nvSpPr>
        <dsp:cNvPr id="0" name=""/>
        <dsp:cNvSpPr/>
      </dsp:nvSpPr>
      <dsp:spPr>
        <a:xfrm rot="5400000">
          <a:off x="976623" y="1187375"/>
          <a:ext cx="1050131" cy="11955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9E0215A-C0BE-D140-B2CF-9D84742E39D9}">
      <dsp:nvSpPr>
        <dsp:cNvPr id="0" name=""/>
        <dsp:cNvSpPr/>
      </dsp:nvSpPr>
      <dsp:spPr>
        <a:xfrm>
          <a:off x="698402" y="23283"/>
          <a:ext cx="1767802" cy="1237404"/>
        </a:xfrm>
        <a:prstGeom prst="roundRect">
          <a:avLst>
            <a:gd name="adj" fmla="val 1667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Assurance Level</a:t>
          </a:r>
        </a:p>
      </dsp:txBody>
      <dsp:txXfrm>
        <a:off x="758818" y="83699"/>
        <a:ext cx="1646970" cy="1116572"/>
      </dsp:txXfrm>
    </dsp:sp>
    <dsp:sp modelId="{B2CB29D6-A6C6-8044-B402-A60BB7F04896}">
      <dsp:nvSpPr>
        <dsp:cNvPr id="0" name=""/>
        <dsp:cNvSpPr/>
      </dsp:nvSpPr>
      <dsp:spPr>
        <a:xfrm>
          <a:off x="2466205" y="141298"/>
          <a:ext cx="1285731" cy="100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4B76E-58A4-5942-B229-14A274B7340E}">
      <dsp:nvSpPr>
        <dsp:cNvPr id="0" name=""/>
        <dsp:cNvSpPr/>
      </dsp:nvSpPr>
      <dsp:spPr>
        <a:xfrm rot="5400000">
          <a:off x="2442319" y="2577389"/>
          <a:ext cx="1050131" cy="11955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36B1499-A36B-5849-9F15-CDCD337DBAA1}">
      <dsp:nvSpPr>
        <dsp:cNvPr id="0" name=""/>
        <dsp:cNvSpPr/>
      </dsp:nvSpPr>
      <dsp:spPr>
        <a:xfrm>
          <a:off x="2164098" y="1413297"/>
          <a:ext cx="1767802" cy="123740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Potential impact</a:t>
          </a:r>
        </a:p>
      </dsp:txBody>
      <dsp:txXfrm>
        <a:off x="2224514" y="1473713"/>
        <a:ext cx="1646970" cy="1116572"/>
      </dsp:txXfrm>
    </dsp:sp>
    <dsp:sp modelId="{CF5B2834-1426-A24A-BF89-E66E9ADEAB26}">
      <dsp:nvSpPr>
        <dsp:cNvPr id="0" name=""/>
        <dsp:cNvSpPr/>
      </dsp:nvSpPr>
      <dsp:spPr>
        <a:xfrm>
          <a:off x="3931901" y="1531312"/>
          <a:ext cx="1285731" cy="1000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AF4232-C73F-004E-BAAA-CBA395BB2B63}">
      <dsp:nvSpPr>
        <dsp:cNvPr id="0" name=""/>
        <dsp:cNvSpPr/>
      </dsp:nvSpPr>
      <dsp:spPr>
        <a:xfrm>
          <a:off x="3629794" y="2803311"/>
          <a:ext cx="1767802" cy="1237404"/>
        </a:xfrm>
        <a:prstGeom prst="roundRect">
          <a:avLst>
            <a:gd name="adj" fmla="val 16670"/>
          </a:avLst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Areas of risk</a:t>
          </a:r>
        </a:p>
      </dsp:txBody>
      <dsp:txXfrm>
        <a:off x="3690210" y="2863727"/>
        <a:ext cx="1646970" cy="11165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AEE09-94F7-6448-A0C0-E9068B05211E}">
      <dsp:nvSpPr>
        <dsp:cNvPr id="0" name=""/>
        <dsp:cNvSpPr/>
      </dsp:nvSpPr>
      <dsp:spPr>
        <a:xfrm>
          <a:off x="10355" y="0"/>
          <a:ext cx="2611933" cy="53285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14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baseline="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>
              <a:latin typeface="Arial" panose="020B0604020202020204" pitchFamily="34" charset="0"/>
              <a:cs typeface="Arial" panose="020B0604020202020204" pitchFamily="34" charset="0"/>
            </a:rPr>
            <a:t>Describes an organization’s degree of certainty that a user has presented a credential that refers to his or her identity</a:t>
          </a:r>
        </a:p>
      </dsp:txBody>
      <dsp:txXfrm>
        <a:off x="10355" y="0"/>
        <a:ext cx="2611933" cy="1598577"/>
      </dsp:txXfrm>
    </dsp:sp>
    <dsp:sp modelId="{91019BAD-B543-2445-BBF8-E388510F8D37}">
      <dsp:nvSpPr>
        <dsp:cNvPr id="0" name=""/>
        <dsp:cNvSpPr/>
      </dsp:nvSpPr>
      <dsp:spPr>
        <a:xfrm>
          <a:off x="2808833" y="0"/>
          <a:ext cx="2611933" cy="53285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rial" panose="020B0604020202020204" pitchFamily="34" charset="0"/>
              <a:cs typeface="Arial" panose="020B0604020202020204" pitchFamily="34" charset="0"/>
            </a:rPr>
            <a:t>More specifically is defined as:</a:t>
          </a:r>
        </a:p>
      </dsp:txBody>
      <dsp:txXfrm>
        <a:off x="2808833" y="0"/>
        <a:ext cx="2611933" cy="1598577"/>
      </dsp:txXfrm>
    </dsp:sp>
    <dsp:sp modelId="{B7A2F760-A94D-5B49-9422-16E77080565F}">
      <dsp:nvSpPr>
        <dsp:cNvPr id="0" name=""/>
        <dsp:cNvSpPr/>
      </dsp:nvSpPr>
      <dsp:spPr>
        <a:xfrm>
          <a:off x="3070026" y="1600138"/>
          <a:ext cx="2089546" cy="16066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rial" panose="020B0604020202020204" pitchFamily="34" charset="0"/>
              <a:cs typeface="Arial" panose="020B0604020202020204" pitchFamily="34" charset="0"/>
            </a:rPr>
            <a:t>The degree of confidence in the vetting process used to establish the identity of the individual to whom the credential was issued</a:t>
          </a:r>
        </a:p>
      </dsp:txBody>
      <dsp:txXfrm>
        <a:off x="3117083" y="1647195"/>
        <a:ext cx="1995432" cy="1512529"/>
      </dsp:txXfrm>
    </dsp:sp>
    <dsp:sp modelId="{1ECB4796-3FDF-354E-B39F-56EBB879956D}">
      <dsp:nvSpPr>
        <dsp:cNvPr id="0" name=""/>
        <dsp:cNvSpPr/>
      </dsp:nvSpPr>
      <dsp:spPr>
        <a:xfrm>
          <a:off x="3070026" y="3453957"/>
          <a:ext cx="2089546" cy="16066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rial" panose="020B0604020202020204" pitchFamily="34" charset="0"/>
              <a:cs typeface="Arial" panose="020B0604020202020204" pitchFamily="34" charset="0"/>
            </a:rPr>
            <a:t>The degree of confidence that the individual who uses the credential is the individual to whom the credential was issued</a:t>
          </a:r>
        </a:p>
      </dsp:txBody>
      <dsp:txXfrm>
        <a:off x="3117083" y="3501014"/>
        <a:ext cx="1995432" cy="1512529"/>
      </dsp:txXfrm>
    </dsp:sp>
    <dsp:sp modelId="{6042A813-5AF4-554E-884A-DEE78A8A344A}">
      <dsp:nvSpPr>
        <dsp:cNvPr id="0" name=""/>
        <dsp:cNvSpPr/>
      </dsp:nvSpPr>
      <dsp:spPr>
        <a:xfrm>
          <a:off x="5616661" y="0"/>
          <a:ext cx="2611933" cy="53285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Four levels of assurance</a:t>
          </a:r>
        </a:p>
      </dsp:txBody>
      <dsp:txXfrm>
        <a:off x="5616661" y="0"/>
        <a:ext cx="2611933" cy="1598577"/>
      </dsp:txXfrm>
    </dsp:sp>
    <dsp:sp modelId="{72C8A79C-BC82-2844-9B2D-E9B9EDF6F508}">
      <dsp:nvSpPr>
        <dsp:cNvPr id="0" name=""/>
        <dsp:cNvSpPr/>
      </dsp:nvSpPr>
      <dsp:spPr>
        <a:xfrm>
          <a:off x="5877855" y="1598707"/>
          <a:ext cx="2089546" cy="77626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1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Little or no confidence in the asserted identity's validity</a:t>
          </a:r>
        </a:p>
      </dsp:txBody>
      <dsp:txXfrm>
        <a:off x="5900591" y="1621443"/>
        <a:ext cx="2044074" cy="730790"/>
      </dsp:txXfrm>
    </dsp:sp>
    <dsp:sp modelId="{684B1449-EB48-6C42-9F0B-BD87224F03EB}">
      <dsp:nvSpPr>
        <dsp:cNvPr id="0" name=""/>
        <dsp:cNvSpPr/>
      </dsp:nvSpPr>
      <dsp:spPr>
        <a:xfrm>
          <a:off x="5877855" y="2494395"/>
          <a:ext cx="2089546" cy="77626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2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Some confidence in the asserted identity’s validity</a:t>
          </a:r>
        </a:p>
      </dsp:txBody>
      <dsp:txXfrm>
        <a:off x="5900591" y="2517131"/>
        <a:ext cx="2044074" cy="730790"/>
      </dsp:txXfrm>
    </dsp:sp>
    <dsp:sp modelId="{72B11D98-B81E-8947-BCC4-9E4F523104B6}">
      <dsp:nvSpPr>
        <dsp:cNvPr id="0" name=""/>
        <dsp:cNvSpPr/>
      </dsp:nvSpPr>
      <dsp:spPr>
        <a:xfrm>
          <a:off x="5877855" y="3390082"/>
          <a:ext cx="2089546" cy="77626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3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High confidence in the asserted identity's validity</a:t>
          </a:r>
        </a:p>
      </dsp:txBody>
      <dsp:txXfrm>
        <a:off x="5900591" y="3412818"/>
        <a:ext cx="2044074" cy="730790"/>
      </dsp:txXfrm>
    </dsp:sp>
    <dsp:sp modelId="{ED8B56E9-D6F4-E04A-AB90-AA3BAFC64B73}">
      <dsp:nvSpPr>
        <dsp:cNvPr id="0" name=""/>
        <dsp:cNvSpPr/>
      </dsp:nvSpPr>
      <dsp:spPr>
        <a:xfrm>
          <a:off x="5877855" y="4285769"/>
          <a:ext cx="2089546" cy="776262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432FF"/>
              </a:solidFill>
              <a:latin typeface="Arial" panose="020B0604020202020204" pitchFamily="34" charset="0"/>
              <a:cs typeface="Arial" panose="020B0604020202020204" pitchFamily="34" charset="0"/>
            </a:rPr>
            <a:t>Level 4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Very high confidence in the asserted identity’s validity</a:t>
          </a:r>
        </a:p>
      </dsp:txBody>
      <dsp:txXfrm>
        <a:off x="5900591" y="4308505"/>
        <a:ext cx="2044074" cy="7307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21F6E-90E6-6945-ACF9-519CE5143683}">
      <dsp:nvSpPr>
        <dsp:cNvPr id="0" name=""/>
        <dsp:cNvSpPr/>
      </dsp:nvSpPr>
      <dsp:spPr>
        <a:xfrm>
          <a:off x="1457907" y="0"/>
          <a:ext cx="5832648" cy="583264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8BA154D-3448-C247-9480-F48D86360482}">
      <dsp:nvSpPr>
        <dsp:cNvPr id="0" name=""/>
        <dsp:cNvSpPr/>
      </dsp:nvSpPr>
      <dsp:spPr>
        <a:xfrm>
          <a:off x="2040853" y="576075"/>
          <a:ext cx="2274732" cy="22747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" panose="020B0604020202020204" pitchFamily="34" charset="0"/>
              <a:cs typeface="Arial" panose="020B0604020202020204" pitchFamily="34" charset="0"/>
            </a:rPr>
            <a:t>Dictionary attacks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Develop a large dictionary of possible passwords and try each against the password file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Each password must be hashed using each salt value and then compared to stored hash values</a:t>
          </a:r>
        </a:p>
      </dsp:txBody>
      <dsp:txXfrm>
        <a:off x="2151896" y="687118"/>
        <a:ext cx="2052646" cy="2052646"/>
      </dsp:txXfrm>
    </dsp:sp>
    <dsp:sp modelId="{E594EFE1-0725-5945-B830-29EC1BECF1D1}">
      <dsp:nvSpPr>
        <dsp:cNvPr id="0" name=""/>
        <dsp:cNvSpPr/>
      </dsp:nvSpPr>
      <dsp:spPr>
        <a:xfrm>
          <a:off x="4461721" y="554101"/>
          <a:ext cx="2274732" cy="22747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" panose="020B0604020202020204" pitchFamily="34" charset="0"/>
              <a:cs typeface="Arial" panose="020B0604020202020204" pitchFamily="34" charset="0"/>
            </a:rPr>
            <a:t>Rainbow table attacks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Pre-compute tables of hash values for all salts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A mammoth table of hash values 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Can be countered by using a sufficiently large salt value and a sufficiently large hash length</a:t>
          </a:r>
        </a:p>
      </dsp:txBody>
      <dsp:txXfrm>
        <a:off x="4572764" y="665144"/>
        <a:ext cx="2052646" cy="2052646"/>
      </dsp:txXfrm>
    </dsp:sp>
    <dsp:sp modelId="{D43425A1-F2CE-2843-B729-57B95437EA87}">
      <dsp:nvSpPr>
        <dsp:cNvPr id="0" name=""/>
        <dsp:cNvSpPr/>
      </dsp:nvSpPr>
      <dsp:spPr>
        <a:xfrm>
          <a:off x="2012009" y="3003813"/>
          <a:ext cx="2274732" cy="22747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" panose="020B0604020202020204" pitchFamily="34" charset="0"/>
              <a:cs typeface="Arial" panose="020B0604020202020204" pitchFamily="34" charset="0"/>
            </a:rPr>
            <a:t>Password crackers 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exploit the fact that people choose easily guessable passwords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Shorter password lengths are also easier to crack</a:t>
          </a:r>
        </a:p>
      </dsp:txBody>
      <dsp:txXfrm>
        <a:off x="2123052" y="3114856"/>
        <a:ext cx="2052646" cy="2052646"/>
      </dsp:txXfrm>
    </dsp:sp>
    <dsp:sp modelId="{17C992AA-187E-DF43-AC6D-09A34233146C}">
      <dsp:nvSpPr>
        <dsp:cNvPr id="0" name=""/>
        <dsp:cNvSpPr/>
      </dsp:nvSpPr>
      <dsp:spPr>
        <a:xfrm>
          <a:off x="4461721" y="3003813"/>
          <a:ext cx="2274732" cy="22747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rial" panose="020B0604020202020204" pitchFamily="34" charset="0"/>
              <a:cs typeface="Arial" panose="020B0604020202020204" pitchFamily="34" charset="0"/>
            </a:rPr>
            <a:t>John the Ripper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Open-source password cracker first developed in in 1996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Uses a combination of brute-force and dictionary techniques</a:t>
          </a:r>
        </a:p>
      </dsp:txBody>
      <dsp:txXfrm>
        <a:off x="4572764" y="3114856"/>
        <a:ext cx="2052646" cy="20526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0E7FB-61E5-954C-BCED-5276058B0501}">
      <dsp:nvSpPr>
        <dsp:cNvPr id="0" name=""/>
        <dsp:cNvSpPr/>
      </dsp:nvSpPr>
      <dsp:spPr>
        <a:xfrm>
          <a:off x="2224680" y="1215686"/>
          <a:ext cx="2931646" cy="2931646"/>
        </a:xfrm>
        <a:prstGeom prst="ellipse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reflection blurRad="12700" stA="28000" endPos="45000" dist="1000" dir="5400000" sy="-100000" algn="bl" rotWithShape="0"/>
              </a:effectLst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rPr>
            <a:t>Authentication</a:t>
          </a:r>
          <a:r>
            <a:rPr lang="en-US" sz="1600" b="1" kern="1200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reflection blurRad="12700" stA="28000" endPos="45000" dist="1000" dir="5400000" sy="-100000" algn="bl" rotWithShape="0"/>
              </a:effectLst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rPr>
            <a:t>         Security Issues</a:t>
          </a:r>
          <a:endParaRPr lang="en-US" sz="1600" b="1" kern="1200" cap="all" spc="0" dirty="0">
            <a:ln w="9000" cmpd="sng">
              <a:solidFill>
                <a:schemeClr val="accent4">
                  <a:shade val="50000"/>
                  <a:satMod val="120000"/>
                </a:schemeClr>
              </a:solidFill>
              <a:prstDash val="solid"/>
            </a:ln>
            <a:solidFill>
              <a:srgbClr val="FF0000"/>
            </a:solidFill>
            <a:effectLst>
              <a:reflection blurRad="12700" stA="28000" endPos="45000" dist="1000" dir="5400000" sy="-100000" algn="bl" rotWithShape="0"/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54010" y="1645016"/>
        <a:ext cx="2072986" cy="2072986"/>
      </dsp:txXfrm>
    </dsp:sp>
    <dsp:sp modelId="{B435D657-C144-8741-9BC2-C7249D5BD679}">
      <dsp:nvSpPr>
        <dsp:cNvPr id="0" name=""/>
        <dsp:cNvSpPr/>
      </dsp:nvSpPr>
      <dsp:spPr>
        <a:xfrm>
          <a:off x="2623095" y="36113"/>
          <a:ext cx="2185264" cy="2002739"/>
        </a:xfrm>
        <a:prstGeom prst="ellipse">
          <a:avLst/>
        </a:prstGeom>
        <a:solidFill>
          <a:schemeClr val="accent5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Eavesdroppin</a:t>
          </a:r>
          <a:r>
            <a:rPr lang="en-US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attempts to learn the password by some sort of attack that involves the physical proximity of user and adversary</a:t>
          </a:r>
        </a:p>
      </dsp:txBody>
      <dsp:txXfrm>
        <a:off x="2943120" y="329407"/>
        <a:ext cx="1545214" cy="1416151"/>
      </dsp:txXfrm>
    </dsp:sp>
    <dsp:sp modelId="{5008F7C2-3B2F-E648-A07F-1C856BC2504D}">
      <dsp:nvSpPr>
        <dsp:cNvPr id="0" name=""/>
        <dsp:cNvSpPr/>
      </dsp:nvSpPr>
      <dsp:spPr>
        <a:xfrm>
          <a:off x="4415522" y="763416"/>
          <a:ext cx="2033126" cy="1881735"/>
        </a:xfrm>
        <a:prstGeom prst="ellipse">
          <a:avLst/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Host Attacks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Directed at the user file at the host where passwords, token passcodes, or biometric templates are stored</a:t>
          </a:r>
        </a:p>
      </dsp:txBody>
      <dsp:txXfrm>
        <a:off x="4713266" y="1038990"/>
        <a:ext cx="1437638" cy="1330587"/>
      </dsp:txXfrm>
    </dsp:sp>
    <dsp:sp modelId="{003E0A61-2997-D14C-9833-807AF7126595}">
      <dsp:nvSpPr>
        <dsp:cNvPr id="0" name=""/>
        <dsp:cNvSpPr/>
      </dsp:nvSpPr>
      <dsp:spPr>
        <a:xfrm>
          <a:off x="4650418" y="2525161"/>
          <a:ext cx="1908677" cy="1945220"/>
        </a:xfrm>
        <a:prstGeom prst="ellipse">
          <a:avLst/>
        </a:prstGeom>
        <a:solidFill>
          <a:schemeClr val="accent3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Replay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repeats a previously captured user response</a:t>
          </a:r>
        </a:p>
      </dsp:txBody>
      <dsp:txXfrm>
        <a:off x="4929937" y="2810032"/>
        <a:ext cx="1349639" cy="1375478"/>
      </dsp:txXfrm>
    </dsp:sp>
    <dsp:sp modelId="{A46758A4-57EB-5C4E-8B9E-2702AAF1C17A}">
      <dsp:nvSpPr>
        <dsp:cNvPr id="0" name=""/>
        <dsp:cNvSpPr/>
      </dsp:nvSpPr>
      <dsp:spPr>
        <a:xfrm>
          <a:off x="2959606" y="3288590"/>
          <a:ext cx="2013073" cy="1847142"/>
        </a:xfrm>
        <a:prstGeom prst="ellipse">
          <a:avLst/>
        </a:prstGeom>
        <a:solidFill>
          <a:schemeClr val="accent5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Client Attacks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Adversary attempts to achieve user authentication without access to the remote host or the intervening communications path</a:t>
          </a:r>
        </a:p>
      </dsp:txBody>
      <dsp:txXfrm>
        <a:off x="3254414" y="3559098"/>
        <a:ext cx="1423457" cy="1306126"/>
      </dsp:txXfrm>
    </dsp:sp>
    <dsp:sp modelId="{73CC81F9-E056-5D48-AB2E-5424D642560D}">
      <dsp:nvSpPr>
        <dsp:cNvPr id="0" name=""/>
        <dsp:cNvSpPr/>
      </dsp:nvSpPr>
      <dsp:spPr>
        <a:xfrm>
          <a:off x="991264" y="2776579"/>
          <a:ext cx="2117293" cy="2026617"/>
        </a:xfrm>
        <a:prstGeom prst="ellipse">
          <a:avLst/>
        </a:prstGeom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Trojan Horse                                  </a:t>
          </a: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An application or physical device masquerades as an authentic application or device for the purpose of capturing a user password, passcode, or biometric</a:t>
          </a:r>
        </a:p>
      </dsp:txBody>
      <dsp:txXfrm>
        <a:off x="1301334" y="3073370"/>
        <a:ext cx="1497153" cy="1433035"/>
      </dsp:txXfrm>
    </dsp:sp>
    <dsp:sp modelId="{905CC022-C6AF-0E41-B566-BB7DFF9510F7}">
      <dsp:nvSpPr>
        <dsp:cNvPr id="0" name=""/>
        <dsp:cNvSpPr/>
      </dsp:nvSpPr>
      <dsp:spPr>
        <a:xfrm>
          <a:off x="733228" y="833069"/>
          <a:ext cx="2137947" cy="2044442"/>
        </a:xfrm>
        <a:prstGeom prst="ellipse">
          <a:avLst/>
        </a:prstGeom>
        <a:solidFill>
          <a:schemeClr val="accent3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Denial-of-Service</a:t>
          </a:r>
          <a:r>
            <a:rPr lang="en-US" sz="1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                 </a:t>
          </a:r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Attempts to disable a user authentication service by flooding the service with numerous authentication attempts</a:t>
          </a:r>
        </a:p>
      </dsp:txBody>
      <dsp:txXfrm>
        <a:off x="1046323" y="1132471"/>
        <a:ext cx="1511757" cy="1445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E49A57-252E-5856-0249-6E1EAAAF7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069BF-16CF-3C74-F2F3-606931B6C7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CCDF5-1267-5645-AE4B-2A75F94B291A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83E8-9CF2-B618-90AB-4456BAA66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6E49-8BEC-E6BD-7A2D-565CDA1425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8DCE6-73C3-6547-87E9-607ADF5AB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04B2-5B56-1C46-8F9D-E0702B1A86A5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60373-E21E-9E43-BB3A-0658B3FEE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Internet connectivity is no longer optional for organizations. The information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and services available are essential to the organization. Moreover, individual users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within the organization want and need Internet access, and if this is not provided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via their LAN, they could use a wireless broadband capability from their PC to an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Internet service provider (ISP). However, while Internet access provides benefits to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the organization, it enables the outside world to reach and interact with local network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assets. This creates a threat to the organization. While it is possible to equip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each workstation and server on the premises network with strong security features,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such as intrusion protection, this may not be sufficient and in some cases is not cost effective.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Consider a network with hundreds or even thousands of systems, running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various operating systems, such as different versions of Windows, MacOS, and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Linux. When a security flaw is discovered, each potentially affected system must be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upgraded to fix that flaw. This requires </a:t>
            </a:r>
            <a:r>
              <a:rPr lang="en-US" dirty="0" err="1">
                <a:ea typeface="ＭＳ Ｐゴシック" pitchFamily="-110" charset="-128"/>
                <a:cs typeface="ＭＳ Ｐゴシック" pitchFamily="-110" charset="-128"/>
              </a:rPr>
              <a:t>scaleable</a:t>
            </a:r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 configuration management and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aggressive patching to function effectively. While difficult, this is possible and is necessary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if only host-based security is used. A widely accepted alternative or at least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complement to host-based security services is the firewall. The firewall is inserted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between the premises network and the Internet to establish a controlled link and to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erect an outer security wall or perimeter. The aim of this perimeter is to protect the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premises network from Internet-based attacks and to provide a single choke point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where security and auditing can be imposed. The firewall may be a single computer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system or a set of two or more systems that cooperate to perform the firewall function.</a:t>
            </a:r>
          </a:p>
          <a:p>
            <a:pPr eaLnBrk="1" hangingPunct="1"/>
            <a:endParaRPr lang="en-US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The firewall, then, provides an additional layer of defense, insulating the internal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systems from external networks. This follows the classic military doctrine of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“defense in depth,” which is just as applicable to IT security.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287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[BELL94] lists the following design goals for a firewall:</a:t>
            </a:r>
          </a:p>
          <a:p>
            <a:pPr eaLnBrk="1" hangingPunct="1"/>
            <a:endParaRPr lang="en-US" b="1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1. All traffic from inside to outside, and vice versa, must pass through the firewall.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This is achieved by physically blocking all access to the local network except via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firewall. Various configurations are possible, as explained later in this chapter.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2. Only authorized traffic, as defined by the local security policy, will be allowed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to pass. Various types of firewalls are used, which implement various types of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security policies, as explained later in this chapter.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3. The firewall itself is immune to penetration.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This implies the use of a hardened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system with a secured operating system, as we will describe in Chapter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141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A critical component in the planning and implementation of a firewall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specifying a suitable access policy. This lists the types of traffic authorized to pass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through the firewall, including address ranges, protocols, applications and content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types. This policy should be developed from the organization’s information security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risk assessment and policy, that we discuss in Chapters 14 and 15. This policy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should be developed from a broad specification of which traffic types the organization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needs to support. It is then refined to detail the filter elements we discuss next,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which can then be implemented within an appropriate firewall topology.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26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NIST SP 800-41 (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Guidelines on Firewalls and Firewall Policy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, September 2009)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lists a range of characteristics that a firewall access policy could use to filter traffic,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including: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•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IP Address and Protocol Values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: Controls access based on the source 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destination addresses and port numbers, direction of flow being inbound 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outbound, and other network and transport layer characteristics. This type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filtering is used by packet filter and stateful inspection firewalls. It is typically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used to limit access to specific services.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•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Application Protocol: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Controls access on the basis of authorized application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protocol data. This type of filtering is used by an application-level gateway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that relays and monitors the exchange of information for specific application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protocols, for example, checking Simple Mail Transfer Protocol (SMTP) e-mail for spam, or HTPP Web requests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authorized sites only.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•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User Identity: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Controls access based on the users identity, typically for inside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users who identify themselves using some form of secure authentication technology,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such as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IPSec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(Chapter 22).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•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Network Activity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: Controls access based on considerations such as the time 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request, for example, only in business hours; rate of requests, for example, to detect scanning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attempts; or other activity patterns.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67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Before proceeding to the details of firewall types and configurations, it is best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to summarize what one can expect from a firewall. The following capabilities are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within the scope of a firewall: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1. A firewall defines a single choke point that attempts to keep unauthorized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users out of the protected network, prohibit potentially vulnerable services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from entering or leaving the network, and provide protection from various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kinds of IP spoofing and routing attacks. The use of a single choke point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simplifies security management because security capabilities are consolidated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on a single system or set of systems.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2. A firewall provides a location for monitoring security-related events. Audits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and alarms can be implemented on the firewall system.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3. A firewall is a convenient platform for several Internet functions that are not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security related. These include a network address translator, which maps local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addresses to Internet addresses, and a network management function that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audits or logs Internet usage.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4. A firewall can serve as the platform for </a:t>
            </a:r>
            <a:r>
              <a:rPr lang="en-US" b="0" dirty="0" err="1">
                <a:ea typeface="ＭＳ Ｐゴシック" pitchFamily="-110" charset="-128"/>
                <a:cs typeface="ＭＳ Ｐゴシック" pitchFamily="-110" charset="-128"/>
              </a:rPr>
              <a:t>IPSec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. Using the tunnel mode capability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described in Chapter 22 , the firewall can be used to implement virtual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private networks.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Firewalls have their limitations, including the following: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1. The firewall cannot protect against attacks that bypass the firewall. Internal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systems may have dial-out or mobile broadband capability to connect to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an ISP. An internal LAN may support a modem pool that provides dial-in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capability for traveling employees and telecommuters.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2. The firewall may not protect fully against internal threats, such as a disgruntled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employee or an employee who unwittingly cooperates with an external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attacker.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3. An improperly secured wireless LAN may be accessed from outside the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organization. An internal firewall that separates portions of an enterprise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network cannot guard against wireless communications between local systems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on different sides of the internal firewall.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4. A laptop, PDA, or portable storage device may be used and infected outside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corporate network and then attached and used internally.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626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A firewall can monitor network traffic at a number of levels, from low-level network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packets, either individually or as part of a flow, to all traffic within a transport connection,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up to inspecting details of application protocols. The choice of which level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is appropriate is determined by the desired firewall access policy. It can operate as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positive filter, allowing to pass only packets that meet specific criteria, or as a negative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filter, rejecting any packet that meets certain criteria. The criteria implement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access policy for the firewall that we discussed in the previous section. Depending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on the type of firewall, it may examine one or more protocol headers in each packet,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 payload of each packet, or the pattern generated by a sequence of packets. In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section, we look at the principal types of firewalls.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083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A firewall can monitor network traffic at a number of levels, from low-level network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packets, either individually or as part of a flow, to all traffic within a transport connection,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up to inspecting details of application protocols. The choice of which level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is appropriate is determined by the desired firewall access policy. It can operate as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positive filter, allowing to pass only packets that meet specific criteria, or as a negative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filter, rejecting any packet that meets certain criteria. The criteria implement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access policy for the firewall that we discussed in the previous section. Depending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on the type of firewall, it may examine one or more protocol headers in each packet,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 payload of each packet, or the pattern generated by a sequence of packets. In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section, we look at the principal types of firewalls.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504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packet filtering firewall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applies a set of rules to each incoming and outgoing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IP packet and then forwards or discards the packet ( Figure 9.1b ). The firewall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is typically configured to filter packets going in both directions (from and to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internal network). Filtering rules are based on information contained in a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network packet: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Source IP address: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IP address of the system that originated the IP packet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(e.g., 192.178.1.1)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Destination IP address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: The IP address of the system the IP packet is trying to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reach (e.g., 192.168.1.2)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Source and destination transport-level address: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transport-level (e.g., TCP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or UDP) port number, which defines applications such as SNMP or HTTP.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IP protocol field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: Defines the transport protocol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Interface: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 For a firewall with three or more ports, which interface of the firewall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packet came from or for which interface of the firewall the packet is destined.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packet filter is typically set up as a list of rules based on matches to fields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in the IP or TCP header. If there is a match to one of the rules, that rule is invoked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to determine whether to forward or discard the packet. If there is no match to any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rule, then a default action is taken. Two default policies are possible: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Default =</a:t>
            </a:r>
            <a:r>
              <a:rPr lang="en-US" b="1" baseline="0" dirty="0"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discard: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That which is not expressly permitted is prohibited.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Default =</a:t>
            </a:r>
            <a:r>
              <a:rPr lang="en-US" b="1" baseline="0" dirty="0">
                <a:ea typeface="ＭＳ Ｐゴシック" pitchFamily="-110" charset="-128"/>
                <a:cs typeface="ＭＳ Ｐゴシック" pitchFamily="-110" charset="-128"/>
              </a:rPr>
              <a:t>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forward: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 That which is not expressly prohibited is permitted.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default discard policy is more conservative. Initially, everything is blocked,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and services must be added on a case-by-case basis. This policy is more visible to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users, who are more likely to see the firewall as a hindrance. However, this is the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policy likely to be preferred by businesses and government organizations. Further,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visibility to users diminishes as rules are created. The default forward policy increases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ease of use for end users but provides reduced security; the security administrator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must, in essence, react to each new security threat as it becomes known. This policy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may be used by generally more open organizations, such as universities.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7760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Table 9.1 is a simplified example of a rule set for SMTP traffic. The goal is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allow inbound and outbound email traffic but to block all other traffic. The rules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applied top to bottom to each packet. The intent of each rule is:</a:t>
            </a:r>
            <a:endParaRPr lang="en-US" b="1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endParaRPr lang="en-US" b="1" dirty="0"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1. Inbound mail from an external source is allowed (port 25 is for SMTP incoming).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2. This rule is intended to allow a response to an inbound SMTP connection.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3. Outbound mail to an external source is allowed.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4. This rule is intended to allow a response to an inbound SMTP connection.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5. This is an explicit statement of the default policy. All rule sets include this rule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implicitly as the last rule.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There are several problems with this rule set. Rule 4 allows external traffic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to any destination port above 1023. As an example of an exploit of this rule, an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external attacker can open a connection from the attacker’s port 5150 to an internal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Web proxy server on port 8080. This is supposed to be forbidden and could allow an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attack on the server. To counter this attack, the firewall rule set can be configured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with a source port field for each row. For rules 2 and 4, the source port is set to 25;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for rules 1 and 3, the source port is set to &gt;1023.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But a vulnerability remains. Rules 3 and 4 are intended to specify that any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inside host can send mail to the outside. A TCP packet with a destination port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25 is routed to the SMTP server on the destination machine. The problem with this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rule is that the use of port 25 for SMTP receipt is only a default; an outside machine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could be configured to have some other application linked to port 25. As the revised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rule 4 is written, an attacker could gain access to internal machines by sending packets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with a TCP source port number of 25. To counter this threat, we can add an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ACK flag field to each row. For rule 4, the field would indicate that the ACK flag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must be set on the incoming packet.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Rule 4 would now look like this: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Rule  4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Direction  In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Src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address   External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Src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port   25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Dest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address   Internal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Protocol     TCP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Dest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port   &gt;1023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Flag    ACK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Action.   Permit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The rule takes advantage of a feature of TCP connections. Once a connection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is set up, the ACK flag of a TCP segment is set to acknowledge segments sent from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 other side. Thus, this rule allows incoming packets with a source port number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25 that include the ACK flag in the TCP segment.</a:t>
            </a:r>
            <a:endParaRPr lang="en-US" b="1" dirty="0"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360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0" dirty="0"/>
              <a:t>One advantage of a packet filtering firewall is its simplicity. Also, packet filters</a:t>
            </a:r>
          </a:p>
          <a:p>
            <a:pPr eaLnBrk="1" hangingPunct="1"/>
            <a:r>
              <a:rPr lang="en-US" b="0" dirty="0"/>
              <a:t>typically are transparent to users and are very fast. NIST SP 800-41 lists the following</a:t>
            </a:r>
          </a:p>
          <a:p>
            <a:pPr eaLnBrk="1" hangingPunct="1"/>
            <a:r>
              <a:rPr lang="en-US" b="0" dirty="0"/>
              <a:t>weaknesses of packet filter firewalls: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Because packet filter firewalls do not examine upper-layer data, they cannot</a:t>
            </a:r>
          </a:p>
          <a:p>
            <a:pPr eaLnBrk="1" hangingPunct="1"/>
            <a:r>
              <a:rPr lang="en-US" b="0" dirty="0"/>
              <a:t>prevent attacks that employ application-specific vulnerabilities or functions.</a:t>
            </a:r>
          </a:p>
          <a:p>
            <a:pPr eaLnBrk="1" hangingPunct="1"/>
            <a:r>
              <a:rPr lang="en-US" b="0" dirty="0"/>
              <a:t>For example, a packet filter firewall cannot block specific application</a:t>
            </a:r>
          </a:p>
          <a:p>
            <a:pPr eaLnBrk="1" hangingPunct="1"/>
            <a:r>
              <a:rPr lang="en-US" b="0" dirty="0"/>
              <a:t>commands; if a packet filter firewall allows a given application, all functions</a:t>
            </a:r>
          </a:p>
          <a:p>
            <a:pPr eaLnBrk="1" hangingPunct="1"/>
            <a:r>
              <a:rPr lang="en-US" b="0" dirty="0"/>
              <a:t>available within that application will be permitted.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Because of the limited information available to the firewall, the logging</a:t>
            </a:r>
          </a:p>
          <a:p>
            <a:pPr eaLnBrk="1" hangingPunct="1"/>
            <a:r>
              <a:rPr lang="en-US" b="0" dirty="0"/>
              <a:t>functionality present in packet filter firewalls is limited. Packet filter logs</a:t>
            </a:r>
          </a:p>
          <a:p>
            <a:pPr eaLnBrk="1" hangingPunct="1"/>
            <a:r>
              <a:rPr lang="en-US" b="0" dirty="0"/>
              <a:t>normally contain the same information used to make access control decisions</a:t>
            </a:r>
          </a:p>
          <a:p>
            <a:pPr eaLnBrk="1" hangingPunct="1"/>
            <a:r>
              <a:rPr lang="en-US" b="0" dirty="0"/>
              <a:t>(source address, destination address, and traffic type).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Most packet filter firewalls do not support advanced user authentication</a:t>
            </a:r>
          </a:p>
          <a:p>
            <a:pPr eaLnBrk="1" hangingPunct="1"/>
            <a:r>
              <a:rPr lang="en-US" b="0" dirty="0"/>
              <a:t>schemes. Once again, this limitation is mostly due to the lack of upper-layer</a:t>
            </a:r>
          </a:p>
          <a:p>
            <a:pPr eaLnBrk="1" hangingPunct="1"/>
            <a:r>
              <a:rPr lang="en-US" b="0" dirty="0"/>
              <a:t>functionality by the firewall.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Packet filter firewalls are generally vulnerable to attacks and exploits that take</a:t>
            </a:r>
          </a:p>
          <a:p>
            <a:pPr eaLnBrk="1" hangingPunct="1"/>
            <a:r>
              <a:rPr lang="en-US" b="0" dirty="0"/>
              <a:t>advantage of problems within the TCP/IP specification and protocol stack,</a:t>
            </a:r>
          </a:p>
          <a:p>
            <a:pPr eaLnBrk="1" hangingPunct="1"/>
            <a:r>
              <a:rPr lang="en-US" b="0" dirty="0"/>
              <a:t>such as </a:t>
            </a:r>
            <a:r>
              <a:rPr lang="en-US" b="0" i="1" dirty="0"/>
              <a:t>network layer address spoofing . </a:t>
            </a:r>
            <a:r>
              <a:rPr lang="en-US" b="0" i="0" dirty="0"/>
              <a:t>Many packet filter firewalls cannot</a:t>
            </a:r>
          </a:p>
          <a:p>
            <a:pPr eaLnBrk="1" hangingPunct="1"/>
            <a:r>
              <a:rPr lang="en-US" b="0" dirty="0"/>
              <a:t>detect a network packet in which the OSI Layer 3 addressing information has</a:t>
            </a:r>
          </a:p>
          <a:p>
            <a:pPr eaLnBrk="1" hangingPunct="1"/>
            <a:r>
              <a:rPr lang="en-US" b="0" dirty="0"/>
              <a:t>been altered. Spoofing attacks are generally employed by intruders to bypass</a:t>
            </a:r>
          </a:p>
          <a:p>
            <a:pPr eaLnBrk="1" hangingPunct="1"/>
            <a:r>
              <a:rPr lang="en-US" b="0" dirty="0"/>
              <a:t>the security controls implemented in a firewall platform.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Finally, due to the small number of variables used in access control decisions,</a:t>
            </a:r>
          </a:p>
          <a:p>
            <a:pPr eaLnBrk="1" hangingPunct="1"/>
            <a:r>
              <a:rPr lang="en-US" b="0" dirty="0"/>
              <a:t>packet filter firewalls are susceptible to security breaches caused by improper</a:t>
            </a:r>
          </a:p>
          <a:p>
            <a:pPr eaLnBrk="1" hangingPunct="1"/>
            <a:r>
              <a:rPr lang="en-US" b="0" dirty="0"/>
              <a:t>configurations. In other words, it is easy to accidentally configure a packet</a:t>
            </a:r>
          </a:p>
          <a:p>
            <a:pPr eaLnBrk="1" hangingPunct="1"/>
            <a:r>
              <a:rPr lang="en-US" b="0" dirty="0"/>
              <a:t>filter firewall to allow traffic types, sources, and destinations that should be</a:t>
            </a:r>
          </a:p>
          <a:p>
            <a:pPr eaLnBrk="1" hangingPunct="1"/>
            <a:r>
              <a:rPr lang="en-US" b="0" dirty="0"/>
              <a:t>denied based on an organization’s information security policy.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Some of the attacks that can be made on packet filtering firewalls and the</a:t>
            </a:r>
          </a:p>
          <a:p>
            <a:pPr eaLnBrk="1" hangingPunct="1"/>
            <a:r>
              <a:rPr lang="en-US" b="0" dirty="0"/>
              <a:t>appropriate countermeasures are the following: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</a:t>
            </a:r>
            <a:r>
              <a:rPr lang="en-US" b="1" dirty="0"/>
              <a:t>IP address spoofing </a:t>
            </a:r>
            <a:r>
              <a:rPr lang="en-US" b="0" dirty="0"/>
              <a:t>: The intruder transmits packets from the outside with a</a:t>
            </a:r>
          </a:p>
          <a:p>
            <a:pPr eaLnBrk="1" hangingPunct="1"/>
            <a:r>
              <a:rPr lang="en-US" b="0" dirty="0"/>
              <a:t>source IP address field containing an address of an internal host. The attacker</a:t>
            </a:r>
          </a:p>
          <a:p>
            <a:pPr eaLnBrk="1" hangingPunct="1"/>
            <a:r>
              <a:rPr lang="en-US" b="0" dirty="0"/>
              <a:t>hopes that the use of a spoofed address will allow penetration of systems that</a:t>
            </a:r>
          </a:p>
          <a:p>
            <a:pPr eaLnBrk="1" hangingPunct="1"/>
            <a:r>
              <a:rPr lang="en-US" b="0" dirty="0"/>
              <a:t>employ simple source address security, in which packets from specific trusted</a:t>
            </a:r>
          </a:p>
          <a:p>
            <a:pPr eaLnBrk="1" hangingPunct="1"/>
            <a:r>
              <a:rPr lang="en-US" b="0" dirty="0"/>
              <a:t>internal hosts are accepted. The countermeasure is to discard packets with an</a:t>
            </a:r>
          </a:p>
          <a:p>
            <a:pPr eaLnBrk="1" hangingPunct="1"/>
            <a:r>
              <a:rPr lang="en-US" b="0" dirty="0"/>
              <a:t>inside source address if the packet arrives on an external interface. In fact, this</a:t>
            </a:r>
          </a:p>
          <a:p>
            <a:pPr eaLnBrk="1" hangingPunct="1"/>
            <a:r>
              <a:rPr lang="en-US" b="0" dirty="0"/>
              <a:t>countermeasure is often implemented at the router external to the firewall.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</a:t>
            </a:r>
            <a:r>
              <a:rPr lang="en-US" b="1" dirty="0"/>
              <a:t>Source routing attacks: </a:t>
            </a:r>
            <a:r>
              <a:rPr lang="en-US" b="0" dirty="0"/>
              <a:t>The source station specifies the route that a packet</a:t>
            </a:r>
          </a:p>
          <a:p>
            <a:pPr eaLnBrk="1" hangingPunct="1"/>
            <a:r>
              <a:rPr lang="en-US" b="0" dirty="0"/>
              <a:t>should take as it crosses the Internet, in the hopes that this will bypass security</a:t>
            </a:r>
          </a:p>
          <a:p>
            <a:pPr eaLnBrk="1" hangingPunct="1"/>
            <a:r>
              <a:rPr lang="en-US" b="0" dirty="0"/>
              <a:t>measures that do not analyze the source routing information. A countermeasure</a:t>
            </a:r>
          </a:p>
          <a:p>
            <a:pPr eaLnBrk="1" hangingPunct="1"/>
            <a:r>
              <a:rPr lang="en-US" b="0" dirty="0"/>
              <a:t>is to discard all packets that use this option.</a:t>
            </a:r>
          </a:p>
          <a:p>
            <a:pPr eaLnBrk="1" hangingPunct="1"/>
            <a:endParaRPr lang="en-US" b="0" dirty="0"/>
          </a:p>
          <a:p>
            <a:pPr eaLnBrk="1" hangingPunct="1"/>
            <a:r>
              <a:rPr lang="en-US" b="0" dirty="0"/>
              <a:t>• </a:t>
            </a:r>
            <a:r>
              <a:rPr lang="en-US" b="1" dirty="0"/>
              <a:t>Tiny fragment attacks</a:t>
            </a:r>
            <a:r>
              <a:rPr lang="en-US" b="0" dirty="0"/>
              <a:t>: The intruder uses the IP fragmentation option to create</a:t>
            </a:r>
          </a:p>
          <a:p>
            <a:pPr eaLnBrk="1" hangingPunct="1"/>
            <a:r>
              <a:rPr lang="en-US" b="0" dirty="0"/>
              <a:t>extremely small fragments and force the TCP header information into</a:t>
            </a:r>
          </a:p>
          <a:p>
            <a:pPr eaLnBrk="1" hangingPunct="1"/>
            <a:r>
              <a:rPr lang="en-US" b="0" dirty="0"/>
              <a:t>a separate packet fragment. This attack is designed to circumvent filtering</a:t>
            </a:r>
          </a:p>
          <a:p>
            <a:pPr eaLnBrk="1" hangingPunct="1"/>
            <a:r>
              <a:rPr lang="en-US" b="0" dirty="0"/>
              <a:t>rules that depend on TCP header information. Typically, a packet filter</a:t>
            </a:r>
          </a:p>
          <a:p>
            <a:pPr eaLnBrk="1" hangingPunct="1"/>
            <a:r>
              <a:rPr lang="en-US" b="0" dirty="0"/>
              <a:t>will make a filtering decision on the first fragment of a packet. All subsequent</a:t>
            </a:r>
          </a:p>
          <a:p>
            <a:pPr eaLnBrk="1" hangingPunct="1"/>
            <a:r>
              <a:rPr lang="en-US" b="0" dirty="0"/>
              <a:t>fragments of that packet are filtered out solely on the basis that</a:t>
            </a:r>
          </a:p>
          <a:p>
            <a:pPr eaLnBrk="1" hangingPunct="1"/>
            <a:r>
              <a:rPr lang="en-US" b="0" dirty="0"/>
              <a:t>they are part of the packet whose first fragment was rejected. The attacker</a:t>
            </a:r>
          </a:p>
          <a:p>
            <a:pPr eaLnBrk="1" hangingPunct="1"/>
            <a:r>
              <a:rPr lang="en-US" b="0" dirty="0"/>
              <a:t>hopes that the filtering firewall examines only the first fragment and that</a:t>
            </a:r>
          </a:p>
          <a:p>
            <a:pPr eaLnBrk="1" hangingPunct="1"/>
            <a:r>
              <a:rPr lang="en-US" b="0" dirty="0"/>
              <a:t>the remaining fragments are passed through. A tiny fragment attack can be</a:t>
            </a:r>
          </a:p>
          <a:p>
            <a:pPr eaLnBrk="1" hangingPunct="1"/>
            <a:r>
              <a:rPr lang="en-US" b="0" dirty="0"/>
              <a:t>defeated by enforcing a rule that the first fragment of a packet must contain</a:t>
            </a:r>
          </a:p>
          <a:p>
            <a:pPr eaLnBrk="1" hangingPunct="1"/>
            <a:r>
              <a:rPr lang="en-US" b="0" dirty="0"/>
              <a:t>a predefined minimum amount of the transport header. If the first fragment</a:t>
            </a:r>
          </a:p>
          <a:p>
            <a:pPr eaLnBrk="1" hangingPunct="1"/>
            <a:r>
              <a:rPr lang="en-US" b="0" dirty="0"/>
              <a:t>is rejected, the filter can remember the packet and discard all subsequent</a:t>
            </a:r>
          </a:p>
          <a:p>
            <a:pPr eaLnBrk="1" hangingPunct="1"/>
            <a:r>
              <a:rPr lang="en-US" b="0" dirty="0"/>
              <a:t>fragments.</a:t>
            </a:r>
            <a:endParaRPr lang="en-US" b="0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168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A firewall can monitor network traffic at a number of levels, from low-level network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packets, either individually or as part of a flow, to all traffic within a transport connection,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up to inspecting details of application protocols. The choice of which level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is appropriate is determined by the desired firewall access policy. It can operate as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positive filter, allowing to pass only packets that meet specific criteria, or as a negative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filter, rejecting any packet that meets certain criteria. The criteria implement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access policy for the firewall that we discussed in the previous section. Depending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on the type of firewall, it may examine one or more protocol headers in each packet,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 payload of each packet, or the pattern generated by a sequence of packets. In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section, we look at the principal types of firewalls.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828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 traditional packet filter makes filtering decisions on an individual packet basis</a:t>
            </a:r>
          </a:p>
          <a:p>
            <a:pPr eaLnBrk="1" hangingPunct="1"/>
            <a:r>
              <a:rPr lang="en-US" dirty="0"/>
              <a:t>and does not take into consideration any higher-layer context. To understand what</a:t>
            </a:r>
          </a:p>
          <a:p>
            <a:pPr eaLnBrk="1" hangingPunct="1"/>
            <a:r>
              <a:rPr lang="en-US" dirty="0"/>
              <a:t>is meant by </a:t>
            </a:r>
            <a:r>
              <a:rPr lang="en-US" i="1" dirty="0"/>
              <a:t>context </a:t>
            </a:r>
            <a:r>
              <a:rPr lang="en-US" i="0" dirty="0"/>
              <a:t>and why a traditional packet filter is limited with regard to context,</a:t>
            </a:r>
          </a:p>
          <a:p>
            <a:pPr eaLnBrk="1" hangingPunct="1"/>
            <a:r>
              <a:rPr lang="en-US" dirty="0"/>
              <a:t>a little background is needed. Most standardized applications that run on top</a:t>
            </a:r>
          </a:p>
          <a:p>
            <a:pPr eaLnBrk="1" hangingPunct="1"/>
            <a:r>
              <a:rPr lang="en-US" dirty="0"/>
              <a:t>of TCP follow a client/server model. For example, for the Simple Mail Transfer</a:t>
            </a:r>
          </a:p>
          <a:p>
            <a:pPr eaLnBrk="1" hangingPunct="1"/>
            <a:r>
              <a:rPr lang="en-US" dirty="0"/>
              <a:t>Protocol (SMTP), e-mail is transmitted from a client system to a server system.</a:t>
            </a:r>
          </a:p>
          <a:p>
            <a:pPr eaLnBrk="1" hangingPunct="1"/>
            <a:r>
              <a:rPr lang="en-US" dirty="0"/>
              <a:t>The client system generates new e-mail messages, typically from user input. The</a:t>
            </a:r>
          </a:p>
          <a:p>
            <a:pPr eaLnBrk="1" hangingPunct="1"/>
            <a:r>
              <a:rPr lang="en-US" dirty="0"/>
              <a:t>server system accepts incoming e-mail messages and places them in the appropriate</a:t>
            </a:r>
          </a:p>
          <a:p>
            <a:pPr eaLnBrk="1" hangingPunct="1"/>
            <a:r>
              <a:rPr lang="en-US" dirty="0"/>
              <a:t>user mailboxes. SMTP operates by setting up a TCP connection between client</a:t>
            </a:r>
          </a:p>
          <a:p>
            <a:pPr eaLnBrk="1" hangingPunct="1"/>
            <a:r>
              <a:rPr lang="en-US" dirty="0"/>
              <a:t>and server, in which the TCP server port number, which identifies the SMTP server</a:t>
            </a:r>
          </a:p>
          <a:p>
            <a:pPr eaLnBrk="1" hangingPunct="1"/>
            <a:r>
              <a:rPr lang="en-US" dirty="0"/>
              <a:t>application, is 25. The TCP port number for the SMTP client is a number between</a:t>
            </a:r>
          </a:p>
          <a:p>
            <a:pPr eaLnBrk="1" hangingPunct="1"/>
            <a:r>
              <a:rPr lang="en-US" dirty="0"/>
              <a:t>1024 and 65535 that is generated by the SMTP client.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In general, when an application that uses TCP creates a session with a remote</a:t>
            </a:r>
          </a:p>
          <a:p>
            <a:pPr eaLnBrk="1" hangingPunct="1"/>
            <a:r>
              <a:rPr lang="en-US" dirty="0"/>
              <a:t>host, it creates a TCP connection in which the TCP port number for the remote</a:t>
            </a:r>
          </a:p>
          <a:p>
            <a:pPr eaLnBrk="1" hangingPunct="1"/>
            <a:r>
              <a:rPr lang="en-US" dirty="0"/>
              <a:t>(server) application is a number less than 1024 and the TCP port number for the</a:t>
            </a:r>
          </a:p>
          <a:p>
            <a:pPr eaLnBrk="1" hangingPunct="1"/>
            <a:r>
              <a:rPr lang="en-US" dirty="0"/>
              <a:t>local (client) application is a number between 1024 and 65535. The numbers less</a:t>
            </a:r>
          </a:p>
          <a:p>
            <a:pPr eaLnBrk="1" hangingPunct="1"/>
            <a:r>
              <a:rPr lang="en-US" dirty="0"/>
              <a:t>than 1024 are the “well-known” port numbers and are assigned permanently to</a:t>
            </a:r>
          </a:p>
          <a:p>
            <a:pPr eaLnBrk="1" hangingPunct="1"/>
            <a:r>
              <a:rPr lang="en-US" dirty="0"/>
              <a:t>particular applications (e.g., 25 for server SMTP). The numbers between 1024 and</a:t>
            </a:r>
          </a:p>
          <a:p>
            <a:pPr eaLnBrk="1" hangingPunct="1"/>
            <a:r>
              <a:rPr lang="en-US" dirty="0"/>
              <a:t>65535 are generated dynamically and have temporary significance only for the</a:t>
            </a:r>
          </a:p>
          <a:p>
            <a:pPr eaLnBrk="1" hangingPunct="1"/>
            <a:r>
              <a:rPr lang="en-US" dirty="0"/>
              <a:t>lifetime of a TCP connection.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 simple packet filtering firewall must permit inbound network traffic on all</a:t>
            </a:r>
          </a:p>
          <a:p>
            <a:pPr eaLnBrk="1" hangingPunct="1"/>
            <a:r>
              <a:rPr lang="en-US" dirty="0"/>
              <a:t>these high-numbered ports for TCP-based traffic to occur. This creates a vulnerability</a:t>
            </a:r>
          </a:p>
          <a:p>
            <a:pPr eaLnBrk="1" hangingPunct="1"/>
            <a:r>
              <a:rPr lang="en-US" dirty="0"/>
              <a:t>that can be exploited by unauthorized users.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458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 </a:t>
            </a:r>
            <a:r>
              <a:rPr lang="en-US" b="1" dirty="0">
                <a:ea typeface="+mn-ea"/>
                <a:cs typeface="+mn-cs"/>
              </a:rPr>
              <a:t>stateful inspection packet firewall </a:t>
            </a:r>
            <a:r>
              <a:rPr lang="en-US" dirty="0">
                <a:ea typeface="+mn-ea"/>
                <a:cs typeface="+mn-cs"/>
              </a:rPr>
              <a:t>tightens up the rules for TCP traffic by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creating a directory of outbound TCP connections, as shown in Table 9.2 . There is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an entry for each currently established connection. The packet filter will now allow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incoming traffic to high-numbered ports only for those packets that fit the profile of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one of the entries in this directory.</a:t>
            </a:r>
          </a:p>
          <a:p>
            <a:pPr eaLnBrk="1" hangingPunct="1">
              <a:defRPr/>
            </a:pPr>
            <a:endParaRPr lang="en-US" dirty="0"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 A stateful packet inspection firewall reviews the same packet information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as a packet filtering firewall, but also records information about TCP connections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(Figure 9.1c). Some stateful firewalls also keep track of TCP sequence numbers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to prevent attacks that depend on the sequence number, such as session hijacking.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Some even inspect limited amounts of application data for some well-known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protocols like FTP, IM, and SIPS commands, in order to identify and track related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connections.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238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A firewall can monitor network traffic at a number of levels, from low-level network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packets, either individually or as part of a flow, to all traffic within a transport connection,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up to inspecting details of application protocols. The choice of which level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is appropriate is determined by the desired firewall access policy. It can operate as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positive filter, allowing to pass only packets that meet specific criteria, or as a negative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 filter, rejecting any packet that meets certain criteria. The criteria implement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access policy for the firewall that we discussed in the previous section. Depending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on the type of firewall, it may examine one or more protocol headers in each packet,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the payload of each packet, or the pattern generated by a sequence of packets. In this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section, we look at the principal types of firewalls.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238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An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application-level gateway, </a:t>
            </a:r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also called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an application proxy , acts as a relay of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application-level traffic ( Figure 9.1d ). The user contacts the gateway using a TCP/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IP application, such as Telnet or FTP, and the gateway asks the user for the name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of the remote host to be accessed. When the user responds and provides a valid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user ID and authentication information, the gateway contacts the application on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the remote host and relays TCP segments containing the application data between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the two endpoints. If the gateway does not implement the proxy code for a specific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application, the service is not supported and cannot be forwarded across the firewall.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Further, the gateway can be configured to support only specific features of an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application that the network administrator considers acceptable while denying all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other features.</a:t>
            </a:r>
          </a:p>
          <a:p>
            <a:pPr eaLnBrk="1" hangingPunct="1"/>
            <a:endParaRPr lang="en-US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Application-level gateways tend to be more secure than packet filters. Rather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than trying to deal with the numerous possible combinations that are to be allowed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and forbidden at the TCP and IP level, the application-level gateway need only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scrutinize a few allowable applications. In addition, it is easy to log and audit all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incoming traffic at the application level.</a:t>
            </a:r>
          </a:p>
          <a:p>
            <a:pPr eaLnBrk="1" hangingPunct="1"/>
            <a:endParaRPr lang="en-US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 prime disadvantage of this type of gateway is the additional processing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overhead on each connection. In effect, there are two spliced connections between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the end users, with the gateway at the splice point, and the gateway must examine</a:t>
            </a:r>
          </a:p>
          <a:p>
            <a:pPr eaLnBrk="1" hangingPunct="1"/>
            <a:r>
              <a:rPr lang="en-US" dirty="0">
                <a:ea typeface="ＭＳ Ｐゴシック" pitchFamily="-110" charset="-128"/>
                <a:cs typeface="ＭＳ Ｐゴシック" pitchFamily="-110" charset="-128"/>
              </a:rPr>
              <a:t>and forward all traffic in both directions.</a:t>
            </a:r>
            <a:endParaRPr lang="en-US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093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 fourth type of firewall is the </a:t>
            </a:r>
            <a:r>
              <a:rPr lang="en-US" b="1" dirty="0">
                <a:ea typeface="ＭＳ Ｐゴシック" pitchFamily="-110" charset="-128"/>
                <a:cs typeface="ＭＳ Ｐゴシック" pitchFamily="-110" charset="-128"/>
              </a:rPr>
              <a:t>circuit-level gateway </a:t>
            </a:r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or circuit-level proxy ( Figure 9.1e ).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This can be a stand-alone system or it can be a specialized function performed by an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application-level gateway for certain applications. As with an application gateway,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 circuit-level gateway does not permit an end-to-end TCP connection; rather,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the gateway sets up two TCP connections, one between itself and a TCP user on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an inner host and one between itself and a TCP user on an outside host. Once the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two connections are established, the gateway typically relays TCP segments from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one connection to the other without examining the contents. The security function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consists of determining which connections will be allowed.</a:t>
            </a:r>
          </a:p>
          <a:p>
            <a:pPr eaLnBrk="1" hangingPunct="1"/>
            <a:endParaRPr lang="en-US" b="0" dirty="0"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 typical use of circuit-level gateways is a situation in which the system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administrator trusts the internal users. The gateway can be configured to support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application-level or proxy service on inbound connections and circuit-level functions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for outbound connections. In this configuration, the gateway can incur the processing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overhead of examining incoming application data for forbidden functions but</a:t>
            </a:r>
          </a:p>
          <a:p>
            <a:pPr eaLnBrk="1" hangingPunct="1"/>
            <a:r>
              <a:rPr lang="en-US" b="0" dirty="0">
                <a:ea typeface="ＭＳ Ｐゴシック" pitchFamily="-110" charset="-128"/>
                <a:cs typeface="ＭＳ Ｐゴシック" pitchFamily="-110" charset="-128"/>
              </a:rPr>
              <a:t>does not incur that overhead on outgoing data.</a:t>
            </a:r>
            <a:endParaRPr lang="en-US" b="0" dirty="0">
              <a:latin typeface="Times New Roman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597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 NIST SP 800-63-3 (Digital Authentication Guideline , October 2016) defines digital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user authentication as the process of establishing confidence in user identities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are presented electronically to an information system. Systems can use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authenticated identity to determine if the authenticated individual is authorized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perform particular functions, such as database transactions or access to system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resources. In many cases, the authentication and transaction, or other authorized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function, take place across an open network such as the Internet. Equally authentication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subsequent authorization can take place locally, such as across a local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area network.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709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 NIST SP 800-63-3 (Digital Authentication Guideline , October 2016) defines digital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user authentication as the process of establishing confidence in user identities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are presented electronically to an information system. Systems can use the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authenticated identity to determine if the authenticated individual is authorized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perform particular functions, such as database transactions or access to system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resources. In many cases, the authentication and transaction, or other authorized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function, take place across an open network such as the Internet. Equally authentication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subsequent authorization can take place locally, such as across a local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area network.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259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" pitchFamily="-110" charset="0"/>
              </a:rPr>
              <a:t>There are four general means of authenticating a user's identity, which can be used alone or in combination:</a:t>
            </a:r>
          </a:p>
          <a:p>
            <a:pPr eaLnBrk="1" hangingPunct="1"/>
            <a:endParaRPr lang="en-US" dirty="0">
              <a:latin typeface="Times" pitchFamily="-110" charset="0"/>
              <a:ea typeface="Times New Roman" pitchFamily="-110" charset="0"/>
              <a:cs typeface="Times New Roman" pitchFamily="-110" charset="0"/>
            </a:endParaRPr>
          </a:p>
          <a:p>
            <a:pPr eaLnBrk="1" hangingPunct="1"/>
            <a:r>
              <a:rPr lang="en-US" dirty="0">
                <a:latin typeface="Times" pitchFamily="-110" charset="0"/>
                <a:ea typeface="Times New Roman" pitchFamily="-110" charset="0"/>
                <a:cs typeface="Times New Roman" pitchFamily="-110" charset="0"/>
              </a:rPr>
              <a:t>• </a:t>
            </a:r>
            <a:r>
              <a:rPr lang="en-US" b="1" dirty="0">
                <a:latin typeface="Times" pitchFamily="-110" charset="0"/>
              </a:rPr>
              <a:t>Something the individual knows:</a:t>
            </a:r>
            <a:r>
              <a:rPr lang="en-US" dirty="0">
                <a:latin typeface="Times" pitchFamily="-110" charset="0"/>
              </a:rPr>
              <a:t> Examples includes a password, a personal identification number (PIN), or answers to a prearranged set of questions.</a:t>
            </a:r>
          </a:p>
          <a:p>
            <a:pPr eaLnBrk="1" hangingPunct="1"/>
            <a:endParaRPr lang="en-US" dirty="0">
              <a:latin typeface="Times" pitchFamily="-110" charset="0"/>
              <a:ea typeface="Times New Roman" pitchFamily="-110" charset="0"/>
              <a:cs typeface="Times New Roman" pitchFamily="-110" charset="0"/>
            </a:endParaRPr>
          </a:p>
          <a:p>
            <a:pPr eaLnBrk="1" hangingPunct="1"/>
            <a:r>
              <a:rPr lang="en-US" dirty="0">
                <a:latin typeface="Times" pitchFamily="-110" charset="0"/>
                <a:ea typeface="Times New Roman" pitchFamily="-110" charset="0"/>
                <a:cs typeface="Times New Roman" pitchFamily="-110" charset="0"/>
              </a:rPr>
              <a:t>• </a:t>
            </a:r>
            <a:r>
              <a:rPr lang="en-US" b="1" dirty="0">
                <a:latin typeface="Times" pitchFamily="-110" charset="0"/>
              </a:rPr>
              <a:t>Something the individual possesses:</a:t>
            </a:r>
            <a:r>
              <a:rPr lang="en-US" dirty="0">
                <a:latin typeface="Times" pitchFamily="-110" charset="0"/>
              </a:rPr>
              <a:t> Examples include electronic keycards, smart cards, and physical keys. This type of authenticator is referred to as a </a:t>
            </a:r>
            <a:r>
              <a:rPr lang="en-US" i="1" dirty="0">
                <a:latin typeface="Times" pitchFamily="-110" charset="0"/>
              </a:rPr>
              <a:t>token</a:t>
            </a:r>
            <a:r>
              <a:rPr lang="en-US" dirty="0">
                <a:latin typeface="Times" pitchFamily="-110" charset="0"/>
              </a:rPr>
              <a:t>.</a:t>
            </a:r>
          </a:p>
          <a:p>
            <a:pPr eaLnBrk="1" hangingPunct="1"/>
            <a:endParaRPr lang="en-US" dirty="0">
              <a:latin typeface="Times" pitchFamily="-110" charset="0"/>
              <a:ea typeface="Times New Roman" pitchFamily="-110" charset="0"/>
              <a:cs typeface="Times New Roman" pitchFamily="-110" charset="0"/>
            </a:endParaRPr>
          </a:p>
          <a:p>
            <a:pPr eaLnBrk="1" hangingPunct="1"/>
            <a:r>
              <a:rPr lang="en-US" dirty="0">
                <a:latin typeface="Times" pitchFamily="-110" charset="0"/>
                <a:ea typeface="Times New Roman" pitchFamily="-110" charset="0"/>
                <a:cs typeface="Times New Roman" pitchFamily="-110" charset="0"/>
              </a:rPr>
              <a:t>• </a:t>
            </a:r>
            <a:r>
              <a:rPr lang="en-US" b="1" dirty="0">
                <a:latin typeface="Times" pitchFamily="-110" charset="0"/>
              </a:rPr>
              <a:t>Something the individual is (static biometrics):</a:t>
            </a:r>
            <a:r>
              <a:rPr lang="en-US" dirty="0">
                <a:latin typeface="Times" pitchFamily="-110" charset="0"/>
              </a:rPr>
              <a:t> Examples include recognition by fingerprint, retina, and face.</a:t>
            </a:r>
          </a:p>
          <a:p>
            <a:pPr eaLnBrk="1" hangingPunct="1"/>
            <a:endParaRPr lang="en-US" dirty="0">
              <a:latin typeface="Times" pitchFamily="-110" charset="0"/>
              <a:ea typeface="Times New Roman" pitchFamily="-110" charset="0"/>
              <a:cs typeface="Times New Roman" pitchFamily="-110" charset="0"/>
            </a:endParaRPr>
          </a:p>
          <a:p>
            <a:pPr eaLnBrk="1" hangingPunct="1"/>
            <a:r>
              <a:rPr lang="en-US" dirty="0">
                <a:latin typeface="Times" pitchFamily="-110" charset="0"/>
                <a:ea typeface="Times New Roman" pitchFamily="-110" charset="0"/>
                <a:cs typeface="Times New Roman" pitchFamily="-110" charset="0"/>
              </a:rPr>
              <a:t>• </a:t>
            </a:r>
            <a:r>
              <a:rPr lang="en-US" b="1" dirty="0">
                <a:latin typeface="Times" pitchFamily="-110" charset="0"/>
              </a:rPr>
              <a:t>Something the individual does (dynamic biometrics):</a:t>
            </a:r>
            <a:r>
              <a:rPr lang="en-US" dirty="0">
                <a:latin typeface="Times" pitchFamily="-110" charset="0"/>
              </a:rPr>
              <a:t> Examples include recognition by voice pattern, handwriting characteristics, and typing rhythm.</a:t>
            </a:r>
          </a:p>
          <a:p>
            <a:pPr eaLnBrk="1" hangingPunct="1"/>
            <a:endParaRPr lang="en-US" dirty="0">
              <a:latin typeface="Times" pitchFamily="-110" charset="0"/>
            </a:endParaRPr>
          </a:p>
          <a:p>
            <a:pPr eaLnBrk="1" hangingPunct="1"/>
            <a:r>
              <a:rPr lang="en-US" dirty="0">
                <a:latin typeface="Times" pitchFamily="-110" charset="0"/>
              </a:rPr>
              <a:t>All of these methods, properly implemented and used, can provide secure user authentication. However, each method has problems. An adversary may be able to guess or steal a password. Similarly, an adversary may be able to forge or steal a token. A user may forget a password or lose a token. Further, there is a significant administrative overhead for managing password and token information on systems and securing such information on systems. With respect to biometric authenticators, there are a variety of problems, including dealing with false positives and false negatives, user acceptance, cost, and convenience.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097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 Multifactor authentication refers to the use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more than one of the authentication means in the preceding list (see Figure 3.2).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strength of authentication systems is largely determined by the number of factors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incorporated by the system. Implementations that use two factors are considered to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 stronger than those that use only one factor; systems that incorporate three factors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stronger than systems that only incorporate two of the factors,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485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054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 assurance level describes an organization’s degree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certainty that a user has presented a credential that refers to his or her identity.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More specifically, assurance is defined as (1) the degree of confidence in the vetting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process used to establish the identity of the individual to whom the credential was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issued and (2) the degree of confidence that the individual who uses the credential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individual to whom the credential was issued. SP 800-63-3 recognizes four levels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assurance: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Level 1:  Little or no confidence in the asserted identity’s validity. An example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where this level is appropriate is a consumer registering to participate in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discussion at a company web site discussion board. Typical authentication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technique at this level would be a user-supplied ID and password at the time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the transaction.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Level 2:  Some confidence in the asserted identity’s validity. Level 2 credentials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appropriate for a wide range of business with the public where organizations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require an initial identity assertion (the details of which are verified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independently prior to any action). At this level, some sort of secure authentication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protocol needs to be used, together with one of the means of authentication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summarized previously and discussed in subsequent sections.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Level 3:  High confidence in the asserted identity’s validity. This level is appropriate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enable clients or employees to access restricted services of high value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but not the highest value. An example for which this level is appropriate: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patent attorney electronically submits confidential patent information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U.S. Patent and Trademark Office. Improper disclosure would give competitors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competitive advantage. Techniques that would need to be used at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level require more than one factor of authentication; that is, at least two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independent authentication techniques must be used.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Level 4:  Very high confidence in the asserted identity’s validity. This level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appropriate to enable clients or employees to access restricted services of very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high value or for which improper access is very harmful. For example, a law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enforcement official accesses a law enforcement database containing criminal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records. Unauthorized access could raise privacy issues and/or compromise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investigations. Typically, level 4 authentication requires the use of multiple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factors as well as in-person registration.</a:t>
            </a:r>
            <a:endParaRPr lang="en-US" dirty="0"/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342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 concept closely related to that of assurance level is potential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impact. FIPS 199 (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Standards for Security Categorization of Federal Information and</a:t>
            </a:r>
          </a:p>
          <a:p>
            <a:r>
              <a:rPr lang="en-US" sz="1200" b="0" i="1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Information Systems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, 2004) defines three levels of potential impact on organizations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individuals should there be a breach of security (in our context, a failure in user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authentication):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Low:  An authentication error could be expected to have a limited adverse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effect on organizational operations, organizational assets, or individuals. More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specifically, we can say that the error might: (1) cause a degradation in mission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capability to an extent and duration that the organization is able to perform its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primary functions, but the effectiveness of the functions is noticeably reduced;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(2) result in minor damage to organizational assets; (3) result in minor financial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loss to the organization or individuals; or (4) result in minor harm to individuals.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Moderate:  An authentication error could be expected to have a serious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adverse effect. More specifically, the error might: (1) cause a significant degradation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mission capability to an extent and duration that the organization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able to perform its primary functions, but the effectiveness of the functions is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significantly reduced; (2) result in significant damage to organizational assets;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(3) result in significant financial loss; or (4) result in significant harm to individuals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does not involve loss of life or serious life threatening injuries.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High:  An authentication error could be expected to have a severe or catastrophic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adverse effect. The error might: (1) cause a severe degradation in 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loss of mission capability to an extent and duration that the organization is not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able to perform one or more of its primary functions; (2) result in major damage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organizational assets; (3) result in major financial loss to the organization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individuals; or (4) result in severe or catastrophic harm to individuals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involving loss of life or serious life threatening injuries.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115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The mapping between the potential impact and the appropriate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level of assurance that is satisfactory to deal with the potential impact depends on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context. Table 3.2 shows a possible mapping for various risks that an organization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may be exposed to. This table suggests a technique for doing risk assessment.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given information system or service asset of an organization, the organization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needs to determine the level of impact if an authentication failure occurs, using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categories of impact, or risk areas, that are of concern.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For example, consider the potential for financial loss if there is an authentication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error that results in unauthorized access to a database. Depending on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nature of the database, the impact could be: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Low:  At worst, an insignificant or inconsequential unrecoverable financial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loss to any party, or at worst, an insignificant or inconsequential organization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liability.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Moderate: At worst, a serious unrecoverable financial loss to any party, or a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serious organization liability.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High: severe or catastrophic unrecoverable financial loss to any party; or severe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catastrophic organization liability.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table indicates that if the potential impact is low, an assurance level of 1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is adequate. If the potential impact is moderate, an assurance level of 2 or 3 should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 achieved. And if the potential impact is high, an assurance level of 4 should be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implemented. Similar analysis can be performed for the other categories shown in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table. The analyst can then pick an assurance level such that it meets or exceeds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requirements for assurance in each of the categories listed in the table. So, for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example, for a given system, if any of the impact categories has a potential impact of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high, or if the personal safety category has a potential impact of moderate or high,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then level 4 assurance should be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355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traditional approach to password guessing,</a:t>
            </a:r>
          </a:p>
          <a:p>
            <a:r>
              <a:rPr lang="en-US" b="0" dirty="0"/>
              <a:t>or password cracking as it is called, is to develop a large dictionary of possible</a:t>
            </a:r>
          </a:p>
          <a:p>
            <a:r>
              <a:rPr lang="en-US" b="0" dirty="0"/>
              <a:t>passwords and to try each of these against the password file. This means that</a:t>
            </a:r>
          </a:p>
          <a:p>
            <a:r>
              <a:rPr lang="en-US" b="0" dirty="0"/>
              <a:t>each password must be hashed using each salt value in the password file and then</a:t>
            </a:r>
          </a:p>
          <a:p>
            <a:r>
              <a:rPr lang="en-US" b="0" dirty="0"/>
              <a:t>compared to stored hash values. If no match is found, then the cracking program</a:t>
            </a:r>
          </a:p>
          <a:p>
            <a:r>
              <a:rPr lang="en-US" b="0" dirty="0"/>
              <a:t>tries variations on all the words in its dictionary of likely passwords. Such variations</a:t>
            </a:r>
          </a:p>
          <a:p>
            <a:r>
              <a:rPr lang="en-US" b="0" dirty="0"/>
              <a:t>include backward spelling of words, additional numbers or special characters, or</a:t>
            </a:r>
          </a:p>
          <a:p>
            <a:r>
              <a:rPr lang="en-US" b="0" dirty="0"/>
              <a:t>sequence of characters,</a:t>
            </a:r>
          </a:p>
          <a:p>
            <a:endParaRPr lang="en-US" b="0" dirty="0"/>
          </a:p>
          <a:p>
            <a:r>
              <a:rPr lang="en-US" b="0" dirty="0"/>
              <a:t>An alternative is to trade off space for time by precomputing potential hash</a:t>
            </a:r>
          </a:p>
          <a:p>
            <a:r>
              <a:rPr lang="en-US" b="0" dirty="0"/>
              <a:t>values. In this approach the attacker generates a large dictionary of possible passwords.</a:t>
            </a:r>
          </a:p>
          <a:p>
            <a:r>
              <a:rPr lang="en-US" b="0" dirty="0"/>
              <a:t>For each password, the attacker generates the hash values associated with</a:t>
            </a:r>
          </a:p>
          <a:p>
            <a:r>
              <a:rPr lang="en-US" b="0" dirty="0"/>
              <a:t>each possible salt value. The result is a mammoth table of hash values known as a</a:t>
            </a:r>
          </a:p>
          <a:p>
            <a:r>
              <a:rPr lang="en-US" b="1" dirty="0"/>
              <a:t>rainbow table</a:t>
            </a:r>
            <a:r>
              <a:rPr lang="en-US" b="0" dirty="0"/>
              <a:t>. For example, [OECH03] showed that using 1.4 GB of data, he could</a:t>
            </a:r>
          </a:p>
          <a:p>
            <a:r>
              <a:rPr lang="en-US" b="0" dirty="0"/>
              <a:t>crack 99.9% of all alphanumeric Windows password hashes in 13.8 seconds. This</a:t>
            </a:r>
          </a:p>
          <a:p>
            <a:r>
              <a:rPr lang="en-US" b="0" dirty="0"/>
              <a:t>approach can be countered by using a sufficiently large salt value and a sufficiently</a:t>
            </a:r>
          </a:p>
          <a:p>
            <a:r>
              <a:rPr lang="en-US" b="0" dirty="0"/>
              <a:t>large hash length. Both the FreeBSD and OpenBSD approaches should be secure</a:t>
            </a:r>
          </a:p>
          <a:p>
            <a:r>
              <a:rPr lang="en-US" b="0" dirty="0"/>
              <a:t>from this attack for the foreseeable future.</a:t>
            </a:r>
          </a:p>
          <a:p>
            <a:endParaRPr lang="en-US" b="0" dirty="0">
              <a:latin typeface="Times New Roman" pitchFamily="-110" charset="0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 To counter the use of large salt values and hash lengths, password crackers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exploit the fact that some people choose easily guessable passwords. A particular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problem is that users, when permitted to choose their own password, tend to choose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short ones. [BONN12] summarizes the results of a number of studies over the past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few years involving over 40 million hacked passwords, as well as their own analysis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of almost 70 million anonymized passwords of Yahoo! users, and found a tendency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toward six to eight characters of length and a strong dislike of non-alphanumeric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characters in passwords.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analysis of the 70 million passwords in [BONN12] estimates that passwords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provide fewer than 10 bits of security against an online, trawling attack,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only about 20 bits of security against an optimal offline dictionary attack. 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other words, an attacker who can manage 10 guesses per account, typically within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realm of rate-limiting mechanisms, will compromise around 1% of accounts,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just as they would against random 10-bit strings. Against an optimal attacker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performing unrestricted brute force and wanting to break half of all available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accounts, passwords appear to be roughly equivalent to 20-bit random strings.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It can be seen then that using offline search enables an adversary to break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large number of accounts, even if a significant amount of iterated hashing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Password length is only part of the problem. Many people, when permitted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choose their own password, pick a password that is guessable, such as their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own name, their street name, a common dictionary word, and so forth. This makes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job of password cracking straightforward. The cracker simply has to test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password file against lists of likely passwords. Because many people use guessable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passwords, such a strategy should succeed on virtually all systems.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Attacks that use a combination of brute-force and dictionary techniques have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become common. A notable example of this dual approach is John the Ripper, an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open-source password cracker first developed in 1996 and still in use [OPEN13].</a:t>
            </a:r>
            <a:endParaRPr lang="en-US" b="0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778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/>
              <a:t>A biometric authentication system attempts to authenticate an individual based on</a:t>
            </a:r>
          </a:p>
          <a:p>
            <a:pPr>
              <a:defRPr/>
            </a:pPr>
            <a:r>
              <a:rPr lang="en-US" b="0" dirty="0"/>
              <a:t>his or her unique physical characteristics. These include static characteristics, such</a:t>
            </a:r>
          </a:p>
          <a:p>
            <a:pPr>
              <a:defRPr/>
            </a:pPr>
            <a:r>
              <a:rPr lang="en-US" b="0" dirty="0"/>
              <a:t>as fingerprints, hand geometry, facial characteristics, and retinal and iris patterns;</a:t>
            </a:r>
          </a:p>
          <a:p>
            <a:pPr>
              <a:defRPr/>
            </a:pPr>
            <a:r>
              <a:rPr lang="en-US" b="0" dirty="0"/>
              <a:t>and dynamic characteristics, such as voiceprint and signature. In essence, biometrics</a:t>
            </a:r>
          </a:p>
          <a:p>
            <a:pPr>
              <a:defRPr/>
            </a:pPr>
            <a:r>
              <a:rPr lang="en-US" b="0" dirty="0"/>
              <a:t>is based on pattern recognition. Compared to passwords and tokens, biometric</a:t>
            </a:r>
          </a:p>
          <a:p>
            <a:pPr>
              <a:defRPr/>
            </a:pPr>
            <a:r>
              <a:rPr lang="en-US" b="0" dirty="0"/>
              <a:t>authentication is both technically complex and expensive. While it is used in a</a:t>
            </a:r>
          </a:p>
          <a:p>
            <a:pPr>
              <a:defRPr/>
            </a:pPr>
            <a:r>
              <a:rPr lang="en-US" b="0" dirty="0"/>
              <a:t>number of specific applications, biometrics has yet to mature as a standard tool for</a:t>
            </a:r>
          </a:p>
          <a:p>
            <a:pPr>
              <a:defRPr/>
            </a:pPr>
            <a:r>
              <a:rPr lang="en-US" b="0" dirty="0"/>
              <a:t>user authentication to computer systems.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A number of different types of physical characteristics are either in use or under</a:t>
            </a:r>
          </a:p>
          <a:p>
            <a:pPr>
              <a:defRPr/>
            </a:pPr>
            <a:r>
              <a:rPr lang="en-US" b="0" dirty="0"/>
              <a:t>study for user authentication. The most common are the following: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Facial characteristics: Facial characteristics are the most common means</a:t>
            </a:r>
          </a:p>
          <a:p>
            <a:pPr>
              <a:defRPr/>
            </a:pPr>
            <a:r>
              <a:rPr lang="en-US" b="0" dirty="0"/>
              <a:t>of human-to-human identification; thus it is natural to consider them for</a:t>
            </a:r>
          </a:p>
          <a:p>
            <a:pPr>
              <a:defRPr/>
            </a:pPr>
            <a:r>
              <a:rPr lang="en-US" b="0" dirty="0"/>
              <a:t>identification by computer. The most common approach is to define characteristics</a:t>
            </a:r>
          </a:p>
          <a:p>
            <a:pPr>
              <a:defRPr/>
            </a:pPr>
            <a:r>
              <a:rPr lang="en-US" b="0" dirty="0"/>
              <a:t>based on relative location and shape of key facial features, such as</a:t>
            </a:r>
          </a:p>
          <a:p>
            <a:pPr>
              <a:defRPr/>
            </a:pPr>
            <a:r>
              <a:rPr lang="en-US" b="0" dirty="0"/>
              <a:t>eyes, eyebrows, nose, lips, and chin shape. An alternative approach is to use an</a:t>
            </a:r>
          </a:p>
          <a:p>
            <a:pPr>
              <a:defRPr/>
            </a:pPr>
            <a:r>
              <a:rPr lang="en-US" b="0" dirty="0"/>
              <a:t>infrared camera to produce a face thermogram that correlates with the underlying</a:t>
            </a:r>
          </a:p>
          <a:p>
            <a:pPr>
              <a:defRPr/>
            </a:pPr>
            <a:r>
              <a:rPr lang="en-US" b="0" dirty="0"/>
              <a:t>vascular system in the human face.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Fingerprints: Fingerprints have been used as a means of identification for</a:t>
            </a:r>
          </a:p>
          <a:p>
            <a:pPr>
              <a:defRPr/>
            </a:pPr>
            <a:r>
              <a:rPr lang="en-US" b="0" dirty="0"/>
              <a:t>centuries, and the process has been systematized and automated particularly</a:t>
            </a:r>
          </a:p>
          <a:p>
            <a:pPr>
              <a:defRPr/>
            </a:pPr>
            <a:r>
              <a:rPr lang="en-US" b="0" dirty="0"/>
              <a:t>for law enforcement purposes. A fingerprint is the pattern of ridges and</a:t>
            </a:r>
          </a:p>
          <a:p>
            <a:pPr>
              <a:defRPr/>
            </a:pPr>
            <a:r>
              <a:rPr lang="en-US" b="0" dirty="0"/>
              <a:t>furrows on the surface of the fingertip. Fingerprints are believed to be unique</a:t>
            </a:r>
          </a:p>
          <a:p>
            <a:pPr>
              <a:defRPr/>
            </a:pPr>
            <a:r>
              <a:rPr lang="en-US" b="0" dirty="0"/>
              <a:t>across the entire human population. In practice, automated fingerprint recognition</a:t>
            </a:r>
          </a:p>
          <a:p>
            <a:pPr>
              <a:defRPr/>
            </a:pPr>
            <a:r>
              <a:rPr lang="en-US" b="0" dirty="0"/>
              <a:t>and matching system extract a number of features from the fingerprint</a:t>
            </a:r>
          </a:p>
          <a:p>
            <a:pPr>
              <a:defRPr/>
            </a:pPr>
            <a:r>
              <a:rPr lang="en-US" b="0" dirty="0"/>
              <a:t>for storage as a numerical surrogate for the full fingerprint pattern.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Hand geometry: Hand geometry systems identify features of the hand,</a:t>
            </a:r>
          </a:p>
          <a:p>
            <a:pPr>
              <a:defRPr/>
            </a:pPr>
            <a:r>
              <a:rPr lang="en-US" b="0" dirty="0"/>
              <a:t>including shape, and lengths and widths of fingers.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Retinal pattern: The pattern formed by veins beneath the retinal surface is</a:t>
            </a:r>
          </a:p>
          <a:p>
            <a:pPr>
              <a:defRPr/>
            </a:pPr>
            <a:r>
              <a:rPr lang="en-US" b="0" dirty="0"/>
              <a:t>unique and therefore suitable for identification. A retinal biometric system</a:t>
            </a:r>
          </a:p>
          <a:p>
            <a:pPr>
              <a:defRPr/>
            </a:pPr>
            <a:r>
              <a:rPr lang="en-US" b="0" dirty="0"/>
              <a:t>obtains a digital image of the retinal pattern by projecting a low-intensity</a:t>
            </a:r>
          </a:p>
          <a:p>
            <a:pPr>
              <a:defRPr/>
            </a:pPr>
            <a:r>
              <a:rPr lang="en-US" b="0" dirty="0"/>
              <a:t>beam of visual or infrared light into the eye.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Iris: Another unique physical characteristic is the detailed structure of the iris.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Signature: Each individual has a unique style of handwriting and this is</a:t>
            </a:r>
          </a:p>
          <a:p>
            <a:pPr>
              <a:defRPr/>
            </a:pPr>
            <a:r>
              <a:rPr lang="en-US" b="0" dirty="0"/>
              <a:t>reflected especially in the signature, which is typically a frequently written</a:t>
            </a:r>
          </a:p>
          <a:p>
            <a:pPr>
              <a:defRPr/>
            </a:pPr>
            <a:r>
              <a:rPr lang="en-US" b="0" dirty="0"/>
              <a:t>sequence. However, multiple signature samples from a single individual will</a:t>
            </a:r>
          </a:p>
          <a:p>
            <a:pPr>
              <a:defRPr/>
            </a:pPr>
            <a:r>
              <a:rPr lang="en-US" b="0" dirty="0"/>
              <a:t>not be identical. This complicates the task of developing a computer representation</a:t>
            </a:r>
          </a:p>
          <a:p>
            <a:pPr>
              <a:defRPr/>
            </a:pPr>
            <a:r>
              <a:rPr lang="en-US" b="0" dirty="0"/>
              <a:t>of the signature that can be matched to future samples.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• Voice: Whereas the signature style of an individual reflects not only the unique</a:t>
            </a:r>
          </a:p>
          <a:p>
            <a:pPr>
              <a:defRPr/>
            </a:pPr>
            <a:r>
              <a:rPr lang="en-US" b="0" dirty="0"/>
              <a:t>physical attributes of the writer but also the writing habit that has developed,</a:t>
            </a:r>
          </a:p>
          <a:p>
            <a:pPr>
              <a:defRPr/>
            </a:pPr>
            <a:r>
              <a:rPr lang="en-US" b="0" dirty="0"/>
              <a:t>voice patterns are more closely tied to the physical and anatomical characteristics</a:t>
            </a:r>
          </a:p>
          <a:p>
            <a:pPr>
              <a:defRPr/>
            </a:pPr>
            <a:r>
              <a:rPr lang="en-US" b="0" dirty="0"/>
              <a:t>of the speaker. Nevertheless, there is still a variation from sample to sample over</a:t>
            </a:r>
          </a:p>
          <a:p>
            <a:pPr>
              <a:defRPr/>
            </a:pPr>
            <a:r>
              <a:rPr lang="en-US" b="0" dirty="0"/>
              <a:t>time from the same speaker, complicating the biometric recognition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602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3.8 gives a rough indication of the relative cost and accuracy of these</a:t>
            </a:r>
          </a:p>
          <a:p>
            <a:r>
              <a:rPr lang="en-US" dirty="0"/>
              <a:t>biometric measures. The concept of accuracy does not apply to user authentication</a:t>
            </a:r>
          </a:p>
          <a:p>
            <a:r>
              <a:rPr lang="en-US" dirty="0"/>
              <a:t>schemes using smart cards or passwords. For example, if a user enters a password,</a:t>
            </a:r>
          </a:p>
          <a:p>
            <a:r>
              <a:rPr lang="en-US" dirty="0"/>
              <a:t>it either matches exactly the password expected for that user or not. In the case of</a:t>
            </a:r>
          </a:p>
          <a:p>
            <a:r>
              <a:rPr lang="en-US" dirty="0"/>
              <a:t>biometric parameters, the system instead must determine how closely a presented</a:t>
            </a:r>
          </a:p>
          <a:p>
            <a:r>
              <a:rPr lang="en-US" dirty="0"/>
              <a:t>biometric characteristic matches a stored characteristic. Before elaborating on the</a:t>
            </a:r>
          </a:p>
          <a:p>
            <a:r>
              <a:rPr lang="en-US" dirty="0"/>
              <a:t>concept of biometric accuracy, we need to have a general idea of how biometric</a:t>
            </a:r>
          </a:p>
          <a:p>
            <a:r>
              <a:rPr lang="en-US" dirty="0"/>
              <a:t>systems work.</a:t>
            </a:r>
            <a:endParaRPr lang="en-US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142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Figure 3.9 illustrates the operation of a biometric system. Each individual who is to be</a:t>
            </a:r>
          </a:p>
          <a:p>
            <a:r>
              <a:rPr lang="en-US" b="0" dirty="0"/>
              <a:t>included in the database of authorized users must first be </a:t>
            </a:r>
            <a:r>
              <a:rPr lang="en-US" b="1" dirty="0"/>
              <a:t>enrolled</a:t>
            </a:r>
            <a:r>
              <a:rPr lang="en-US" b="0" dirty="0"/>
              <a:t> in the system. This</a:t>
            </a:r>
          </a:p>
          <a:p>
            <a:r>
              <a:rPr lang="en-US" b="0" dirty="0"/>
              <a:t>is analogous to assigning a password to a user. For a biometric system, the user presents</a:t>
            </a:r>
          </a:p>
          <a:p>
            <a:r>
              <a:rPr lang="en-US" b="0" dirty="0"/>
              <a:t>a name and, typically, some type of password or PIN to the system. At the same</a:t>
            </a:r>
          </a:p>
          <a:p>
            <a:r>
              <a:rPr lang="en-US" b="0" dirty="0"/>
              <a:t>time the system senses some biometric characteristic of this user (e.g., fingerprint of</a:t>
            </a:r>
          </a:p>
          <a:p>
            <a:r>
              <a:rPr lang="en-US" b="0" dirty="0"/>
              <a:t>right index finger). The system digitizes the input and then extracts a set of features</a:t>
            </a:r>
          </a:p>
          <a:p>
            <a:r>
              <a:rPr lang="en-US" b="0" dirty="0"/>
              <a:t>that can be stored as a number or set of numbers representing this unique biometric</a:t>
            </a:r>
          </a:p>
          <a:p>
            <a:r>
              <a:rPr lang="en-US" b="0" dirty="0"/>
              <a:t>characteristic; this set of numbers is referred to as the user’s template. The user is now</a:t>
            </a:r>
          </a:p>
          <a:p>
            <a:r>
              <a:rPr lang="en-US" b="0" dirty="0"/>
              <a:t>enrolled in the system, which maintains for the user a name (ID), perhaps a PIN or</a:t>
            </a:r>
          </a:p>
          <a:p>
            <a:r>
              <a:rPr lang="en-US" b="0" dirty="0"/>
              <a:t>password, and the biometric value.</a:t>
            </a:r>
          </a:p>
          <a:p>
            <a:endParaRPr lang="en-US" b="0" dirty="0"/>
          </a:p>
          <a:p>
            <a:r>
              <a:rPr lang="en-US" b="0" dirty="0"/>
              <a:t>Depending on application, user authentication on a biometric system involves</a:t>
            </a:r>
          </a:p>
          <a:p>
            <a:r>
              <a:rPr lang="en-US" b="0" dirty="0"/>
              <a:t>either </a:t>
            </a:r>
            <a:r>
              <a:rPr lang="en-US" b="1" dirty="0"/>
              <a:t>verification</a:t>
            </a:r>
            <a:r>
              <a:rPr lang="en-US" b="0" dirty="0"/>
              <a:t> or </a:t>
            </a:r>
            <a:r>
              <a:rPr lang="en-US" b="1" dirty="0"/>
              <a:t>identification</a:t>
            </a:r>
            <a:r>
              <a:rPr lang="en-US" b="0" dirty="0"/>
              <a:t>. Verification is analogous to a user logging on</a:t>
            </a:r>
          </a:p>
          <a:p>
            <a:r>
              <a:rPr lang="en-US" b="0" dirty="0"/>
              <a:t>to a system by using a memory card or smart card coupled with a password or PIN.</a:t>
            </a:r>
          </a:p>
          <a:p>
            <a:r>
              <a:rPr lang="en-US" b="0" dirty="0"/>
              <a:t>For biometric verification, the user enters a PIN and also uses a biometric sensor.</a:t>
            </a:r>
          </a:p>
          <a:p>
            <a:r>
              <a:rPr lang="en-US" b="0" dirty="0"/>
              <a:t>The system extracts the corresponding feature and compares that to the template</a:t>
            </a:r>
          </a:p>
          <a:p>
            <a:r>
              <a:rPr lang="en-US" b="0" dirty="0"/>
              <a:t>stored for this user. If there is a match, then the system authenticates this user.</a:t>
            </a:r>
          </a:p>
          <a:p>
            <a:endParaRPr lang="en-US" b="0" dirty="0"/>
          </a:p>
          <a:p>
            <a:r>
              <a:rPr lang="en-US" b="0" dirty="0"/>
              <a:t>For an identification system, the individual uses the biometric sensor but</a:t>
            </a:r>
          </a:p>
          <a:p>
            <a:r>
              <a:rPr lang="en-US" b="0" dirty="0"/>
              <a:t>presents no additional information. The system then compares the presented</a:t>
            </a:r>
          </a:p>
          <a:p>
            <a:r>
              <a:rPr lang="en-US" b="0" dirty="0"/>
              <a:t>template with the set of stored templates. If there is a match, then this user is</a:t>
            </a:r>
          </a:p>
          <a:p>
            <a:r>
              <a:rPr lang="en-US" b="0" dirty="0"/>
              <a:t>identified. Otherwise, the user is rejected.</a:t>
            </a:r>
            <a:endParaRPr lang="en-US" b="0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79345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Client attacks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those in which an adversary attempts to achieve user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authentication without access to the remote host or to the intervening communications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path. The adversary attempts to masquerade as a legitimate user. For a password-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based system, the adversary may attempt to guess the likely user password.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Multiple guesses may be made. At the extreme, the adversary sequences through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all possible passwords in an exhaustive attempt to succeed. One way to thwart such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 attack is to select a password that is both lengthy and unpredictable. In effect,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such a password has large entropy; that is, many bits are required to represent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password. Another countermeasure is to limit the number of attempts that can be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made in a given time period from a given source.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token can generate a high-entropy passcode from a low-entropy PIN or password,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thwarting exhaustive searches. The adversary may be able to guess or acquire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PIN or password but must additionally acquire the physical token to succeed.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Host attacks 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are directed at the user file at the host where passwords, token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passcodes, or biometric templates are stored. Section 3.2 discusses the security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considerations with respect to passwords. For tokens, there is the additional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defense of using one-time passcodes, so that passcodes are not stored in a host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passcode file. Biometric features of a user are difficult to secure because they are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physical features of the user. For a static feature, biometric device authentication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adds a measure of protection. For a dynamic feature, a challenge-response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protocol enhances security.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Eavesdropping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in the context of passwords refers to an adversary’s attempt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learn the password by observing the user, finding a written copy of the password,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or some similar attack that involves the physical proximity of user and adversary.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Another form of eavesdropping is keystroke logging (keylogging), in which malicious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hardware or software is installed so that the attacker can capture the user’s keystrokes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for later analysis. A system that relies on multiple factors (e.g., password plus token 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password plus biometric) is resistant to this type of attack. For a token, an analogous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threat is theft  of the token or physical copying of the token. Again, a multifactor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protocol resists this type of attack better than a pure token protocol. The analogous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threat for a biometric protocol is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copying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or imitating the biometric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parameter so as to generate the desired template. Dynamic biometrics are less susceptible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to such attacks. For static biometrics, device authentication is a useful countermeasure.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Replay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 attacks involve an adversary repeating a previously captured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user response. The most common countermeasure to such attacks is the challenge-response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protocol.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 a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Trojan horse 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attack, an application or physical device masquerades as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 authentic application or device for the purpose of capturing a user password,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passcode, or biometric. The adversary can then use the captured information to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masquerade as a legitimate user. A simple example of this is a rogue bank machine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used to capture user ID/password combinations.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denial-of-service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attack attempts to disable a user authentication service by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flooding the service with numerous authentication attempts. A more selective attack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denies service to a specific user by attempting logon until the threshold is reached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that causes lockout to this user because of too many logon attempts. A multifactor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authentication protocol that includes a token thwarts this attack, because the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adversary must first acquire the token.</a:t>
            </a:r>
            <a:endParaRPr lang="en-US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13429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with any security service, user authentication, particularly remote user authentication,</a:t>
            </a:r>
          </a:p>
          <a:p>
            <a:r>
              <a:rPr lang="en-US" dirty="0"/>
              <a:t>is subject to a variety of attacks. Table 3.5, from [OGOR03], summarizes</a:t>
            </a:r>
          </a:p>
          <a:p>
            <a:r>
              <a:rPr lang="en-US" dirty="0"/>
              <a:t>the principal attacks on user authentication, broken down by type of authenticator.</a:t>
            </a:r>
          </a:p>
          <a:p>
            <a:r>
              <a:rPr lang="en-US" dirty="0"/>
              <a:t>Much of the table is self-explanatory. In this section, we expand on some of the</a:t>
            </a:r>
          </a:p>
          <a:p>
            <a:r>
              <a:rPr lang="en-US" dirty="0"/>
              <a:t>table’s entries.</a:t>
            </a:r>
          </a:p>
          <a:p>
            <a:endParaRPr lang="en-US" dirty="0">
              <a:latin typeface="Times New Roman" pitchFamily="-110" charset="0"/>
            </a:endParaRPr>
          </a:p>
          <a:p>
            <a:endParaRPr lang="en-US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2855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 with any security service, user authentication, particularly remote user authentication,</a:t>
            </a:r>
          </a:p>
          <a:p>
            <a:r>
              <a:rPr lang="en-US"/>
              <a:t>is subject to a variety of attacks. Table 3.5, from [OGOR03], summarizes</a:t>
            </a:r>
          </a:p>
          <a:p>
            <a:r>
              <a:rPr lang="en-US"/>
              <a:t>the principal attacks on user authentication, broken down by type of authenticator.</a:t>
            </a:r>
          </a:p>
          <a:p>
            <a:r>
              <a:rPr lang="en-US"/>
              <a:t>Much of the table is self-explanatory. In this section, we expand on some of the</a:t>
            </a:r>
          </a:p>
          <a:p>
            <a:r>
              <a:rPr lang="en-US"/>
              <a:t>table’s entries.</a:t>
            </a:r>
          </a:p>
          <a:p>
            <a:endParaRPr lang="en-US">
              <a:latin typeface="Times New Roman" pitchFamily="-110" charset="0"/>
            </a:endParaRPr>
          </a:p>
          <a:p>
            <a:endParaRPr lang="en-US" dirty="0">
              <a:latin typeface="Times New Roman" pitchFamily="-11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74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D8DB9D91-12A9-6D85-5C4A-107079AA8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3"/>
            <a:ext cx="12192000" cy="684463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0596B2-8BCF-CDB9-86A8-E5F1D3BA8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4144617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 for Presentation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FA1AF5-5DD9-B40B-465B-79A7653C5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550" y="5744152"/>
            <a:ext cx="4660900" cy="3502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Date xx, 202x</a:t>
            </a:r>
          </a:p>
        </p:txBody>
      </p:sp>
    </p:spTree>
    <p:extLst>
      <p:ext uri="{BB962C8B-B14F-4D97-AF65-F5344CB8AC3E}">
        <p14:creationId xmlns:p14="http://schemas.microsoft.com/office/powerpoint/2010/main" val="12167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600200"/>
            <a:ext cx="11277599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1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600200"/>
            <a:ext cx="5638800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D8FF0C6D-7B44-4491-2943-59A5D94A7B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9667" y="1593184"/>
            <a:ext cx="4935132" cy="3892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4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4A8D20-7863-7BFB-62B7-82573F4C0688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0061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25ECA-C5BA-AE0A-264F-72583C103F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51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CF72C4-98D7-9FF3-70FE-096C982889BD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BB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995E"/>
              </a:highligh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8E2CF5-F61B-C587-8CED-45B374FC4C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1238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4A3350B-D6F5-E020-D657-C3F27D9B1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2"/>
            <a:ext cx="12199526" cy="684885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7772414-34C0-529E-33AE-2D9DF25D31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2863661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Divider Title Slide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65473-E2AD-6245-4447-BAEF54B15394}"/>
              </a:ext>
            </a:extLst>
          </p:cNvPr>
          <p:cNvSpPr/>
          <p:nvPr userDrawn="1"/>
        </p:nvSpPr>
        <p:spPr>
          <a:xfrm>
            <a:off x="2428461" y="4275692"/>
            <a:ext cx="7335078" cy="99085"/>
          </a:xfrm>
          <a:prstGeom prst="rect">
            <a:avLst/>
          </a:prstGeom>
          <a:solidFill>
            <a:srgbClr val="006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23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8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57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35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630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77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4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17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639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538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87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09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73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5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1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9" r:id="rId3"/>
    <p:sldLayoutId id="2147483655" r:id="rId4"/>
    <p:sldLayoutId id="2147483658" r:id="rId5"/>
    <p:sldLayoutId id="2147483660" r:id="rId6"/>
    <p:sldLayoutId id="2147483649" r:id="rId7"/>
    <p:sldLayoutId id="2147483663" r:id="rId8"/>
    <p:sldLayoutId id="2147483664" r:id="rId9"/>
    <p:sldLayoutId id="2147483665" r:id="rId10"/>
    <p:sldLayoutId id="21474836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8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rgbClr val="0000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2AD01-B626-8541-DD34-941AFABB4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161824"/>
            <a:ext cx="12192000" cy="650141"/>
          </a:xfrm>
        </p:spPr>
        <p:txBody>
          <a:bodyPr/>
          <a:lstStyle/>
          <a:p>
            <a:r>
              <a:rPr lang="en-US" sz="4800" dirty="0"/>
              <a:t>CEN 3078 Computer Security</a:t>
            </a:r>
            <a:endParaRPr lang="en-US" sz="2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C5A7-CF21-681C-AD2A-CAFD76C83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705" y="5663508"/>
            <a:ext cx="6674590" cy="350227"/>
          </a:xfrm>
        </p:spPr>
        <p:txBody>
          <a:bodyPr/>
          <a:lstStyle/>
          <a:p>
            <a:r>
              <a:rPr lang="en-US" sz="2400" dirty="0"/>
              <a:t>Module 3 – Defense Architectures and Design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5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266992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109382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Need For Firewalls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connectivity is essential</a:t>
            </a:r>
          </a:p>
          <a:p>
            <a:pPr lvl="1"/>
            <a:r>
              <a:rPr lang="en-US" dirty="0"/>
              <a:t>However it creates a threat</a:t>
            </a:r>
          </a:p>
          <a:p>
            <a:endParaRPr lang="en-US" dirty="0"/>
          </a:p>
          <a:p>
            <a:r>
              <a:rPr lang="en-US" dirty="0"/>
              <a:t>Effective means of protecting LANs</a:t>
            </a:r>
          </a:p>
          <a:p>
            <a:endParaRPr lang="en-US" dirty="0"/>
          </a:p>
          <a:p>
            <a:r>
              <a:rPr lang="en-US" dirty="0"/>
              <a:t>Inserted between the premises network and the Internet to establish a controlled link</a:t>
            </a:r>
          </a:p>
          <a:p>
            <a:pPr lvl="1"/>
            <a:r>
              <a:rPr lang="en-US" dirty="0"/>
              <a:t>Can be a single computer system or a set of two or more systems working together</a:t>
            </a:r>
          </a:p>
          <a:p>
            <a:endParaRPr lang="en-US" dirty="0"/>
          </a:p>
          <a:p>
            <a:r>
              <a:rPr lang="en-US" dirty="0"/>
              <a:t>Used as a perimeter defense</a:t>
            </a:r>
          </a:p>
          <a:p>
            <a:pPr lvl="1"/>
            <a:r>
              <a:rPr lang="en-US" dirty="0"/>
              <a:t>Single choke point to impose security and auditing </a:t>
            </a:r>
          </a:p>
          <a:p>
            <a:pPr lvl="1"/>
            <a:r>
              <a:rPr lang="en-US" dirty="0"/>
              <a:t>Insulates the internal systems from external networks</a:t>
            </a:r>
          </a:p>
          <a:p>
            <a:pPr lvl="1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5F6B9E5-9309-644C-9B69-35AF6B6A3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182" y="1505089"/>
            <a:ext cx="2794000" cy="153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98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Firewall Characteristics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Design Goals:</a:t>
            </a:r>
          </a:p>
          <a:p>
            <a:pPr lvl="1"/>
            <a:r>
              <a:rPr lang="en-US" dirty="0"/>
              <a:t>All traffic from inside to outside, and vice versa, must pass through the firewall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Only authorized traffic as defined by the local security policy will be allowed to pass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firewall itself is immune to penetration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Not always true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firewall of a large-sized enterprise network can typically have a ruleset or ACL (Access Control List) comprising 10K+ rules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Last-matching rules are located at the bottom of the ruleset and consume the most CPU processing power of firewalls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If these rules get discovered by an attacker, the attacker can effectively launch a low-rate DoS attack that can bring the firewall to its knees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Countermeasures: Random delay, periodic re-arranging of rules or caching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3C173-F1A7-F74B-B392-EBBF02D00630}"/>
              </a:ext>
            </a:extLst>
          </p:cNvPr>
          <p:cNvSpPr/>
          <p:nvPr/>
        </p:nvSpPr>
        <p:spPr>
          <a:xfrm>
            <a:off x="1981200" y="6286989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K. Salah, K. Sattar, A. </a:t>
            </a:r>
            <a:r>
              <a:rPr lang="en-US" sz="1200" dirty="0" err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Baig</a:t>
            </a: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 </a:t>
            </a:r>
            <a:r>
              <a:rPr lang="en-US" sz="1200" dirty="0" err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Squalli</a:t>
            </a: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P. Calyam, “Resiliency of Popular Network Firewalls against Remote Discovery of Last-Matching Rules”,</a:t>
            </a:r>
            <a:r>
              <a:rPr lang="en-US" sz="1200" i="1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ACM Conference on Security of Information and Networks (SIN)</a:t>
            </a: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2009.</a:t>
            </a:r>
          </a:p>
        </p:txBody>
      </p:sp>
    </p:spTree>
    <p:extLst>
      <p:ext uri="{BB962C8B-B14F-4D97-AF65-F5344CB8AC3E}">
        <p14:creationId xmlns:p14="http://schemas.microsoft.com/office/powerpoint/2010/main" val="368482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Firewall Access Policy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critical component in the planning and implementation of a firewall is specifying a suitable access policy</a:t>
            </a:r>
          </a:p>
          <a:p>
            <a:pPr lvl="1"/>
            <a:r>
              <a:rPr lang="en-US" dirty="0"/>
              <a:t>This lists the types of traffic authorized to pass through the firewall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Includes address ranges, protocols, applications and content types</a:t>
            </a:r>
          </a:p>
          <a:p>
            <a:endParaRPr lang="en-US" dirty="0"/>
          </a:p>
          <a:p>
            <a:r>
              <a:rPr lang="en-US" dirty="0"/>
              <a:t>This policy should be developed from the organization’s information security risk assessment and policy</a:t>
            </a:r>
          </a:p>
          <a:p>
            <a:endParaRPr lang="en-US" dirty="0"/>
          </a:p>
          <a:p>
            <a:r>
              <a:rPr lang="en-US" dirty="0"/>
              <a:t>Should be developed from a broad specification of which traffic types the organization needs to support</a:t>
            </a:r>
          </a:p>
          <a:p>
            <a:pPr lvl="1"/>
            <a:r>
              <a:rPr lang="en-US" dirty="0"/>
              <a:t>Then refined to detail the filter elements which can then be implemented within an appropriate firewall topology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68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Firewall Filter Characteristics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r>
              <a:rPr lang="en-US" dirty="0"/>
              <a:t>Characteristics that a firewall access policy could use to filter traffic include (as per NIST SP 800-41):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4D48259-8ED2-1D42-97A7-423F35CC02C0}"/>
              </a:ext>
            </a:extLst>
          </p:cNvPr>
          <p:cNvGraphicFramePr/>
          <p:nvPr/>
        </p:nvGraphicFramePr>
        <p:xfrm>
          <a:off x="2286000" y="2286000"/>
          <a:ext cx="7772400" cy="43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849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Firewall Capabilities and Limits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4"/>
            <a:ext cx="8229600" cy="526702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Capabilities:</a:t>
            </a:r>
          </a:p>
          <a:p>
            <a:pPr lvl="1"/>
            <a:r>
              <a:rPr lang="en-US" dirty="0"/>
              <a:t>	Defines a single choke point</a:t>
            </a:r>
          </a:p>
          <a:p>
            <a:pPr lvl="1"/>
            <a:r>
              <a:rPr lang="en-US" dirty="0"/>
              <a:t>	Provides a location for monitoring security events</a:t>
            </a:r>
          </a:p>
          <a:p>
            <a:pPr lvl="1"/>
            <a:r>
              <a:rPr lang="en-US" dirty="0"/>
              <a:t>	Convenient platform for several Internet functions that are not security related</a:t>
            </a:r>
          </a:p>
          <a:p>
            <a:pPr lvl="1"/>
            <a:r>
              <a:rPr lang="en-US" dirty="0"/>
              <a:t>	Can serve as the platform for </a:t>
            </a:r>
            <a:r>
              <a:rPr lang="en-US" dirty="0" err="1"/>
              <a:t>IPSec</a:t>
            </a:r>
            <a:endParaRPr lang="en-US" dirty="0"/>
          </a:p>
          <a:p>
            <a:pPr lvl="2"/>
            <a:r>
              <a:rPr lang="en-US" dirty="0" err="1"/>
              <a:t>IPSec</a:t>
            </a:r>
            <a:r>
              <a:rPr lang="en-US" dirty="0"/>
              <a:t> is a standard suite of protocols between 2 communication points across the IP network that provide data authentication, integrity, and confidentiality; It also defines the encrypted, decrypted and authenticated packets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Limitations:</a:t>
            </a:r>
          </a:p>
          <a:p>
            <a:pPr lvl="1"/>
            <a:r>
              <a:rPr lang="en-US" dirty="0"/>
              <a:t>	Cannot protect against attacks bypassing firewall</a:t>
            </a:r>
          </a:p>
          <a:p>
            <a:pPr lvl="1"/>
            <a:r>
              <a:rPr lang="en-US" dirty="0"/>
              <a:t>	May not protect fully against internal threats</a:t>
            </a:r>
          </a:p>
          <a:p>
            <a:pPr lvl="1"/>
            <a:r>
              <a:rPr lang="en-US" dirty="0"/>
              <a:t>	Improperly secured wireless LAN can be accessed from outside the organization</a:t>
            </a:r>
          </a:p>
          <a:p>
            <a:pPr lvl="1"/>
            <a:r>
              <a:rPr lang="en-US" dirty="0"/>
              <a:t>	Laptop, or portable storage device may be infected outside the corporate network then used internally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6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Firewalls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F4B86-2A46-114C-87F0-A38E93DC6A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32" b="37759"/>
          <a:stretch/>
        </p:blipFill>
        <p:spPr>
          <a:xfrm>
            <a:off x="1780219" y="2983487"/>
            <a:ext cx="8631563" cy="373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81188B-EB8E-8942-9D38-F41066EA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682" y="1417638"/>
            <a:ext cx="5850082" cy="189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Firewalls (2)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9461B-0A92-224B-96E0-A6262E30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774" y="1957971"/>
            <a:ext cx="8427027" cy="351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9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Packet Filtering Firewall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Applies rules to each incoming and outgoing IP packet </a:t>
            </a:r>
          </a:p>
          <a:p>
            <a:pPr lvl="1"/>
            <a:r>
              <a:rPr lang="en-US" dirty="0"/>
              <a:t>Typically a list of rules based on matches in the IP or TCP header</a:t>
            </a:r>
          </a:p>
          <a:p>
            <a:pPr lvl="1"/>
            <a:r>
              <a:rPr lang="en-US" dirty="0"/>
              <a:t>Forwards or discards the packet based on rules match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default policies:</a:t>
            </a:r>
          </a:p>
          <a:p>
            <a:pPr lvl="1"/>
            <a:r>
              <a:rPr lang="en-US" dirty="0"/>
              <a:t>Discard - prohibit unless expressly permitted</a:t>
            </a:r>
          </a:p>
          <a:p>
            <a:pPr lvl="2"/>
            <a:r>
              <a:rPr lang="en-US" dirty="0"/>
              <a:t>More conservative, controlled, visible to users</a:t>
            </a:r>
          </a:p>
          <a:p>
            <a:pPr lvl="1"/>
            <a:r>
              <a:rPr lang="en-US" dirty="0"/>
              <a:t>Forward - permit unless expressly prohibited</a:t>
            </a:r>
          </a:p>
          <a:p>
            <a:pPr lvl="2"/>
            <a:r>
              <a:rPr lang="en-US" dirty="0"/>
              <a:t>Easier to manage and use but less secure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4CCD6B5-D06F-8942-9CF7-B3FCC15EF958}"/>
              </a:ext>
            </a:extLst>
          </p:cNvPr>
          <p:cNvGraphicFramePr/>
          <p:nvPr/>
        </p:nvGraphicFramePr>
        <p:xfrm>
          <a:off x="2839620" y="2370789"/>
          <a:ext cx="5959386" cy="1754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99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Packet Filtering Examples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C8C7C1F-A3B0-9B47-86DE-92657AB0A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1187" y="2234947"/>
          <a:ext cx="8560343" cy="268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83076" imgH="1904930" progId="Word.Document.12">
                  <p:embed/>
                </p:oleObj>
              </mc:Choice>
              <mc:Fallback>
                <p:oleObj name="Document" r:id="rId3" imgW="6083076" imgH="1904930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C8C7C1F-A3B0-9B47-86DE-92657AB0AE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187" y="2234947"/>
                        <a:ext cx="8560343" cy="26806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FC79635-D7BC-A540-917D-08CA770F739F}"/>
              </a:ext>
            </a:extLst>
          </p:cNvPr>
          <p:cNvSpPr txBox="1"/>
          <p:nvPr/>
        </p:nvSpPr>
        <p:spPr>
          <a:xfrm>
            <a:off x="3232940" y="4833257"/>
            <a:ext cx="557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see problems with this rule set?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AAB06C-587D-3849-B8C3-101544FBA8D7}"/>
              </a:ext>
            </a:extLst>
          </p:cNvPr>
          <p:cNvSpPr/>
          <p:nvPr/>
        </p:nvSpPr>
        <p:spPr>
          <a:xfrm>
            <a:off x="1741186" y="5175249"/>
            <a:ext cx="864546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400" dirty="0">
                <a:solidFill>
                  <a:prstClr val="black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Rule 4 allows external traffic to any destination port above 1023. As an example of an exploit of this rule, an</a:t>
            </a:r>
          </a:p>
          <a:p>
            <a:pPr defTabSz="457200"/>
            <a:r>
              <a:rPr lang="en-US" sz="1400" dirty="0">
                <a:solidFill>
                  <a:prstClr val="black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external attacker can open a connection from the attacker’s port 5150 to an internal Web proxy server on port 8080. This is supposed to be forbidden and could allow an attack on the server.</a:t>
            </a:r>
          </a:p>
          <a:p>
            <a:pPr defTabSz="457200"/>
            <a:endParaRPr lang="en-US" sz="1400" dirty="0">
              <a:solidFill>
                <a:prstClr val="black"/>
              </a:solidFill>
              <a:latin typeface="Arial" pitchFamily="-110" charset="0"/>
              <a:ea typeface="ＭＳ Ｐゴシック" pitchFamily="-1" charset="-128"/>
            </a:endParaRPr>
          </a:p>
          <a:p>
            <a:pPr defTabSz="457200"/>
            <a:r>
              <a:rPr lang="en-US" sz="1400" dirty="0">
                <a:solidFill>
                  <a:prstClr val="black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To counter this attack, the firewall rule set can be configured with a </a:t>
            </a:r>
            <a:r>
              <a:rPr lang="en-US" sz="1400" b="1" dirty="0">
                <a:solidFill>
                  <a:prstClr val="black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source port field </a:t>
            </a:r>
            <a:r>
              <a:rPr lang="en-US" sz="1400" dirty="0">
                <a:solidFill>
                  <a:prstClr val="black"/>
                </a:solidFill>
                <a:latin typeface="Arial" pitchFamily="-110" charset="0"/>
                <a:ea typeface="ＭＳ Ｐゴシック" pitchFamily="-1" charset="-128"/>
                <a:cs typeface="ＭＳ Ｐゴシック" pitchFamily="-1" charset="-128"/>
              </a:rPr>
              <a:t>for each row. For rules 2 and 4, the source port is set to 25; for rules 1 and 3, the source port is set to &gt;1023.</a:t>
            </a:r>
          </a:p>
          <a:p>
            <a:pPr defTabSz="457200"/>
            <a:endParaRPr lang="en-US" sz="14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059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Packet Filtering Advantages and Weaknesses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8B320C8-ABDA-6944-8FA7-D1E4065A9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95745"/>
            <a:ext cx="8229600" cy="480982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Advantages:</a:t>
            </a:r>
          </a:p>
          <a:p>
            <a:pPr lvl="1"/>
            <a:r>
              <a:rPr lang="en-US" dirty="0"/>
              <a:t>Simplicity</a:t>
            </a:r>
          </a:p>
          <a:p>
            <a:pPr lvl="1"/>
            <a:r>
              <a:rPr lang="en-US" dirty="0"/>
              <a:t>Typically transparent to users and are very fast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Weaknesses:</a:t>
            </a:r>
          </a:p>
          <a:p>
            <a:pPr lvl="1"/>
            <a:r>
              <a:rPr lang="en-US" dirty="0"/>
              <a:t>Cannot prevent attacks that employ application specific vulnerabilities or functions</a:t>
            </a:r>
          </a:p>
          <a:p>
            <a:pPr lvl="1"/>
            <a:r>
              <a:rPr lang="en-US" dirty="0"/>
              <a:t>Limited logging functionality</a:t>
            </a:r>
          </a:p>
          <a:p>
            <a:pPr lvl="1"/>
            <a:r>
              <a:rPr lang="en-US" dirty="0"/>
              <a:t>Do not support advanced user authentication</a:t>
            </a:r>
          </a:p>
          <a:p>
            <a:pPr lvl="1"/>
            <a:r>
              <a:rPr lang="en-US" dirty="0"/>
              <a:t>Vulnerable to attacks on TCP/IP protocol bugs</a:t>
            </a:r>
          </a:p>
          <a:p>
            <a:pPr lvl="1"/>
            <a:r>
              <a:rPr lang="en-US" dirty="0"/>
              <a:t>Improper configuration can lead to breaches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04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Firewalls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F4B86-2A46-114C-87F0-A38E93DC6A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32" b="37759"/>
          <a:stretch/>
        </p:blipFill>
        <p:spPr>
          <a:xfrm>
            <a:off x="1780219" y="2983487"/>
            <a:ext cx="8631563" cy="373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81188B-EB8E-8942-9D38-F41066EA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682" y="1417638"/>
            <a:ext cx="5850082" cy="189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Stateful Inspection Firewall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9C4C5643-C985-CD49-8859-160592D658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75520" y="1628800"/>
          <a:ext cx="8712968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267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 Stateful Firewall Connection State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42DA6F9-30AD-6B4B-A45D-2EABCCCF5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5685" y="1874242"/>
          <a:ext cx="8780631" cy="425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83076" imgH="2946292" progId="Word.Document.12">
                  <p:embed/>
                </p:oleObj>
              </mc:Choice>
              <mc:Fallback>
                <p:oleObj name="Document" r:id="rId3" imgW="6083076" imgH="2946292" progId="Word.Documen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42DA6F9-30AD-6B4B-A45D-2EABCCCF5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685" y="1874242"/>
                        <a:ext cx="8780631" cy="42528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336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Types of Firewalls (2)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9461B-0A92-224B-96E0-A6262E30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774" y="1957971"/>
            <a:ext cx="8427027" cy="351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3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Application-Level Gateway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Also called an application proxy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Acts as a relay of application-level traffic</a:t>
            </a:r>
          </a:p>
          <a:p>
            <a:pPr lvl="1"/>
            <a:r>
              <a:rPr lang="en-US" dirty="0"/>
              <a:t>User contacts gateway using a TCP/IP application</a:t>
            </a:r>
          </a:p>
          <a:p>
            <a:pPr lvl="1"/>
            <a:r>
              <a:rPr lang="en-US" dirty="0"/>
              <a:t>User is authenticated</a:t>
            </a:r>
          </a:p>
          <a:p>
            <a:pPr lvl="1"/>
            <a:r>
              <a:rPr lang="en-US" dirty="0"/>
              <a:t>Gateway contacts application on remote host and relays TCP segments between server and user</a:t>
            </a:r>
          </a:p>
          <a:p>
            <a:endParaRPr lang="en-US" dirty="0"/>
          </a:p>
          <a:p>
            <a:r>
              <a:rPr lang="en-US" dirty="0"/>
              <a:t>Must have proxy code for each application</a:t>
            </a:r>
          </a:p>
          <a:p>
            <a:pPr lvl="1"/>
            <a:r>
              <a:rPr lang="en-US" dirty="0"/>
              <a:t>May restrict application features supported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Tend to be more secure than packet filters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Disadvantage is the additional processing overhead on each connection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51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Circuit-Level Gateway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r>
              <a:rPr lang="en-US" dirty="0"/>
              <a:t>Circuit-level proxy</a:t>
            </a:r>
          </a:p>
          <a:p>
            <a:pPr lvl="1"/>
            <a:r>
              <a:rPr lang="en-US" dirty="0"/>
              <a:t>Sets up two TCP connections, one between itself and a TCP user on an inner host and one on an outside host</a:t>
            </a:r>
          </a:p>
          <a:p>
            <a:pPr lvl="1"/>
            <a:r>
              <a:rPr lang="en-US" dirty="0"/>
              <a:t>Relays TCP segments from one connection to the other without examining contents</a:t>
            </a:r>
          </a:p>
          <a:p>
            <a:pPr lvl="1"/>
            <a:r>
              <a:rPr lang="en-US" dirty="0"/>
              <a:t>Security function consists of determining which connections will be allowed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Typically used when inside users are trusted</a:t>
            </a:r>
          </a:p>
          <a:p>
            <a:pPr lvl="1"/>
            <a:r>
              <a:rPr lang="en-US" dirty="0"/>
              <a:t>May use application-level gateway inbound and circuit-level gateway outbound</a:t>
            </a:r>
          </a:p>
          <a:p>
            <a:pPr lvl="1"/>
            <a:r>
              <a:rPr lang="en-US" dirty="0"/>
              <a:t>Lower overheads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Authentication</a:t>
            </a:r>
            <a:r>
              <a:rPr lang="en-US" sz="3600" dirty="0"/>
              <a:t>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4060411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Authentication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r>
              <a:rPr lang="en-US" dirty="0"/>
              <a:t>The process of establishing confidence in user identities that are presented electronically to an information system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F313B8-A731-A940-80FB-EAC17B1E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228" y="2704807"/>
            <a:ext cx="6578023" cy="34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50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Identification and Authentication Security Requirements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D1821-FE5F-4748-A966-39101DEDA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8"/>
          <a:stretch/>
        </p:blipFill>
        <p:spPr>
          <a:xfrm>
            <a:off x="2468545" y="1932531"/>
            <a:ext cx="7170754" cy="419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50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Authenticating User Identity - Basis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72245D-A307-7244-BFD6-1DB54CEE1339}"/>
              </a:ext>
            </a:extLst>
          </p:cNvPr>
          <p:cNvGrpSpPr/>
          <p:nvPr/>
        </p:nvGrpSpPr>
        <p:grpSpPr>
          <a:xfrm>
            <a:off x="1981202" y="1916811"/>
            <a:ext cx="2057399" cy="3024378"/>
            <a:chOff x="0" y="1440180"/>
            <a:chExt cx="2057399" cy="302437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B8433F-2174-3E4E-8F48-B5B633E2A743}"/>
                </a:ext>
              </a:extLst>
            </p:cNvPr>
            <p:cNvSpPr/>
            <p:nvPr/>
          </p:nvSpPr>
          <p:spPr>
            <a:xfrm>
              <a:off x="0" y="1440180"/>
              <a:ext cx="2057399" cy="3024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1A8130-D7F7-6F4D-8D6D-8C3D031228B5}"/>
                </a:ext>
              </a:extLst>
            </p:cNvPr>
            <p:cNvSpPr txBox="1"/>
            <p:nvPr/>
          </p:nvSpPr>
          <p:spPr>
            <a:xfrm>
              <a:off x="0" y="1440180"/>
              <a:ext cx="2057399" cy="30243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t" anchorCtr="0">
              <a:noAutofit/>
            </a:bodyPr>
            <a:lstStyle/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dirty="0">
                  <a:ln>
                    <a:solidFill>
                      <a:srgbClr val="EEECE1">
                        <a:lumMod val="50000"/>
                      </a:srgbClr>
                    </a:solidFill>
                  </a:ln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the individual knows</a:t>
              </a:r>
            </a:p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Password, PIN, answers to prearranged questions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C7A0A7-D557-4345-A8A3-F23860053D70}"/>
              </a:ext>
            </a:extLst>
          </p:cNvPr>
          <p:cNvGrpSpPr/>
          <p:nvPr/>
        </p:nvGrpSpPr>
        <p:grpSpPr>
          <a:xfrm>
            <a:off x="4038602" y="1916811"/>
            <a:ext cx="2057399" cy="3024378"/>
            <a:chOff x="2057400" y="1440180"/>
            <a:chExt cx="2057399" cy="302437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478692-12BE-7D45-A4A3-43C4F8E7F519}"/>
                </a:ext>
              </a:extLst>
            </p:cNvPr>
            <p:cNvSpPr/>
            <p:nvPr/>
          </p:nvSpPr>
          <p:spPr>
            <a:xfrm>
              <a:off x="2057400" y="1440180"/>
              <a:ext cx="2057399" cy="3024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34EBFE0-F4AF-9B43-A3FE-870F960EC2C4}"/>
                </a:ext>
              </a:extLst>
            </p:cNvPr>
            <p:cNvSpPr txBox="1"/>
            <p:nvPr/>
          </p:nvSpPr>
          <p:spPr>
            <a:xfrm>
              <a:off x="2057400" y="1440180"/>
              <a:ext cx="2057399" cy="30243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t" anchorCtr="0">
              <a:noAutofit/>
            </a:bodyPr>
            <a:lstStyle/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dirty="0">
                  <a:ln>
                    <a:solidFill>
                      <a:srgbClr val="EEECE1">
                        <a:lumMod val="50000"/>
                      </a:srgbClr>
                    </a:solidFill>
                  </a:ln>
                  <a:solidFill>
                    <a:srgbClr val="0432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the individual possesses (token)</a:t>
              </a:r>
            </a:p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Smartphone, electronic keycard, physical key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A24FBD5-6F98-E143-A304-11BC90B923EB}"/>
              </a:ext>
            </a:extLst>
          </p:cNvPr>
          <p:cNvGrpSpPr/>
          <p:nvPr/>
        </p:nvGrpSpPr>
        <p:grpSpPr>
          <a:xfrm>
            <a:off x="6096002" y="1916811"/>
            <a:ext cx="2057399" cy="3024378"/>
            <a:chOff x="4114800" y="1440180"/>
            <a:chExt cx="2057399" cy="302437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0CC6FF-F12C-3F47-884C-1FFAC8973B56}"/>
                </a:ext>
              </a:extLst>
            </p:cNvPr>
            <p:cNvSpPr/>
            <p:nvPr/>
          </p:nvSpPr>
          <p:spPr>
            <a:xfrm>
              <a:off x="4114800" y="1440180"/>
              <a:ext cx="2057399" cy="3024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725BF1-D447-DB4E-9157-36947D8594C8}"/>
                </a:ext>
              </a:extLst>
            </p:cNvPr>
            <p:cNvSpPr txBox="1"/>
            <p:nvPr/>
          </p:nvSpPr>
          <p:spPr>
            <a:xfrm>
              <a:off x="4114800" y="1440180"/>
              <a:ext cx="2057399" cy="30243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t" anchorCtr="0">
              <a:noAutofit/>
            </a:bodyPr>
            <a:lstStyle/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dirty="0">
                  <a:ln>
                    <a:solidFill>
                      <a:srgbClr val="EEECE1">
                        <a:lumMod val="50000"/>
                      </a:srgbClr>
                    </a:solidFill>
                  </a:ln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the individual is (static biometrics)</a:t>
              </a:r>
            </a:p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Fingerprint, retina, face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7A2BC6-C7F4-C446-B212-AB633FB2E501}"/>
              </a:ext>
            </a:extLst>
          </p:cNvPr>
          <p:cNvGrpSpPr/>
          <p:nvPr/>
        </p:nvGrpSpPr>
        <p:grpSpPr>
          <a:xfrm>
            <a:off x="8153401" y="1916811"/>
            <a:ext cx="2057399" cy="3024378"/>
            <a:chOff x="6172199" y="1440180"/>
            <a:chExt cx="2057399" cy="302437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E72AB6-EDE8-2648-807A-EB1ECB29B7A4}"/>
                </a:ext>
              </a:extLst>
            </p:cNvPr>
            <p:cNvSpPr/>
            <p:nvPr/>
          </p:nvSpPr>
          <p:spPr>
            <a:xfrm>
              <a:off x="6172199" y="1440180"/>
              <a:ext cx="2057399" cy="30243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CC45FB-3BF2-8141-937F-41B51BB1FE9D}"/>
                </a:ext>
              </a:extLst>
            </p:cNvPr>
            <p:cNvSpPr txBox="1"/>
            <p:nvPr/>
          </p:nvSpPr>
          <p:spPr>
            <a:xfrm>
              <a:off x="6172199" y="1440180"/>
              <a:ext cx="2057399" cy="30243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t" anchorCtr="0">
              <a:noAutofit/>
            </a:bodyPr>
            <a:lstStyle/>
            <a:p>
              <a:pPr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dirty="0">
                  <a:ln>
                    <a:solidFill>
                      <a:srgbClr val="EEECE1">
                        <a:lumMod val="50000"/>
                      </a:srgbClr>
                    </a:solidFill>
                  </a:ln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Something the individual does (dynamic biometrics) </a:t>
              </a:r>
            </a:p>
            <a:p>
              <a:pPr marL="171450" lvl="1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dirty="0">
                  <a:solidFill>
                    <a:srgbClr val="8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Voice pattern, handwriting, typing rhythm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5942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Multi-factor Authentication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BFAA0D-3D73-284F-AFEA-35A3F7A2D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657" y="1795604"/>
            <a:ext cx="7210687" cy="44101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B9D744-BD36-ED42-AE86-1377BD13BFE5}"/>
              </a:ext>
            </a:extLst>
          </p:cNvPr>
          <p:cNvSpPr/>
          <p:nvPr/>
        </p:nvSpPr>
        <p:spPr>
          <a:xfrm>
            <a:off x="1624484" y="142627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Multifactor authentication refers to the use of more than one of the authentication means 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6584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Risk Assessment for User Authentication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A3C9E68-C55B-0945-B678-7B3B0FAF27C8}"/>
              </a:ext>
            </a:extLst>
          </p:cNvPr>
          <p:cNvGraphicFramePr/>
          <p:nvPr/>
        </p:nvGraphicFramePr>
        <p:xfrm>
          <a:off x="3048000" y="17399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7754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Assurance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8" name="Content Placeholder 20">
            <a:extLst>
              <a:ext uri="{FF2B5EF4-FFF2-40B4-BE49-F238E27FC236}">
                <a16:creationId xmlns:a16="http://schemas.microsoft.com/office/drawing/2014/main" id="{7631E017-ADBB-0E41-99A0-388654039B8A}"/>
              </a:ext>
            </a:extLst>
          </p:cNvPr>
          <p:cNvGraphicFramePr>
            <a:graphicFrameLocks/>
          </p:cNvGraphicFramePr>
          <p:nvPr/>
        </p:nvGraphicFramePr>
        <p:xfrm>
          <a:off x="1981200" y="1340768"/>
          <a:ext cx="82296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8377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Potential Impact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4692072-1778-9547-B94E-968A208143A7}"/>
              </a:ext>
            </a:extLst>
          </p:cNvPr>
          <p:cNvSpPr txBox="1">
            <a:spLocks/>
          </p:cNvSpPr>
          <p:nvPr/>
        </p:nvSpPr>
        <p:spPr>
          <a:xfrm>
            <a:off x="2133600" y="1468735"/>
            <a:ext cx="8229600" cy="4809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</a:rPr>
              <a:t>FIPS 199 defines three levels of potential impact on organizations or individuals should there be a breach of security: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Low</a:t>
            </a:r>
          </a:p>
          <a:p>
            <a:pPr lvl="2"/>
            <a:r>
              <a:rPr lang="en-US" dirty="0">
                <a:solidFill>
                  <a:prstClr val="black"/>
                </a:solidFill>
              </a:rPr>
              <a:t>An authentication error could be expected to have a limited adverse effect on organizational operations, organizational assets, or individuals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Moderate</a:t>
            </a:r>
          </a:p>
          <a:p>
            <a:pPr lvl="2"/>
            <a:r>
              <a:rPr lang="en-US" dirty="0">
                <a:solidFill>
                  <a:prstClr val="black"/>
                </a:solidFill>
              </a:rPr>
              <a:t>An authentication error could be expected to have a serious adverse effect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High </a:t>
            </a:r>
          </a:p>
          <a:p>
            <a:pPr lvl="2"/>
            <a:r>
              <a:rPr lang="en-US" dirty="0">
                <a:solidFill>
                  <a:prstClr val="black"/>
                </a:solidFill>
              </a:rPr>
              <a:t>An authentication error could be expected to have a severe or catastrophic adverse effect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452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Maximum Potential Impacts for Each Assurance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35FA1-C090-FA4C-9EE9-0646576EB4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321" b="11326"/>
          <a:stretch/>
        </p:blipFill>
        <p:spPr>
          <a:xfrm>
            <a:off x="1703513" y="2204864"/>
            <a:ext cx="5400600" cy="2125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D4182-4BA8-A748-9150-384748E011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39" t="-8446" r="59806" b="7012"/>
          <a:stretch/>
        </p:blipFill>
        <p:spPr>
          <a:xfrm>
            <a:off x="7014407" y="1700808"/>
            <a:ext cx="365359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0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Password Cracking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8FF1C1D-B9E2-9643-BE4B-41AB6CF84FED}"/>
              </a:ext>
            </a:extLst>
          </p:cNvPr>
          <p:cNvGraphicFramePr>
            <a:graphicFrameLocks/>
          </p:cNvGraphicFramePr>
          <p:nvPr/>
        </p:nvGraphicFramePr>
        <p:xfrm>
          <a:off x="1775520" y="908720"/>
          <a:ext cx="8748464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1674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Biometric Authentication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4692072-1778-9547-B94E-968A208143A7}"/>
              </a:ext>
            </a:extLst>
          </p:cNvPr>
          <p:cNvSpPr txBox="1">
            <a:spLocks/>
          </p:cNvSpPr>
          <p:nvPr/>
        </p:nvSpPr>
        <p:spPr>
          <a:xfrm>
            <a:off x="2133600" y="1468735"/>
            <a:ext cx="8229600" cy="48098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black"/>
                </a:solidFill>
              </a:rPr>
              <a:t>Attempts to authenticate an individual based on unique physical characteristics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</a:rPr>
              <a:t>Based on pattern recognition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</a:rPr>
              <a:t>Is technically complex and expensive when compared to passwords and tokens</a:t>
            </a:r>
          </a:p>
          <a:p>
            <a:endParaRPr lang="en-US" dirty="0">
              <a:solidFill>
                <a:prstClr val="black"/>
              </a:solidFill>
            </a:endParaRPr>
          </a:p>
          <a:p>
            <a:r>
              <a:rPr lang="en-US" dirty="0">
                <a:solidFill>
                  <a:prstClr val="black"/>
                </a:solidFill>
              </a:rPr>
              <a:t>Physical characteristics used include: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Facial characteristics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Fingerprints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Hand geometry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Retinal pattern 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Iris 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Signature 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Voice</a:t>
            </a:r>
          </a:p>
          <a:p>
            <a:pPr lvl="1"/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2290" name="Picture 2" descr="What are Biometrics and How Do They Work?">
            <a:extLst>
              <a:ext uri="{FF2B5EF4-FFF2-40B4-BE49-F238E27FC236}">
                <a16:creationId xmlns:a16="http://schemas.microsoft.com/office/drawing/2014/main" id="{08E35860-AA30-7E43-A09D-87AA8C19F5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9" t="16703" r="10001" b="8449"/>
          <a:stretch/>
        </p:blipFill>
        <p:spPr bwMode="auto">
          <a:xfrm>
            <a:off x="6945086" y="3429000"/>
            <a:ext cx="3265714" cy="334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100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Biometric Authentication – Cost vs. Accuracy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645F5-5143-0B47-8840-9DD7B22F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618" y="1576233"/>
            <a:ext cx="7171459" cy="439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40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Biometric Authentication – Process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376CF-3E8B-344A-BA97-F8A145151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245" y="1181252"/>
            <a:ext cx="5607432" cy="1799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996736-F5FF-0F42-BF46-25B240EBB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6" y="2980699"/>
            <a:ext cx="5444837" cy="1810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1377B0-07D6-E44F-B985-F2DF51415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5035" y="4853131"/>
            <a:ext cx="5474643" cy="179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37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Authentication Security Issues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B0B7C38-0015-FB46-A53D-BEE4A4FFDDCA}"/>
              </a:ext>
            </a:extLst>
          </p:cNvPr>
          <p:cNvGraphicFramePr/>
          <p:nvPr/>
        </p:nvGraphicFramePr>
        <p:xfrm>
          <a:off x="2746549" y="1436253"/>
          <a:ext cx="7328598" cy="528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8834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Potential Attacks, Susceptible Authenticators, and Typical Defenses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02953-EAC2-9D40-B4AD-394C8F3BB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326"/>
          <a:stretch/>
        </p:blipFill>
        <p:spPr>
          <a:xfrm>
            <a:off x="2633687" y="2132551"/>
            <a:ext cx="6924627" cy="39936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15C443-1701-DE4E-9D69-F8662FF7F63A}"/>
              </a:ext>
            </a:extLst>
          </p:cNvPr>
          <p:cNvSpPr/>
          <p:nvPr/>
        </p:nvSpPr>
        <p:spPr>
          <a:xfrm>
            <a:off x="2509653" y="6194744"/>
            <a:ext cx="7374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 err="1">
                <a:solidFill>
                  <a:prstClr val="white">
                    <a:lumMod val="50000"/>
                  </a:prstClr>
                </a:solidFill>
                <a:latin typeface="Roboto"/>
              </a:rPr>
              <a:t>en·tro·py</a:t>
            </a:r>
            <a:r>
              <a:rPr lang="en-US" dirty="0">
                <a:solidFill>
                  <a:prstClr val="white">
                    <a:lumMod val="50000"/>
                  </a:prstClr>
                </a:solidFill>
                <a:latin typeface="Roboto"/>
              </a:rPr>
              <a:t>: lack of order or predictability; gradual decline into disorder</a:t>
            </a:r>
            <a:endParaRPr lang="en-US" dirty="0">
              <a:solidFill>
                <a:prstClr val="white">
                  <a:lumMod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940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Potential Attacks, Susceptible Authenticators, and Typical Defenses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D8F7-91AB-A648-A005-24B7425A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16335"/>
            <a:ext cx="8229600" cy="4809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02953-EAC2-9D40-B4AD-394C8F3BB4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872"/>
          <a:stretch/>
        </p:blipFill>
        <p:spPr>
          <a:xfrm>
            <a:off x="3342410" y="1923284"/>
            <a:ext cx="5783786" cy="4363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833117-C77A-DB4C-A2BC-59333623C6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6427"/>
          <a:stretch/>
        </p:blipFill>
        <p:spPr>
          <a:xfrm>
            <a:off x="3342411" y="1711762"/>
            <a:ext cx="5783786" cy="27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GCU 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3058</TotalTime>
  <Words>10010</Words>
  <Application>Microsoft Office PowerPoint</Application>
  <PresentationFormat>Widescreen</PresentationFormat>
  <Paragraphs>1098</Paragraphs>
  <Slides>35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Arial</vt:lpstr>
      <vt:lpstr>Calibri</vt:lpstr>
      <vt:lpstr>Roboto</vt:lpstr>
      <vt:lpstr>Times</vt:lpstr>
      <vt:lpstr>Times New Roman</vt:lpstr>
      <vt:lpstr>Office Theme</vt:lpstr>
      <vt:lpstr>1_Office Theme</vt:lpstr>
      <vt:lpstr>Document</vt:lpstr>
      <vt:lpstr>PowerPoint Presentation</vt:lpstr>
      <vt:lpstr>PowerPoint Presentation</vt:lpstr>
      <vt:lpstr>PowerPoint Presentation</vt:lpstr>
      <vt:lpstr>The Need For Firewalls</vt:lpstr>
      <vt:lpstr>Firewall Characteristics</vt:lpstr>
      <vt:lpstr>Firewall Access Policy</vt:lpstr>
      <vt:lpstr>Firewall Filter Characteristics</vt:lpstr>
      <vt:lpstr>Firewall Capabilities and Limits</vt:lpstr>
      <vt:lpstr>Types of Firewalls</vt:lpstr>
      <vt:lpstr>Types of Firewalls (2)</vt:lpstr>
      <vt:lpstr>Packet Filtering Firewall</vt:lpstr>
      <vt:lpstr>Packet Filtering Examples</vt:lpstr>
      <vt:lpstr>Packet Filtering Advantages and Weaknesses</vt:lpstr>
      <vt:lpstr>Types of Firewalls</vt:lpstr>
      <vt:lpstr>Stateful Inspection Firewall</vt:lpstr>
      <vt:lpstr>Example Stateful Firewall Connection State</vt:lpstr>
      <vt:lpstr>Types of Firewalls (2)</vt:lpstr>
      <vt:lpstr>Application-Level Gateway</vt:lpstr>
      <vt:lpstr>Circuit-Level Gateway</vt:lpstr>
      <vt:lpstr>PowerPoint Presentation</vt:lpstr>
      <vt:lpstr>Authentication</vt:lpstr>
      <vt:lpstr>Identification and Authentication Security Requirements</vt:lpstr>
      <vt:lpstr>Authenticating User Identity - Basis</vt:lpstr>
      <vt:lpstr>Multi-factor Authentication</vt:lpstr>
      <vt:lpstr>Risk Assessment for User Authentication</vt:lpstr>
      <vt:lpstr>Assurance Level</vt:lpstr>
      <vt:lpstr>Potential Impact</vt:lpstr>
      <vt:lpstr>Maximum Potential Impacts for Each Assurance Level</vt:lpstr>
      <vt:lpstr>Password Cracking</vt:lpstr>
      <vt:lpstr>Biometric Authentication</vt:lpstr>
      <vt:lpstr>Biometric Authentication – Cost vs. Accuracy</vt:lpstr>
      <vt:lpstr>Biometric Authentication – Process</vt:lpstr>
      <vt:lpstr>Authentication Security Issues</vt:lpstr>
      <vt:lpstr>Potential Attacks, Susceptible Authenticators, and Typical Defenses </vt:lpstr>
      <vt:lpstr>Potential Attacks, Susceptible Authenticators, and Typical Defenses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Patterson, Maria</dc:creator>
  <cp:lastModifiedBy>Qu, Chengyi</cp:lastModifiedBy>
  <cp:revision>32</cp:revision>
  <dcterms:created xsi:type="dcterms:W3CDTF">2022-11-16T16:52:58Z</dcterms:created>
  <dcterms:modified xsi:type="dcterms:W3CDTF">2025-03-10T12:32:13Z</dcterms:modified>
</cp:coreProperties>
</file>
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1267" r:id="rId2"/>
    <p:sldId id="964" r:id="rId3"/>
    <p:sldId id="1268" r:id="rId4"/>
    <p:sldId id="1269" r:id="rId5"/>
    <p:sldId id="1270" r:id="rId6"/>
    <p:sldId id="1272" r:id="rId7"/>
    <p:sldId id="1271" r:id="rId8"/>
    <p:sldId id="1273" r:id="rId9"/>
    <p:sldId id="1274" r:id="rId10"/>
    <p:sldId id="1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99"/>
    <a:srgbClr val="767171"/>
    <a:srgbClr val="009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A95AA0-F6AD-40AD-A011-649BFA975DE0}" v="23" dt="2025-02-06T00:41:41.9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22"/>
    <p:restoredTop sz="94694"/>
  </p:normalViewPr>
  <p:slideViewPr>
    <p:cSldViewPr snapToGrid="0" showGuides="1">
      <p:cViewPr varScale="1">
        <p:scale>
          <a:sx n="152" d="100"/>
          <a:sy n="152" d="100"/>
        </p:scale>
        <p:origin x="1104" y="132"/>
      </p:cViewPr>
      <p:guideLst>
        <p:guide orient="horz" pos="3528"/>
        <p:guide pos="3840"/>
      </p:guideLst>
    </p:cSldViewPr>
  </p:slideViewPr>
  <p:notesTextViewPr>
    <p:cViewPr>
      <p:scale>
        <a:sx n="1" d="1"/>
        <a:sy n="1" d="1"/>
      </p:scale>
      <p:origin x="0" y="0"/>
    </p:cViewPr>
  </p:notesTextViewPr>
  <p:notesViewPr>
    <p:cSldViewPr snapToGrid="0"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 Chengyi" userId="9f02c3db-5b00-4063-9ad4-7cdd84fdd2bb" providerId="ADAL" clId="{FD31D919-629D-4132-B9BD-403978D3AF56}"/>
    <pc:docChg chg="undo custSel addSld delSld modSld sldOrd">
      <pc:chgData name="Qu, Chengyi" userId="9f02c3db-5b00-4063-9ad4-7cdd84fdd2bb" providerId="ADAL" clId="{FD31D919-629D-4132-B9BD-403978D3AF56}" dt="2024-01-07T03:10:15.486" v="754" actId="20577"/>
      <pc:docMkLst>
        <pc:docMk/>
      </pc:docMkLst>
      <pc:sldChg chg="modSp mod">
        <pc:chgData name="Qu, Chengyi" userId="9f02c3db-5b00-4063-9ad4-7cdd84fdd2bb" providerId="ADAL" clId="{FD31D919-629D-4132-B9BD-403978D3AF56}" dt="2024-01-07T02:39:26.106" v="54" actId="20577"/>
        <pc:sldMkLst>
          <pc:docMk/>
          <pc:sldMk cId="553553694" sldId="258"/>
        </pc:sldMkLst>
      </pc:sldChg>
      <pc:sldChg chg="modSp mod">
        <pc:chgData name="Qu, Chengyi" userId="9f02c3db-5b00-4063-9ad4-7cdd84fdd2bb" providerId="ADAL" clId="{FD31D919-629D-4132-B9BD-403978D3AF56}" dt="2024-01-07T02:40:45.867" v="77" actId="20577"/>
        <pc:sldMkLst>
          <pc:docMk/>
          <pc:sldMk cId="4038715374" sldId="1255"/>
        </pc:sldMkLst>
      </pc:sldChg>
      <pc:sldChg chg="modSp mod">
        <pc:chgData name="Qu, Chengyi" userId="9f02c3db-5b00-4063-9ad4-7cdd84fdd2bb" providerId="ADAL" clId="{FD31D919-629D-4132-B9BD-403978D3AF56}" dt="2024-01-07T02:57:46.055" v="320" actId="20577"/>
        <pc:sldMkLst>
          <pc:docMk/>
          <pc:sldMk cId="239755599" sldId="1256"/>
        </pc:sldMkLst>
      </pc:sldChg>
      <pc:sldMasterChg chg="delSldLayout">
        <pc:chgData name="Qu, Chengyi" userId="9f02c3db-5b00-4063-9ad4-7cdd84fdd2bb" providerId="ADAL" clId="{FD31D919-629D-4132-B9BD-403978D3AF56}" dt="2024-01-07T02:40:28.652" v="55" actId="47"/>
        <pc:sldMasterMkLst>
          <pc:docMk/>
          <pc:sldMasterMk cId="2807116942" sldId="2147483648"/>
        </pc:sldMasterMkLst>
      </pc:sldMasterChg>
    </pc:docChg>
  </pc:docChgLst>
  <pc:docChgLst>
    <pc:chgData name="Qu, Chengyi" userId="9f02c3db-5b00-4063-9ad4-7cdd84fdd2bb" providerId="ADAL" clId="{A681B8D5-D3E0-4919-80E1-C5B0C111E548}"/>
    <pc:docChg chg="undo custSel addSld delSld modSld delMainMaster">
      <pc:chgData name="Qu, Chengyi" userId="9f02c3db-5b00-4063-9ad4-7cdd84fdd2bb" providerId="ADAL" clId="{A681B8D5-D3E0-4919-80E1-C5B0C111E548}" dt="2024-02-28T02:54:24.758" v="5803" actId="20577"/>
      <pc:docMkLst>
        <pc:docMk/>
      </pc:docMkLst>
      <pc:sldChg chg="modSp del mod chgLayout">
        <pc:chgData name="Qu, Chengyi" userId="9f02c3db-5b00-4063-9ad4-7cdd84fdd2bb" providerId="ADAL" clId="{A681B8D5-D3E0-4919-80E1-C5B0C111E548}" dt="2024-02-28T00:51:53.714" v="39" actId="47"/>
        <pc:sldMkLst>
          <pc:docMk/>
          <pc:sldMk cId="553553694" sldId="258"/>
        </pc:sldMkLst>
      </pc:sldChg>
      <pc:sldChg chg="del">
        <pc:chgData name="Qu, Chengyi" userId="9f02c3db-5b00-4063-9ad4-7cdd84fdd2bb" providerId="ADAL" clId="{A681B8D5-D3E0-4919-80E1-C5B0C111E548}" dt="2024-02-28T00:58:13.222" v="353" actId="47"/>
        <pc:sldMkLst>
          <pc:docMk/>
          <pc:sldMk cId="0" sldId="261"/>
        </pc:sldMkLst>
      </pc:sldChg>
      <pc:sldChg chg="del">
        <pc:chgData name="Qu, Chengyi" userId="9f02c3db-5b00-4063-9ad4-7cdd84fdd2bb" providerId="ADAL" clId="{A681B8D5-D3E0-4919-80E1-C5B0C111E548}" dt="2024-02-28T00:58:13.222" v="353" actId="47"/>
        <pc:sldMkLst>
          <pc:docMk/>
          <pc:sldMk cId="0" sldId="262"/>
        </pc:sldMkLst>
      </pc:sldChg>
      <pc:sldChg chg="del">
        <pc:chgData name="Qu, Chengyi" userId="9f02c3db-5b00-4063-9ad4-7cdd84fdd2bb" providerId="ADAL" clId="{A681B8D5-D3E0-4919-80E1-C5B0C111E548}" dt="2024-02-28T00:58:13.222" v="353" actId="47"/>
        <pc:sldMkLst>
          <pc:docMk/>
          <pc:sldMk cId="0" sldId="263"/>
        </pc:sldMkLst>
      </pc:sldChg>
      <pc:sldChg chg="del">
        <pc:chgData name="Qu, Chengyi" userId="9f02c3db-5b00-4063-9ad4-7cdd84fdd2bb" providerId="ADAL" clId="{A681B8D5-D3E0-4919-80E1-C5B0C111E548}" dt="2024-02-28T00:58:13.222" v="353" actId="47"/>
        <pc:sldMkLst>
          <pc:docMk/>
          <pc:sldMk cId="0" sldId="264"/>
        </pc:sldMkLst>
      </pc:sldChg>
      <pc:sldChg chg="del">
        <pc:chgData name="Qu, Chengyi" userId="9f02c3db-5b00-4063-9ad4-7cdd84fdd2bb" providerId="ADAL" clId="{A681B8D5-D3E0-4919-80E1-C5B0C111E548}" dt="2024-02-28T00:58:13.222" v="353" actId="47"/>
        <pc:sldMkLst>
          <pc:docMk/>
          <pc:sldMk cId="0" sldId="265"/>
        </pc:sldMkLst>
      </pc:sldChg>
      <pc:sldChg chg="del">
        <pc:chgData name="Qu, Chengyi" userId="9f02c3db-5b00-4063-9ad4-7cdd84fdd2bb" providerId="ADAL" clId="{A681B8D5-D3E0-4919-80E1-C5B0C111E548}" dt="2024-02-28T00:58:13.222" v="353" actId="47"/>
        <pc:sldMkLst>
          <pc:docMk/>
          <pc:sldMk cId="1283235496" sldId="270"/>
        </pc:sldMkLst>
      </pc:sldChg>
      <pc:sldChg chg="del">
        <pc:chgData name="Qu, Chengyi" userId="9f02c3db-5b00-4063-9ad4-7cdd84fdd2bb" providerId="ADAL" clId="{A681B8D5-D3E0-4919-80E1-C5B0C111E548}" dt="2024-02-28T00:58:13.222" v="353" actId="47"/>
        <pc:sldMkLst>
          <pc:docMk/>
          <pc:sldMk cId="1976470243" sldId="271"/>
        </pc:sldMkLst>
      </pc:sldChg>
      <pc:sldChg chg="del">
        <pc:chgData name="Qu, Chengyi" userId="9f02c3db-5b00-4063-9ad4-7cdd84fdd2bb" providerId="ADAL" clId="{A681B8D5-D3E0-4919-80E1-C5B0C111E548}" dt="2024-02-28T00:58:13.222" v="353" actId="47"/>
        <pc:sldMkLst>
          <pc:docMk/>
          <pc:sldMk cId="2385946305" sldId="272"/>
        </pc:sldMkLst>
      </pc:sldChg>
      <pc:sldChg chg="del">
        <pc:chgData name="Qu, Chengyi" userId="9f02c3db-5b00-4063-9ad4-7cdd84fdd2bb" providerId="ADAL" clId="{A681B8D5-D3E0-4919-80E1-C5B0C111E548}" dt="2024-02-28T00:58:13.222" v="353" actId="47"/>
        <pc:sldMkLst>
          <pc:docMk/>
          <pc:sldMk cId="834100436" sldId="273"/>
        </pc:sldMkLst>
      </pc:sldChg>
      <pc:sldChg chg="del">
        <pc:chgData name="Qu, Chengyi" userId="9f02c3db-5b00-4063-9ad4-7cdd84fdd2bb" providerId="ADAL" clId="{A681B8D5-D3E0-4919-80E1-C5B0C111E548}" dt="2024-02-28T00:58:13.222" v="353" actId="47"/>
        <pc:sldMkLst>
          <pc:docMk/>
          <pc:sldMk cId="0" sldId="276"/>
        </pc:sldMkLst>
      </pc:sldChg>
      <pc:sldChg chg="del">
        <pc:chgData name="Qu, Chengyi" userId="9f02c3db-5b00-4063-9ad4-7cdd84fdd2bb" providerId="ADAL" clId="{A681B8D5-D3E0-4919-80E1-C5B0C111E548}" dt="2024-02-28T00:58:13.222" v="353" actId="47"/>
        <pc:sldMkLst>
          <pc:docMk/>
          <pc:sldMk cId="3925861337" sldId="280"/>
        </pc:sldMkLst>
      </pc:sldChg>
      <pc:sldChg chg="del">
        <pc:chgData name="Qu, Chengyi" userId="9f02c3db-5b00-4063-9ad4-7cdd84fdd2bb" providerId="ADAL" clId="{A681B8D5-D3E0-4919-80E1-C5B0C111E548}" dt="2024-02-28T00:58:13.222" v="353" actId="47"/>
        <pc:sldMkLst>
          <pc:docMk/>
          <pc:sldMk cId="1986486448" sldId="281"/>
        </pc:sldMkLst>
      </pc:sldChg>
      <pc:sldChg chg="del">
        <pc:chgData name="Qu, Chengyi" userId="9f02c3db-5b00-4063-9ad4-7cdd84fdd2bb" providerId="ADAL" clId="{A681B8D5-D3E0-4919-80E1-C5B0C111E548}" dt="2024-02-28T00:58:13.222" v="353" actId="47"/>
        <pc:sldMkLst>
          <pc:docMk/>
          <pc:sldMk cId="2836295078" sldId="282"/>
        </pc:sldMkLst>
      </pc:sldChg>
      <pc:sldChg chg="del">
        <pc:chgData name="Qu, Chengyi" userId="9f02c3db-5b00-4063-9ad4-7cdd84fdd2bb" providerId="ADAL" clId="{A681B8D5-D3E0-4919-80E1-C5B0C111E548}" dt="2024-02-28T00:58:13.222" v="353" actId="47"/>
        <pc:sldMkLst>
          <pc:docMk/>
          <pc:sldMk cId="996191177" sldId="332"/>
        </pc:sldMkLst>
      </pc:sldChg>
      <pc:sldChg chg="del">
        <pc:chgData name="Qu, Chengyi" userId="9f02c3db-5b00-4063-9ad4-7cdd84fdd2bb" providerId="ADAL" clId="{A681B8D5-D3E0-4919-80E1-C5B0C111E548}" dt="2024-02-28T00:58:13.222" v="353" actId="47"/>
        <pc:sldMkLst>
          <pc:docMk/>
          <pc:sldMk cId="2088431158" sldId="333"/>
        </pc:sldMkLst>
      </pc:sldChg>
      <pc:sldChg chg="del">
        <pc:chgData name="Qu, Chengyi" userId="9f02c3db-5b00-4063-9ad4-7cdd84fdd2bb" providerId="ADAL" clId="{A681B8D5-D3E0-4919-80E1-C5B0C111E548}" dt="2024-02-28T00:58:13.222" v="353" actId="47"/>
        <pc:sldMkLst>
          <pc:docMk/>
          <pc:sldMk cId="3190255653" sldId="334"/>
        </pc:sldMkLst>
      </pc:sldChg>
      <pc:sldChg chg="del">
        <pc:chgData name="Qu, Chengyi" userId="9f02c3db-5b00-4063-9ad4-7cdd84fdd2bb" providerId="ADAL" clId="{A681B8D5-D3E0-4919-80E1-C5B0C111E548}" dt="2024-02-28T00:58:13.222" v="353" actId="47"/>
        <pc:sldMkLst>
          <pc:docMk/>
          <pc:sldMk cId="4015059804" sldId="335"/>
        </pc:sldMkLst>
      </pc:sldChg>
      <pc:sldChg chg="del">
        <pc:chgData name="Qu, Chengyi" userId="9f02c3db-5b00-4063-9ad4-7cdd84fdd2bb" providerId="ADAL" clId="{A681B8D5-D3E0-4919-80E1-C5B0C111E548}" dt="2024-02-28T00:58:13.222" v="353" actId="47"/>
        <pc:sldMkLst>
          <pc:docMk/>
          <pc:sldMk cId="4242966397" sldId="390"/>
        </pc:sldMkLst>
      </pc:sldChg>
      <pc:sldChg chg="del">
        <pc:chgData name="Qu, Chengyi" userId="9f02c3db-5b00-4063-9ad4-7cdd84fdd2bb" providerId="ADAL" clId="{A681B8D5-D3E0-4919-80E1-C5B0C111E548}" dt="2024-02-28T00:58:13.222" v="353" actId="47"/>
        <pc:sldMkLst>
          <pc:docMk/>
          <pc:sldMk cId="2319081198" sldId="446"/>
        </pc:sldMkLst>
      </pc:sldChg>
      <pc:sldChg chg="del">
        <pc:chgData name="Qu, Chengyi" userId="9f02c3db-5b00-4063-9ad4-7cdd84fdd2bb" providerId="ADAL" clId="{A681B8D5-D3E0-4919-80E1-C5B0C111E548}" dt="2024-02-28T00:58:13.222" v="353" actId="47"/>
        <pc:sldMkLst>
          <pc:docMk/>
          <pc:sldMk cId="626454371" sldId="504"/>
        </pc:sldMkLst>
      </pc:sldChg>
      <pc:sldChg chg="del">
        <pc:chgData name="Qu, Chengyi" userId="9f02c3db-5b00-4063-9ad4-7cdd84fdd2bb" providerId="ADAL" clId="{A681B8D5-D3E0-4919-80E1-C5B0C111E548}" dt="2024-02-28T00:58:13.222" v="353" actId="47"/>
        <pc:sldMkLst>
          <pc:docMk/>
          <pc:sldMk cId="1508545327" sldId="522"/>
        </pc:sldMkLst>
      </pc:sldChg>
      <pc:sldChg chg="del">
        <pc:chgData name="Qu, Chengyi" userId="9f02c3db-5b00-4063-9ad4-7cdd84fdd2bb" providerId="ADAL" clId="{A681B8D5-D3E0-4919-80E1-C5B0C111E548}" dt="2024-02-28T00:58:13.222" v="353" actId="47"/>
        <pc:sldMkLst>
          <pc:docMk/>
          <pc:sldMk cId="854743546" sldId="526"/>
        </pc:sldMkLst>
      </pc:sldChg>
      <pc:sldChg chg="del">
        <pc:chgData name="Qu, Chengyi" userId="9f02c3db-5b00-4063-9ad4-7cdd84fdd2bb" providerId="ADAL" clId="{A681B8D5-D3E0-4919-80E1-C5B0C111E548}" dt="2024-02-28T00:58:13.222" v="353" actId="47"/>
        <pc:sldMkLst>
          <pc:docMk/>
          <pc:sldMk cId="4168855840" sldId="533"/>
        </pc:sldMkLst>
      </pc:sldChg>
      <pc:sldChg chg="del">
        <pc:chgData name="Qu, Chengyi" userId="9f02c3db-5b00-4063-9ad4-7cdd84fdd2bb" providerId="ADAL" clId="{A681B8D5-D3E0-4919-80E1-C5B0C111E548}" dt="2024-02-28T00:58:13.222" v="353" actId="47"/>
        <pc:sldMkLst>
          <pc:docMk/>
          <pc:sldMk cId="1949189601" sldId="573"/>
        </pc:sldMkLst>
      </pc:sldChg>
      <pc:sldChg chg="modSp mod">
        <pc:chgData name="Qu, Chengyi" userId="9f02c3db-5b00-4063-9ad4-7cdd84fdd2bb" providerId="ADAL" clId="{A681B8D5-D3E0-4919-80E1-C5B0C111E548}" dt="2024-02-28T01:55:10.509" v="1634" actId="20577"/>
        <pc:sldMkLst>
          <pc:docMk/>
          <pc:sldMk cId="1987998376" sldId="964"/>
        </pc:sldMkLst>
      </pc:sldChg>
      <pc:sldChg chg="del">
        <pc:chgData name="Qu, Chengyi" userId="9f02c3db-5b00-4063-9ad4-7cdd84fdd2bb" providerId="ADAL" clId="{A681B8D5-D3E0-4919-80E1-C5B0C111E548}" dt="2024-02-28T00:58:13.222" v="353" actId="47"/>
        <pc:sldMkLst>
          <pc:docMk/>
          <pc:sldMk cId="3628008649" sldId="971"/>
        </pc:sldMkLst>
      </pc:sldChg>
      <pc:sldChg chg="del">
        <pc:chgData name="Qu, Chengyi" userId="9f02c3db-5b00-4063-9ad4-7cdd84fdd2bb" providerId="ADAL" clId="{A681B8D5-D3E0-4919-80E1-C5B0C111E548}" dt="2024-02-28T00:58:13.222" v="353" actId="47"/>
        <pc:sldMkLst>
          <pc:docMk/>
          <pc:sldMk cId="3445340925" sldId="972"/>
        </pc:sldMkLst>
      </pc:sldChg>
      <pc:sldChg chg="del">
        <pc:chgData name="Qu, Chengyi" userId="9f02c3db-5b00-4063-9ad4-7cdd84fdd2bb" providerId="ADAL" clId="{A681B8D5-D3E0-4919-80E1-C5B0C111E548}" dt="2024-02-28T00:58:13.222" v="353" actId="47"/>
        <pc:sldMkLst>
          <pc:docMk/>
          <pc:sldMk cId="4038715374" sldId="1255"/>
        </pc:sldMkLst>
      </pc:sldChg>
      <pc:sldChg chg="del">
        <pc:chgData name="Qu, Chengyi" userId="9f02c3db-5b00-4063-9ad4-7cdd84fdd2bb" providerId="ADAL" clId="{A681B8D5-D3E0-4919-80E1-C5B0C111E548}" dt="2024-02-28T00:58:13.222" v="353" actId="47"/>
        <pc:sldMkLst>
          <pc:docMk/>
          <pc:sldMk cId="239755599" sldId="1256"/>
        </pc:sldMkLst>
      </pc:sldChg>
      <pc:sldChg chg="del">
        <pc:chgData name="Qu, Chengyi" userId="9f02c3db-5b00-4063-9ad4-7cdd84fdd2bb" providerId="ADAL" clId="{A681B8D5-D3E0-4919-80E1-C5B0C111E548}" dt="2024-02-28T00:58:13.222" v="353" actId="47"/>
        <pc:sldMkLst>
          <pc:docMk/>
          <pc:sldMk cId="1883330637" sldId="1261"/>
        </pc:sldMkLst>
      </pc:sldChg>
      <pc:sldChg chg="del">
        <pc:chgData name="Qu, Chengyi" userId="9f02c3db-5b00-4063-9ad4-7cdd84fdd2bb" providerId="ADAL" clId="{A681B8D5-D3E0-4919-80E1-C5B0C111E548}" dt="2024-02-28T00:58:13.222" v="353" actId="47"/>
        <pc:sldMkLst>
          <pc:docMk/>
          <pc:sldMk cId="2506038731" sldId="1262"/>
        </pc:sldMkLst>
      </pc:sldChg>
      <pc:sldChg chg="del">
        <pc:chgData name="Qu, Chengyi" userId="9f02c3db-5b00-4063-9ad4-7cdd84fdd2bb" providerId="ADAL" clId="{A681B8D5-D3E0-4919-80E1-C5B0C111E548}" dt="2024-02-28T00:58:13.222" v="353" actId="47"/>
        <pc:sldMkLst>
          <pc:docMk/>
          <pc:sldMk cId="612722790" sldId="1263"/>
        </pc:sldMkLst>
      </pc:sldChg>
      <pc:sldChg chg="del">
        <pc:chgData name="Qu, Chengyi" userId="9f02c3db-5b00-4063-9ad4-7cdd84fdd2bb" providerId="ADAL" clId="{A681B8D5-D3E0-4919-80E1-C5B0C111E548}" dt="2024-02-28T00:58:13.222" v="353" actId="47"/>
        <pc:sldMkLst>
          <pc:docMk/>
          <pc:sldMk cId="84850273" sldId="1264"/>
        </pc:sldMkLst>
      </pc:sldChg>
      <pc:sldChg chg="del">
        <pc:chgData name="Qu, Chengyi" userId="9f02c3db-5b00-4063-9ad4-7cdd84fdd2bb" providerId="ADAL" clId="{A681B8D5-D3E0-4919-80E1-C5B0C111E548}" dt="2024-02-28T00:58:13.222" v="353" actId="47"/>
        <pc:sldMkLst>
          <pc:docMk/>
          <pc:sldMk cId="0" sldId="1266"/>
        </pc:sldMkLst>
      </pc:sldChg>
      <pc:sldChg chg="modSp new mod">
        <pc:chgData name="Qu, Chengyi" userId="9f02c3db-5b00-4063-9ad4-7cdd84fdd2bb" providerId="ADAL" clId="{A681B8D5-D3E0-4919-80E1-C5B0C111E548}" dt="2024-02-28T00:51:49.827" v="38" actId="20577"/>
        <pc:sldMkLst>
          <pc:docMk/>
          <pc:sldMk cId="1540095095" sldId="1267"/>
        </pc:sldMkLst>
      </pc:sldChg>
      <pc:sldChg chg="new del">
        <pc:chgData name="Qu, Chengyi" userId="9f02c3db-5b00-4063-9ad4-7cdd84fdd2bb" providerId="ADAL" clId="{A681B8D5-D3E0-4919-80E1-C5B0C111E548}" dt="2024-02-28T00:58:39.306" v="356" actId="47"/>
        <pc:sldMkLst>
          <pc:docMk/>
          <pc:sldMk cId="2619533499" sldId="1268"/>
        </pc:sldMkLst>
      </pc:sldChg>
      <pc:sldChg chg="addSp delSp modSp new mod modClrScheme chgLayout">
        <pc:chgData name="Qu, Chengyi" userId="9f02c3db-5b00-4063-9ad4-7cdd84fdd2bb" providerId="ADAL" clId="{A681B8D5-D3E0-4919-80E1-C5B0C111E548}" dt="2024-02-28T01:14:19.902" v="812" actId="27636"/>
        <pc:sldMkLst>
          <pc:docMk/>
          <pc:sldMk cId="2052882726" sldId="1269"/>
        </pc:sldMkLst>
      </pc:sldChg>
      <pc:sldChg chg="addSp delSp modSp new mod">
        <pc:chgData name="Qu, Chengyi" userId="9f02c3db-5b00-4063-9ad4-7cdd84fdd2bb" providerId="ADAL" clId="{A681B8D5-D3E0-4919-80E1-C5B0C111E548}" dt="2024-02-28T01:16:15.064" v="821" actId="1076"/>
        <pc:sldMkLst>
          <pc:docMk/>
          <pc:sldMk cId="212478137" sldId="1270"/>
        </pc:sldMkLst>
      </pc:sldChg>
      <pc:sldChg chg="addSp delSp modSp new mod modClrScheme chgLayout">
        <pc:chgData name="Qu, Chengyi" userId="9f02c3db-5b00-4063-9ad4-7cdd84fdd2bb" providerId="ADAL" clId="{A681B8D5-D3E0-4919-80E1-C5B0C111E548}" dt="2024-02-28T01:23:43.817" v="900" actId="1076"/>
        <pc:sldMkLst>
          <pc:docMk/>
          <pc:sldMk cId="138937308" sldId="1271"/>
        </pc:sldMkLst>
      </pc:sldChg>
      <pc:sldChg chg="addSp delSp modSp new mod modClrScheme chgLayout">
        <pc:chgData name="Qu, Chengyi" userId="9f02c3db-5b00-4063-9ad4-7cdd84fdd2bb" providerId="ADAL" clId="{A681B8D5-D3E0-4919-80E1-C5B0C111E548}" dt="2024-02-28T01:39:50.982" v="955" actId="478"/>
        <pc:sldMkLst>
          <pc:docMk/>
          <pc:sldMk cId="1037768067" sldId="1272"/>
        </pc:sldMkLst>
      </pc:sldChg>
      <pc:sldChg chg="delSp modSp new mod modClrScheme chgLayout">
        <pc:chgData name="Qu, Chengyi" userId="9f02c3db-5b00-4063-9ad4-7cdd84fdd2bb" providerId="ADAL" clId="{A681B8D5-D3E0-4919-80E1-C5B0C111E548}" dt="2024-02-28T01:54:55.863" v="1627" actId="20577"/>
        <pc:sldMkLst>
          <pc:docMk/>
          <pc:sldMk cId="4022901261" sldId="1273"/>
        </pc:sldMkLst>
      </pc:sldChg>
      <pc:sldChg chg="modSp add mod">
        <pc:chgData name="Qu, Chengyi" userId="9f02c3db-5b00-4063-9ad4-7cdd84fdd2bb" providerId="ADAL" clId="{A681B8D5-D3E0-4919-80E1-C5B0C111E548}" dt="2024-02-28T02:08:05.962" v="1872" actId="207"/>
        <pc:sldMkLst>
          <pc:docMk/>
          <pc:sldMk cId="405155692" sldId="1274"/>
        </pc:sldMkLst>
      </pc:sldChg>
      <pc:sldChg chg="modSp add mod">
        <pc:chgData name="Qu, Chengyi" userId="9f02c3db-5b00-4063-9ad4-7cdd84fdd2bb" providerId="ADAL" clId="{A681B8D5-D3E0-4919-80E1-C5B0C111E548}" dt="2024-02-28T01:55:26.170" v="1637" actId="207"/>
        <pc:sldMkLst>
          <pc:docMk/>
          <pc:sldMk cId="2191739979" sldId="1275"/>
        </pc:sldMkLst>
      </pc:sldChg>
      <pc:sldChg chg="addSp delSp modSp new mod modClrScheme chgLayout">
        <pc:chgData name="Qu, Chengyi" userId="9f02c3db-5b00-4063-9ad4-7cdd84fdd2bb" providerId="ADAL" clId="{A681B8D5-D3E0-4919-80E1-C5B0C111E548}" dt="2024-02-28T02:07:30.624" v="1870" actId="1076"/>
        <pc:sldMkLst>
          <pc:docMk/>
          <pc:sldMk cId="4157881654" sldId="1276"/>
        </pc:sldMkLst>
      </pc:sldChg>
      <pc:sldChg chg="modSp new mod">
        <pc:chgData name="Qu, Chengyi" userId="9f02c3db-5b00-4063-9ad4-7cdd84fdd2bb" providerId="ADAL" clId="{A681B8D5-D3E0-4919-80E1-C5B0C111E548}" dt="2024-02-28T02:11:01.006" v="1973" actId="1076"/>
        <pc:sldMkLst>
          <pc:docMk/>
          <pc:sldMk cId="146075049" sldId="1277"/>
        </pc:sldMkLst>
      </pc:sldChg>
      <pc:sldChg chg="modSp add mod">
        <pc:chgData name="Qu, Chengyi" userId="9f02c3db-5b00-4063-9ad4-7cdd84fdd2bb" providerId="ADAL" clId="{A681B8D5-D3E0-4919-80E1-C5B0C111E548}" dt="2024-02-28T02:08:26.580" v="1874" actId="207"/>
        <pc:sldMkLst>
          <pc:docMk/>
          <pc:sldMk cId="959839137" sldId="1278"/>
        </pc:sldMkLst>
      </pc:sldChg>
      <pc:sldChg chg="addSp delSp modSp new mod">
        <pc:chgData name="Qu, Chengyi" userId="9f02c3db-5b00-4063-9ad4-7cdd84fdd2bb" providerId="ADAL" clId="{A681B8D5-D3E0-4919-80E1-C5B0C111E548}" dt="2024-02-28T02:13:50.474" v="2016" actId="20577"/>
        <pc:sldMkLst>
          <pc:docMk/>
          <pc:sldMk cId="1280740602" sldId="1279"/>
        </pc:sldMkLst>
      </pc:sldChg>
      <pc:sldChg chg="modSp new mod">
        <pc:chgData name="Qu, Chengyi" userId="9f02c3db-5b00-4063-9ad4-7cdd84fdd2bb" providerId="ADAL" clId="{A681B8D5-D3E0-4919-80E1-C5B0C111E548}" dt="2024-02-28T02:29:36.048" v="3763" actId="20577"/>
        <pc:sldMkLst>
          <pc:docMk/>
          <pc:sldMk cId="4161947085" sldId="1280"/>
        </pc:sldMkLst>
      </pc:sldChg>
      <pc:sldChg chg="modSp add mod">
        <pc:chgData name="Qu, Chengyi" userId="9f02c3db-5b00-4063-9ad4-7cdd84fdd2bb" providerId="ADAL" clId="{A681B8D5-D3E0-4919-80E1-C5B0C111E548}" dt="2024-02-28T02:16:02.307" v="2019" actId="207"/>
        <pc:sldMkLst>
          <pc:docMk/>
          <pc:sldMk cId="949571628" sldId="1281"/>
        </pc:sldMkLst>
      </pc:sldChg>
      <pc:sldChg chg="modSp new mod">
        <pc:chgData name="Qu, Chengyi" userId="9f02c3db-5b00-4063-9ad4-7cdd84fdd2bb" providerId="ADAL" clId="{A681B8D5-D3E0-4919-80E1-C5B0C111E548}" dt="2024-02-28T02:54:24.758" v="5803" actId="20577"/>
        <pc:sldMkLst>
          <pc:docMk/>
          <pc:sldMk cId="3677976281" sldId="1282"/>
        </pc:sldMkLst>
      </pc:sldChg>
      <pc:sldChg chg="modSp new mod">
        <pc:chgData name="Qu, Chengyi" userId="9f02c3db-5b00-4063-9ad4-7cdd84fdd2bb" providerId="ADAL" clId="{A681B8D5-D3E0-4919-80E1-C5B0C111E548}" dt="2024-02-28T02:36:12.485" v="4334" actId="20577"/>
        <pc:sldMkLst>
          <pc:docMk/>
          <pc:sldMk cId="4114087111" sldId="1283"/>
        </pc:sldMkLst>
      </pc:sldChg>
      <pc:sldChg chg="addSp delSp modSp new mod modClrScheme chgLayout">
        <pc:chgData name="Qu, Chengyi" userId="9f02c3db-5b00-4063-9ad4-7cdd84fdd2bb" providerId="ADAL" clId="{A681B8D5-D3E0-4919-80E1-C5B0C111E548}" dt="2024-02-28T02:38:06.488" v="4438" actId="20577"/>
        <pc:sldMkLst>
          <pc:docMk/>
          <pc:sldMk cId="4130976894" sldId="1284"/>
        </pc:sldMkLst>
      </pc:sldChg>
      <pc:sldChg chg="modSp add mod">
        <pc:chgData name="Qu, Chengyi" userId="9f02c3db-5b00-4063-9ad4-7cdd84fdd2bb" providerId="ADAL" clId="{A681B8D5-D3E0-4919-80E1-C5B0C111E548}" dt="2024-02-28T02:37:06.148" v="4337" actId="207"/>
        <pc:sldMkLst>
          <pc:docMk/>
          <pc:sldMk cId="3375103131" sldId="1285"/>
        </pc:sldMkLst>
      </pc:sldChg>
      <pc:sldChg chg="addSp delSp modSp new mod modClrScheme chgLayout">
        <pc:chgData name="Qu, Chengyi" userId="9f02c3db-5b00-4063-9ad4-7cdd84fdd2bb" providerId="ADAL" clId="{A681B8D5-D3E0-4919-80E1-C5B0C111E548}" dt="2024-02-28T02:41:15.144" v="4963" actId="20577"/>
        <pc:sldMkLst>
          <pc:docMk/>
          <pc:sldMk cId="3221475082" sldId="1286"/>
        </pc:sldMkLst>
      </pc:sldChg>
      <pc:sldChg chg="modSp new mod">
        <pc:chgData name="Qu, Chengyi" userId="9f02c3db-5b00-4063-9ad4-7cdd84fdd2bb" providerId="ADAL" clId="{A681B8D5-D3E0-4919-80E1-C5B0C111E548}" dt="2024-02-28T02:44:49.220" v="5373" actId="20577"/>
        <pc:sldMkLst>
          <pc:docMk/>
          <pc:sldMk cId="3120525038" sldId="1287"/>
        </pc:sldMkLst>
      </pc:sldChg>
      <pc:sldChg chg="modSp new del mod">
        <pc:chgData name="Qu, Chengyi" userId="9f02c3db-5b00-4063-9ad4-7cdd84fdd2bb" providerId="ADAL" clId="{A681B8D5-D3E0-4919-80E1-C5B0C111E548}" dt="2024-02-28T02:44:05.373" v="5358" actId="47"/>
        <pc:sldMkLst>
          <pc:docMk/>
          <pc:sldMk cId="3619582864" sldId="1287"/>
        </pc:sldMkLst>
      </pc:sldChg>
      <pc:sldChg chg="addSp modSp new mod">
        <pc:chgData name="Qu, Chengyi" userId="9f02c3db-5b00-4063-9ad4-7cdd84fdd2bb" providerId="ADAL" clId="{A681B8D5-D3E0-4919-80E1-C5B0C111E548}" dt="2024-02-28T02:52:01.452" v="5725" actId="20577"/>
        <pc:sldMkLst>
          <pc:docMk/>
          <pc:sldMk cId="2588792380" sldId="1288"/>
        </pc:sldMkLst>
      </pc:sldChg>
      <pc:sldChg chg="add del">
        <pc:chgData name="Qu, Chengyi" userId="9f02c3db-5b00-4063-9ad4-7cdd84fdd2bb" providerId="ADAL" clId="{A681B8D5-D3E0-4919-80E1-C5B0C111E548}" dt="2024-02-28T02:53:20.726" v="5802" actId="47"/>
        <pc:sldMkLst>
          <pc:docMk/>
          <pc:sldMk cId="4171769716" sldId="1289"/>
        </pc:sldMkLst>
      </pc:sldChg>
      <pc:sldChg chg="modSp new mod">
        <pc:chgData name="Qu, Chengyi" userId="9f02c3db-5b00-4063-9ad4-7cdd84fdd2bb" providerId="ADAL" clId="{A681B8D5-D3E0-4919-80E1-C5B0C111E548}" dt="2024-02-28T02:53:17.630" v="5801" actId="114"/>
        <pc:sldMkLst>
          <pc:docMk/>
          <pc:sldMk cId="38322588" sldId="1290"/>
        </pc:sldMkLst>
      </pc:sldChg>
      <pc:sldMasterChg chg="del delSldLayout">
        <pc:chgData name="Qu, Chengyi" userId="9f02c3db-5b00-4063-9ad4-7cdd84fdd2bb" providerId="ADAL" clId="{A681B8D5-D3E0-4919-80E1-C5B0C111E548}" dt="2024-02-28T00:58:13.222" v="353" actId="47"/>
        <pc:sldMasterMkLst>
          <pc:docMk/>
          <pc:sldMasterMk cId="481874104" sldId="2147483667"/>
        </pc:sldMasterMkLst>
        <pc:sldLayoutChg chg="del">
          <pc:chgData name="Qu, Chengyi" userId="9f02c3db-5b00-4063-9ad4-7cdd84fdd2bb" providerId="ADAL" clId="{A681B8D5-D3E0-4919-80E1-C5B0C111E548}" dt="2024-02-28T00:58:13.222" v="353" actId="47"/>
          <pc:sldLayoutMkLst>
            <pc:docMk/>
            <pc:sldMasterMk cId="481874104" sldId="2147483667"/>
            <pc:sldLayoutMk cId="3790666592" sldId="2147483668"/>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3974852885" sldId="2147483669"/>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365228270" sldId="2147483670"/>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832629846" sldId="2147483671"/>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866846496" sldId="2147483672"/>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608458951" sldId="2147483673"/>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844881848" sldId="2147483674"/>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555211856" sldId="2147483675"/>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098067528" sldId="2147483676"/>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926623382" sldId="2147483677"/>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2049911616" sldId="2147483678"/>
          </pc:sldLayoutMkLst>
        </pc:sldLayoutChg>
        <pc:sldLayoutChg chg="del">
          <pc:chgData name="Qu, Chengyi" userId="9f02c3db-5b00-4063-9ad4-7cdd84fdd2bb" providerId="ADAL" clId="{A681B8D5-D3E0-4919-80E1-C5B0C111E548}" dt="2024-02-28T00:58:13.222" v="353" actId="47"/>
          <pc:sldLayoutMkLst>
            <pc:docMk/>
            <pc:sldMasterMk cId="481874104" sldId="2147483667"/>
            <pc:sldLayoutMk cId="188227722" sldId="2147483679"/>
          </pc:sldLayoutMkLst>
        </pc:sldLayoutChg>
      </pc:sldMasterChg>
    </pc:docChg>
  </pc:docChgLst>
  <pc:docChgLst>
    <pc:chgData name="Qu, Chengyi" userId="9f02c3db-5b00-4063-9ad4-7cdd84fdd2bb" providerId="ADAL" clId="{7DA95AA0-F6AD-40AD-A011-649BFA975DE0}"/>
    <pc:docChg chg="undo custSel addSld delSld modSld">
      <pc:chgData name="Qu, Chengyi" userId="9f02c3db-5b00-4063-9ad4-7cdd84fdd2bb" providerId="ADAL" clId="{7DA95AA0-F6AD-40AD-A011-649BFA975DE0}" dt="2025-02-06T00:41:41.969" v="2357"/>
      <pc:docMkLst>
        <pc:docMk/>
      </pc:docMkLst>
      <pc:sldChg chg="modSp mod">
        <pc:chgData name="Qu, Chengyi" userId="9f02c3db-5b00-4063-9ad4-7cdd84fdd2bb" providerId="ADAL" clId="{7DA95AA0-F6AD-40AD-A011-649BFA975DE0}" dt="2025-02-06T00:16:42.438" v="143" actId="1076"/>
        <pc:sldMkLst>
          <pc:docMk/>
          <pc:sldMk cId="1987998376" sldId="964"/>
        </pc:sldMkLst>
        <pc:spChg chg="mod">
          <ac:chgData name="Qu, Chengyi" userId="9f02c3db-5b00-4063-9ad4-7cdd84fdd2bb" providerId="ADAL" clId="{7DA95AA0-F6AD-40AD-A011-649BFA975DE0}" dt="2025-02-06T00:16:42.438" v="143" actId="1076"/>
          <ac:spMkLst>
            <pc:docMk/>
            <pc:sldMk cId="1987998376" sldId="964"/>
            <ac:spMk id="5" creationId="{9DA21398-CE95-4290-A860-E1477BCE3728}"/>
          </ac:spMkLst>
        </pc:spChg>
        <pc:spChg chg="mod">
          <ac:chgData name="Qu, Chengyi" userId="9f02c3db-5b00-4063-9ad4-7cdd84fdd2bb" providerId="ADAL" clId="{7DA95AA0-F6AD-40AD-A011-649BFA975DE0}" dt="2025-02-06T00:15:30.711" v="42"/>
          <ac:spMkLst>
            <pc:docMk/>
            <pc:sldMk cId="1987998376" sldId="964"/>
            <ac:spMk id="7" creationId="{71758D06-223B-4ABB-B038-E5907DC0A6EF}"/>
          </ac:spMkLst>
        </pc:spChg>
      </pc:sldChg>
      <pc:sldChg chg="modSp mod">
        <pc:chgData name="Qu, Chengyi" userId="9f02c3db-5b00-4063-9ad4-7cdd84fdd2bb" providerId="ADAL" clId="{7DA95AA0-F6AD-40AD-A011-649BFA975DE0}" dt="2025-02-06T00:15:21.311" v="40" actId="20577"/>
        <pc:sldMkLst>
          <pc:docMk/>
          <pc:sldMk cId="1540095095" sldId="1267"/>
        </pc:sldMkLst>
        <pc:spChg chg="mod">
          <ac:chgData name="Qu, Chengyi" userId="9f02c3db-5b00-4063-9ad4-7cdd84fdd2bb" providerId="ADAL" clId="{7DA95AA0-F6AD-40AD-A011-649BFA975DE0}" dt="2025-02-06T00:15:21.311" v="40" actId="20577"/>
          <ac:spMkLst>
            <pc:docMk/>
            <pc:sldMk cId="1540095095" sldId="1267"/>
            <ac:spMk id="2" creationId="{F69F3848-C4AB-A357-A9D7-DCEE0A411F90}"/>
          </ac:spMkLst>
        </pc:spChg>
      </pc:sldChg>
      <pc:sldChg chg="addSp delSp modSp new mod modClrScheme chgLayout">
        <pc:chgData name="Qu, Chengyi" userId="9f02c3db-5b00-4063-9ad4-7cdd84fdd2bb" providerId="ADAL" clId="{7DA95AA0-F6AD-40AD-A011-649BFA975DE0}" dt="2025-02-06T00:17:39.255" v="171" actId="1076"/>
        <pc:sldMkLst>
          <pc:docMk/>
          <pc:sldMk cId="3675545931" sldId="1268"/>
        </pc:sldMkLst>
        <pc:spChg chg="mod ord">
          <ac:chgData name="Qu, Chengyi" userId="9f02c3db-5b00-4063-9ad4-7cdd84fdd2bb" providerId="ADAL" clId="{7DA95AA0-F6AD-40AD-A011-649BFA975DE0}" dt="2025-02-06T00:16:52.251" v="146" actId="700"/>
          <ac:spMkLst>
            <pc:docMk/>
            <pc:sldMk cId="3675545931" sldId="1268"/>
            <ac:spMk id="2" creationId="{D402A585-E951-ECBD-793B-D0C00A66946F}"/>
          </ac:spMkLst>
        </pc:spChg>
        <pc:spChg chg="del mod ord">
          <ac:chgData name="Qu, Chengyi" userId="9f02c3db-5b00-4063-9ad4-7cdd84fdd2bb" providerId="ADAL" clId="{7DA95AA0-F6AD-40AD-A011-649BFA975DE0}" dt="2025-02-06T00:16:52.251" v="146" actId="700"/>
          <ac:spMkLst>
            <pc:docMk/>
            <pc:sldMk cId="3675545931" sldId="1268"/>
            <ac:spMk id="3" creationId="{52DE419F-BD47-799B-32D1-405ACBE15ADE}"/>
          </ac:spMkLst>
        </pc:spChg>
        <pc:spChg chg="add mod ord">
          <ac:chgData name="Qu, Chengyi" userId="9f02c3db-5b00-4063-9ad4-7cdd84fdd2bb" providerId="ADAL" clId="{7DA95AA0-F6AD-40AD-A011-649BFA975DE0}" dt="2025-02-06T00:17:07.186" v="160" actId="20577"/>
          <ac:spMkLst>
            <pc:docMk/>
            <pc:sldMk cId="3675545931" sldId="1268"/>
            <ac:spMk id="4" creationId="{F847D8E4-3545-6681-C9FF-000018B95B98}"/>
          </ac:spMkLst>
        </pc:spChg>
        <pc:spChg chg="add mod ord">
          <ac:chgData name="Qu, Chengyi" userId="9f02c3db-5b00-4063-9ad4-7cdd84fdd2bb" providerId="ADAL" clId="{7DA95AA0-F6AD-40AD-A011-649BFA975DE0}" dt="2025-02-06T00:17:35.479" v="169" actId="1076"/>
          <ac:spMkLst>
            <pc:docMk/>
            <pc:sldMk cId="3675545931" sldId="1268"/>
            <ac:spMk id="5" creationId="{DDCD8E98-30DA-DDBB-6027-31ED6066871E}"/>
          </ac:spMkLst>
        </pc:spChg>
        <pc:spChg chg="add mod">
          <ac:chgData name="Qu, Chengyi" userId="9f02c3db-5b00-4063-9ad4-7cdd84fdd2bb" providerId="ADAL" clId="{7DA95AA0-F6AD-40AD-A011-649BFA975DE0}" dt="2025-02-06T00:17:39.255" v="171" actId="1076"/>
          <ac:spMkLst>
            <pc:docMk/>
            <pc:sldMk cId="3675545931" sldId="1268"/>
            <ac:spMk id="7" creationId="{B04840D9-C36E-DEB5-9B49-F4F031B427DE}"/>
          </ac:spMkLst>
        </pc:spChg>
        <pc:picChg chg="add mod">
          <ac:chgData name="Qu, Chengyi" userId="9f02c3db-5b00-4063-9ad4-7cdd84fdd2bb" providerId="ADAL" clId="{7DA95AA0-F6AD-40AD-A011-649BFA975DE0}" dt="2025-02-06T00:17:36.493" v="170" actId="1076"/>
          <ac:picMkLst>
            <pc:docMk/>
            <pc:sldMk cId="3675545931" sldId="1268"/>
            <ac:picMk id="1026" creationId="{003ABCCD-037A-A30B-C3DB-E07D7DF03E5A}"/>
          </ac:picMkLst>
        </pc:picChg>
      </pc:sldChg>
      <pc:sldChg chg="del">
        <pc:chgData name="Qu, Chengyi" userId="9f02c3db-5b00-4063-9ad4-7cdd84fdd2bb" providerId="ADAL" clId="{7DA95AA0-F6AD-40AD-A011-649BFA975DE0}" dt="2025-02-06T00:16:47.220" v="144" actId="47"/>
        <pc:sldMkLst>
          <pc:docMk/>
          <pc:sldMk cId="2052882726" sldId="1269"/>
        </pc:sldMkLst>
      </pc:sldChg>
      <pc:sldChg chg="modSp new mod">
        <pc:chgData name="Qu, Chengyi" userId="9f02c3db-5b00-4063-9ad4-7cdd84fdd2bb" providerId="ADAL" clId="{7DA95AA0-F6AD-40AD-A011-649BFA975DE0}" dt="2025-02-06T00:21:06.190" v="379" actId="20577"/>
        <pc:sldMkLst>
          <pc:docMk/>
          <pc:sldMk cId="2298074960" sldId="1269"/>
        </pc:sldMkLst>
        <pc:spChg chg="mod">
          <ac:chgData name="Qu, Chengyi" userId="9f02c3db-5b00-4063-9ad4-7cdd84fdd2bb" providerId="ADAL" clId="{7DA95AA0-F6AD-40AD-A011-649BFA975DE0}" dt="2025-02-06T00:17:48.625" v="185" actId="20577"/>
          <ac:spMkLst>
            <pc:docMk/>
            <pc:sldMk cId="2298074960" sldId="1269"/>
            <ac:spMk id="3" creationId="{B6379221-84A9-033B-87C7-5EEA99B8D322}"/>
          </ac:spMkLst>
        </pc:spChg>
        <pc:spChg chg="mod">
          <ac:chgData name="Qu, Chengyi" userId="9f02c3db-5b00-4063-9ad4-7cdd84fdd2bb" providerId="ADAL" clId="{7DA95AA0-F6AD-40AD-A011-649BFA975DE0}" dt="2025-02-06T00:21:06.190" v="379" actId="20577"/>
          <ac:spMkLst>
            <pc:docMk/>
            <pc:sldMk cId="2298074960" sldId="1269"/>
            <ac:spMk id="4" creationId="{9983217B-9128-9290-A1AD-1B1EA11B855D}"/>
          </ac:spMkLst>
        </pc:spChg>
      </pc:sldChg>
      <pc:sldChg chg="del">
        <pc:chgData name="Qu, Chengyi" userId="9f02c3db-5b00-4063-9ad4-7cdd84fdd2bb" providerId="ADAL" clId="{7DA95AA0-F6AD-40AD-A011-649BFA975DE0}" dt="2025-02-06T00:16:47.220" v="144" actId="47"/>
        <pc:sldMkLst>
          <pc:docMk/>
          <pc:sldMk cId="212478137" sldId="1270"/>
        </pc:sldMkLst>
      </pc:sldChg>
      <pc:sldChg chg="modSp new mod">
        <pc:chgData name="Qu, Chengyi" userId="9f02c3db-5b00-4063-9ad4-7cdd84fdd2bb" providerId="ADAL" clId="{7DA95AA0-F6AD-40AD-A011-649BFA975DE0}" dt="2025-02-06T00:22:12.369" v="403"/>
        <pc:sldMkLst>
          <pc:docMk/>
          <pc:sldMk cId="1653707581" sldId="1270"/>
        </pc:sldMkLst>
        <pc:spChg chg="mod">
          <ac:chgData name="Qu, Chengyi" userId="9f02c3db-5b00-4063-9ad4-7cdd84fdd2bb" providerId="ADAL" clId="{7DA95AA0-F6AD-40AD-A011-649BFA975DE0}" dt="2025-02-06T00:21:19.063" v="401" actId="20577"/>
          <ac:spMkLst>
            <pc:docMk/>
            <pc:sldMk cId="1653707581" sldId="1270"/>
            <ac:spMk id="3" creationId="{77DF7B71-8798-87A4-5393-5669CAF0DF0F}"/>
          </ac:spMkLst>
        </pc:spChg>
        <pc:spChg chg="mod">
          <ac:chgData name="Qu, Chengyi" userId="9f02c3db-5b00-4063-9ad4-7cdd84fdd2bb" providerId="ADAL" clId="{7DA95AA0-F6AD-40AD-A011-649BFA975DE0}" dt="2025-02-06T00:22:12.369" v="403"/>
          <ac:spMkLst>
            <pc:docMk/>
            <pc:sldMk cId="1653707581" sldId="1270"/>
            <ac:spMk id="4" creationId="{75546711-097A-0870-43D7-019B3ABB0B0C}"/>
          </ac:spMkLst>
        </pc:spChg>
      </pc:sldChg>
      <pc:sldChg chg="del">
        <pc:chgData name="Qu, Chengyi" userId="9f02c3db-5b00-4063-9ad4-7cdd84fdd2bb" providerId="ADAL" clId="{7DA95AA0-F6AD-40AD-A011-649BFA975DE0}" dt="2025-02-06T00:16:47.220" v="144" actId="47"/>
        <pc:sldMkLst>
          <pc:docMk/>
          <pc:sldMk cId="138937308" sldId="1271"/>
        </pc:sldMkLst>
      </pc:sldChg>
      <pc:sldChg chg="modSp new mod">
        <pc:chgData name="Qu, Chengyi" userId="9f02c3db-5b00-4063-9ad4-7cdd84fdd2bb" providerId="ADAL" clId="{7DA95AA0-F6AD-40AD-A011-649BFA975DE0}" dt="2025-02-06T00:26:28.770" v="891" actId="20577"/>
        <pc:sldMkLst>
          <pc:docMk/>
          <pc:sldMk cId="1112131632" sldId="1271"/>
        </pc:sldMkLst>
        <pc:spChg chg="mod">
          <ac:chgData name="Qu, Chengyi" userId="9f02c3db-5b00-4063-9ad4-7cdd84fdd2bb" providerId="ADAL" clId="{7DA95AA0-F6AD-40AD-A011-649BFA975DE0}" dt="2025-02-06T00:22:43.981" v="467" actId="20577"/>
          <ac:spMkLst>
            <pc:docMk/>
            <pc:sldMk cId="1112131632" sldId="1271"/>
            <ac:spMk id="3" creationId="{D5DE4B8E-758C-AA41-ABAB-4331E2FB3131}"/>
          </ac:spMkLst>
        </pc:spChg>
        <pc:spChg chg="mod">
          <ac:chgData name="Qu, Chengyi" userId="9f02c3db-5b00-4063-9ad4-7cdd84fdd2bb" providerId="ADAL" clId="{7DA95AA0-F6AD-40AD-A011-649BFA975DE0}" dt="2025-02-06T00:26:28.770" v="891" actId="20577"/>
          <ac:spMkLst>
            <pc:docMk/>
            <pc:sldMk cId="1112131632" sldId="1271"/>
            <ac:spMk id="4" creationId="{04E5D19F-0813-B94F-B1C6-DCE1DF2F416E}"/>
          </ac:spMkLst>
        </pc:spChg>
      </pc:sldChg>
      <pc:sldChg chg="del">
        <pc:chgData name="Qu, Chengyi" userId="9f02c3db-5b00-4063-9ad4-7cdd84fdd2bb" providerId="ADAL" clId="{7DA95AA0-F6AD-40AD-A011-649BFA975DE0}" dt="2025-02-06T00:16:47.220" v="144" actId="47"/>
        <pc:sldMkLst>
          <pc:docMk/>
          <pc:sldMk cId="1037768067" sldId="1272"/>
        </pc:sldMkLst>
      </pc:sldChg>
      <pc:sldChg chg="addSp modSp new mod">
        <pc:chgData name="Qu, Chengyi" userId="9f02c3db-5b00-4063-9ad4-7cdd84fdd2bb" providerId="ADAL" clId="{7DA95AA0-F6AD-40AD-A011-649BFA975DE0}" dt="2025-02-06T00:23:49.134" v="498" actId="1076"/>
        <pc:sldMkLst>
          <pc:docMk/>
          <pc:sldMk cId="1384666217" sldId="1272"/>
        </pc:sldMkLst>
        <pc:spChg chg="mod">
          <ac:chgData name="Qu, Chengyi" userId="9f02c3db-5b00-4063-9ad4-7cdd84fdd2bb" providerId="ADAL" clId="{7DA95AA0-F6AD-40AD-A011-649BFA975DE0}" dt="2025-02-06T00:22:58.503" v="492" actId="20577"/>
          <ac:spMkLst>
            <pc:docMk/>
            <pc:sldMk cId="1384666217" sldId="1272"/>
            <ac:spMk id="3" creationId="{D60A29ED-8906-1BDA-5D7B-18B13BBC5332}"/>
          </ac:spMkLst>
        </pc:spChg>
        <pc:picChg chg="add mod">
          <ac:chgData name="Qu, Chengyi" userId="9f02c3db-5b00-4063-9ad4-7cdd84fdd2bb" providerId="ADAL" clId="{7DA95AA0-F6AD-40AD-A011-649BFA975DE0}" dt="2025-02-06T00:23:17.342" v="495" actId="1076"/>
          <ac:picMkLst>
            <pc:docMk/>
            <pc:sldMk cId="1384666217" sldId="1272"/>
            <ac:picMk id="5" creationId="{D640A015-316C-AE3F-555B-F20C048AEC51}"/>
          </ac:picMkLst>
        </pc:picChg>
        <pc:picChg chg="add mod">
          <ac:chgData name="Qu, Chengyi" userId="9f02c3db-5b00-4063-9ad4-7cdd84fdd2bb" providerId="ADAL" clId="{7DA95AA0-F6AD-40AD-A011-649BFA975DE0}" dt="2025-02-06T00:23:49.134" v="498" actId="1076"/>
          <ac:picMkLst>
            <pc:docMk/>
            <pc:sldMk cId="1384666217" sldId="1272"/>
            <ac:picMk id="6" creationId="{09116892-A92D-8386-6DD3-B2E5A621F826}"/>
          </ac:picMkLst>
        </pc:picChg>
      </pc:sldChg>
      <pc:sldChg chg="modSp new mod">
        <pc:chgData name="Qu, Chengyi" userId="9f02c3db-5b00-4063-9ad4-7cdd84fdd2bb" providerId="ADAL" clId="{7DA95AA0-F6AD-40AD-A011-649BFA975DE0}" dt="2025-02-06T00:35:05.071" v="2251" actId="20577"/>
        <pc:sldMkLst>
          <pc:docMk/>
          <pc:sldMk cId="3338483117" sldId="1273"/>
        </pc:sldMkLst>
        <pc:spChg chg="mod">
          <ac:chgData name="Qu, Chengyi" userId="9f02c3db-5b00-4063-9ad4-7cdd84fdd2bb" providerId="ADAL" clId="{7DA95AA0-F6AD-40AD-A011-649BFA975DE0}" dt="2025-02-06T00:26:56.445" v="957" actId="20577"/>
          <ac:spMkLst>
            <pc:docMk/>
            <pc:sldMk cId="3338483117" sldId="1273"/>
            <ac:spMk id="3" creationId="{CC00862A-1060-79D4-4D89-FD1FA31D2DD4}"/>
          </ac:spMkLst>
        </pc:spChg>
        <pc:spChg chg="mod">
          <ac:chgData name="Qu, Chengyi" userId="9f02c3db-5b00-4063-9ad4-7cdd84fdd2bb" providerId="ADAL" clId="{7DA95AA0-F6AD-40AD-A011-649BFA975DE0}" dt="2025-02-06T00:35:05.071" v="2251" actId="20577"/>
          <ac:spMkLst>
            <pc:docMk/>
            <pc:sldMk cId="3338483117" sldId="1273"/>
            <ac:spMk id="4" creationId="{6CCA2997-43D1-51D2-E71E-22A35F087624}"/>
          </ac:spMkLst>
        </pc:spChg>
      </pc:sldChg>
      <pc:sldChg chg="del">
        <pc:chgData name="Qu, Chengyi" userId="9f02c3db-5b00-4063-9ad4-7cdd84fdd2bb" providerId="ADAL" clId="{7DA95AA0-F6AD-40AD-A011-649BFA975DE0}" dt="2025-02-06T00:16:47.220" v="144" actId="47"/>
        <pc:sldMkLst>
          <pc:docMk/>
          <pc:sldMk cId="4022901261" sldId="1273"/>
        </pc:sldMkLst>
      </pc:sldChg>
      <pc:sldChg chg="del">
        <pc:chgData name="Qu, Chengyi" userId="9f02c3db-5b00-4063-9ad4-7cdd84fdd2bb" providerId="ADAL" clId="{7DA95AA0-F6AD-40AD-A011-649BFA975DE0}" dt="2025-02-06T00:16:47.220" v="144" actId="47"/>
        <pc:sldMkLst>
          <pc:docMk/>
          <pc:sldMk cId="405155692" sldId="1274"/>
        </pc:sldMkLst>
      </pc:sldChg>
      <pc:sldChg chg="addSp delSp modSp new mod">
        <pc:chgData name="Qu, Chengyi" userId="9f02c3db-5b00-4063-9ad4-7cdd84fdd2bb" providerId="ADAL" clId="{7DA95AA0-F6AD-40AD-A011-649BFA975DE0}" dt="2025-02-06T00:40:54.974" v="2339" actId="5793"/>
        <pc:sldMkLst>
          <pc:docMk/>
          <pc:sldMk cId="1812945043" sldId="1274"/>
        </pc:sldMkLst>
        <pc:spChg chg="mod">
          <ac:chgData name="Qu, Chengyi" userId="9f02c3db-5b00-4063-9ad4-7cdd84fdd2bb" providerId="ADAL" clId="{7DA95AA0-F6AD-40AD-A011-649BFA975DE0}" dt="2025-02-06T00:37:51.260" v="2303" actId="20577"/>
          <ac:spMkLst>
            <pc:docMk/>
            <pc:sldMk cId="1812945043" sldId="1274"/>
            <ac:spMk id="3" creationId="{EA8BF48C-3981-5CE0-441F-CAB48B14F499}"/>
          </ac:spMkLst>
        </pc:spChg>
        <pc:spChg chg="add del mod">
          <ac:chgData name="Qu, Chengyi" userId="9f02c3db-5b00-4063-9ad4-7cdd84fdd2bb" providerId="ADAL" clId="{7DA95AA0-F6AD-40AD-A011-649BFA975DE0}" dt="2025-02-06T00:40:54.974" v="2339" actId="5793"/>
          <ac:spMkLst>
            <pc:docMk/>
            <pc:sldMk cId="1812945043" sldId="1274"/>
            <ac:spMk id="4" creationId="{B8A6EE8A-C3F9-D986-AA69-0A1F8C5332AE}"/>
          </ac:spMkLst>
        </pc:spChg>
        <pc:spChg chg="add">
          <ac:chgData name="Qu, Chengyi" userId="9f02c3db-5b00-4063-9ad4-7cdd84fdd2bb" providerId="ADAL" clId="{7DA95AA0-F6AD-40AD-A011-649BFA975DE0}" dt="2025-02-06T00:39:30.740" v="2320"/>
          <ac:spMkLst>
            <pc:docMk/>
            <pc:sldMk cId="1812945043" sldId="1274"/>
            <ac:spMk id="5" creationId="{F9EC9383-B8C3-73B6-9A0D-00BD881D2247}"/>
          </ac:spMkLst>
        </pc:spChg>
        <pc:spChg chg="add mod">
          <ac:chgData name="Qu, Chengyi" userId="9f02c3db-5b00-4063-9ad4-7cdd84fdd2bb" providerId="ADAL" clId="{7DA95AA0-F6AD-40AD-A011-649BFA975DE0}" dt="2025-02-06T00:39:35.115" v="2324"/>
          <ac:spMkLst>
            <pc:docMk/>
            <pc:sldMk cId="1812945043" sldId="1274"/>
            <ac:spMk id="6" creationId="{F8C43DA8-AADF-B935-6E8F-0FAB3ED90E44}"/>
          </ac:spMkLst>
        </pc:spChg>
      </pc:sldChg>
      <pc:sldChg chg="addSp delSp modSp new mod modClrScheme chgLayout">
        <pc:chgData name="Qu, Chengyi" userId="9f02c3db-5b00-4063-9ad4-7cdd84fdd2bb" providerId="ADAL" clId="{7DA95AA0-F6AD-40AD-A011-649BFA975DE0}" dt="2025-02-06T00:41:41.969" v="2357"/>
        <pc:sldMkLst>
          <pc:docMk/>
          <pc:sldMk cId="396095608" sldId="1275"/>
        </pc:sldMkLst>
        <pc:spChg chg="mod ord">
          <ac:chgData name="Qu, Chengyi" userId="9f02c3db-5b00-4063-9ad4-7cdd84fdd2bb" providerId="ADAL" clId="{7DA95AA0-F6AD-40AD-A011-649BFA975DE0}" dt="2025-02-06T00:41:02.945" v="2341" actId="700"/>
          <ac:spMkLst>
            <pc:docMk/>
            <pc:sldMk cId="396095608" sldId="1275"/>
            <ac:spMk id="2" creationId="{B0B2E92A-5F42-07C0-0E42-1FF11CC44AF2}"/>
          </ac:spMkLst>
        </pc:spChg>
        <pc:spChg chg="del">
          <ac:chgData name="Qu, Chengyi" userId="9f02c3db-5b00-4063-9ad4-7cdd84fdd2bb" providerId="ADAL" clId="{7DA95AA0-F6AD-40AD-A011-649BFA975DE0}" dt="2025-02-06T00:41:02.945" v="2341" actId="700"/>
          <ac:spMkLst>
            <pc:docMk/>
            <pc:sldMk cId="396095608" sldId="1275"/>
            <ac:spMk id="3" creationId="{4A01BF8A-9D22-FA6E-F8AA-3B315D7D7E4D}"/>
          </ac:spMkLst>
        </pc:spChg>
        <pc:spChg chg="del mod ord">
          <ac:chgData name="Qu, Chengyi" userId="9f02c3db-5b00-4063-9ad4-7cdd84fdd2bb" providerId="ADAL" clId="{7DA95AA0-F6AD-40AD-A011-649BFA975DE0}" dt="2025-02-06T00:41:02.945" v="2341" actId="700"/>
          <ac:spMkLst>
            <pc:docMk/>
            <pc:sldMk cId="396095608" sldId="1275"/>
            <ac:spMk id="4" creationId="{F32581BF-5A25-380B-7ABD-867E1BD6CEEA}"/>
          </ac:spMkLst>
        </pc:spChg>
        <pc:spChg chg="add mod ord">
          <ac:chgData name="Qu, Chengyi" userId="9f02c3db-5b00-4063-9ad4-7cdd84fdd2bb" providerId="ADAL" clId="{7DA95AA0-F6AD-40AD-A011-649BFA975DE0}" dt="2025-02-06T00:41:41.969" v="2357"/>
          <ac:spMkLst>
            <pc:docMk/>
            <pc:sldMk cId="396095608" sldId="1275"/>
            <ac:spMk id="5" creationId="{4411C618-97E5-FAA9-4A22-8368BAA5A504}"/>
          </ac:spMkLst>
        </pc:spChg>
      </pc:sldChg>
      <pc:sldChg chg="del">
        <pc:chgData name="Qu, Chengyi" userId="9f02c3db-5b00-4063-9ad4-7cdd84fdd2bb" providerId="ADAL" clId="{7DA95AA0-F6AD-40AD-A011-649BFA975DE0}" dt="2025-02-06T00:16:47.220" v="144" actId="47"/>
        <pc:sldMkLst>
          <pc:docMk/>
          <pc:sldMk cId="2191739979" sldId="1275"/>
        </pc:sldMkLst>
      </pc:sldChg>
      <pc:sldChg chg="del">
        <pc:chgData name="Qu, Chengyi" userId="9f02c3db-5b00-4063-9ad4-7cdd84fdd2bb" providerId="ADAL" clId="{7DA95AA0-F6AD-40AD-A011-649BFA975DE0}" dt="2025-02-06T00:16:47.220" v="144" actId="47"/>
        <pc:sldMkLst>
          <pc:docMk/>
          <pc:sldMk cId="4157881654" sldId="1276"/>
        </pc:sldMkLst>
      </pc:sldChg>
      <pc:sldChg chg="del">
        <pc:chgData name="Qu, Chengyi" userId="9f02c3db-5b00-4063-9ad4-7cdd84fdd2bb" providerId="ADAL" clId="{7DA95AA0-F6AD-40AD-A011-649BFA975DE0}" dt="2025-02-06T00:16:47.220" v="144" actId="47"/>
        <pc:sldMkLst>
          <pc:docMk/>
          <pc:sldMk cId="146075049" sldId="1277"/>
        </pc:sldMkLst>
      </pc:sldChg>
      <pc:sldChg chg="del">
        <pc:chgData name="Qu, Chengyi" userId="9f02c3db-5b00-4063-9ad4-7cdd84fdd2bb" providerId="ADAL" clId="{7DA95AA0-F6AD-40AD-A011-649BFA975DE0}" dt="2025-02-06T00:16:47.220" v="144" actId="47"/>
        <pc:sldMkLst>
          <pc:docMk/>
          <pc:sldMk cId="959839137" sldId="1278"/>
        </pc:sldMkLst>
      </pc:sldChg>
      <pc:sldChg chg="del">
        <pc:chgData name="Qu, Chengyi" userId="9f02c3db-5b00-4063-9ad4-7cdd84fdd2bb" providerId="ADAL" clId="{7DA95AA0-F6AD-40AD-A011-649BFA975DE0}" dt="2025-02-06T00:16:47.220" v="144" actId="47"/>
        <pc:sldMkLst>
          <pc:docMk/>
          <pc:sldMk cId="1280740602" sldId="1279"/>
        </pc:sldMkLst>
      </pc:sldChg>
      <pc:sldChg chg="del">
        <pc:chgData name="Qu, Chengyi" userId="9f02c3db-5b00-4063-9ad4-7cdd84fdd2bb" providerId="ADAL" clId="{7DA95AA0-F6AD-40AD-A011-649BFA975DE0}" dt="2025-02-06T00:16:47.220" v="144" actId="47"/>
        <pc:sldMkLst>
          <pc:docMk/>
          <pc:sldMk cId="4161947085" sldId="1280"/>
        </pc:sldMkLst>
      </pc:sldChg>
      <pc:sldChg chg="del">
        <pc:chgData name="Qu, Chengyi" userId="9f02c3db-5b00-4063-9ad4-7cdd84fdd2bb" providerId="ADAL" clId="{7DA95AA0-F6AD-40AD-A011-649BFA975DE0}" dt="2025-02-06T00:16:47.220" v="144" actId="47"/>
        <pc:sldMkLst>
          <pc:docMk/>
          <pc:sldMk cId="949571628" sldId="1281"/>
        </pc:sldMkLst>
      </pc:sldChg>
      <pc:sldChg chg="del">
        <pc:chgData name="Qu, Chengyi" userId="9f02c3db-5b00-4063-9ad4-7cdd84fdd2bb" providerId="ADAL" clId="{7DA95AA0-F6AD-40AD-A011-649BFA975DE0}" dt="2025-02-06T00:16:47.220" v="144" actId="47"/>
        <pc:sldMkLst>
          <pc:docMk/>
          <pc:sldMk cId="4114087111" sldId="1283"/>
        </pc:sldMkLst>
      </pc:sldChg>
      <pc:sldChg chg="del">
        <pc:chgData name="Qu, Chengyi" userId="9f02c3db-5b00-4063-9ad4-7cdd84fdd2bb" providerId="ADAL" clId="{7DA95AA0-F6AD-40AD-A011-649BFA975DE0}" dt="2025-02-06T00:16:47.220" v="144" actId="47"/>
        <pc:sldMkLst>
          <pc:docMk/>
          <pc:sldMk cId="4130976894" sldId="1284"/>
        </pc:sldMkLst>
      </pc:sldChg>
      <pc:sldChg chg="del">
        <pc:chgData name="Qu, Chengyi" userId="9f02c3db-5b00-4063-9ad4-7cdd84fdd2bb" providerId="ADAL" clId="{7DA95AA0-F6AD-40AD-A011-649BFA975DE0}" dt="2025-02-06T00:16:47.220" v="144" actId="47"/>
        <pc:sldMkLst>
          <pc:docMk/>
          <pc:sldMk cId="3375103131" sldId="1285"/>
        </pc:sldMkLst>
      </pc:sldChg>
      <pc:sldChg chg="del">
        <pc:chgData name="Qu, Chengyi" userId="9f02c3db-5b00-4063-9ad4-7cdd84fdd2bb" providerId="ADAL" clId="{7DA95AA0-F6AD-40AD-A011-649BFA975DE0}" dt="2025-02-06T00:16:47.220" v="144" actId="47"/>
        <pc:sldMkLst>
          <pc:docMk/>
          <pc:sldMk cId="3221475082" sldId="1286"/>
        </pc:sldMkLst>
      </pc:sldChg>
      <pc:sldChg chg="del">
        <pc:chgData name="Qu, Chengyi" userId="9f02c3db-5b00-4063-9ad4-7cdd84fdd2bb" providerId="ADAL" clId="{7DA95AA0-F6AD-40AD-A011-649BFA975DE0}" dt="2025-02-06T00:16:47.220" v="144" actId="47"/>
        <pc:sldMkLst>
          <pc:docMk/>
          <pc:sldMk cId="3120525038" sldId="1287"/>
        </pc:sldMkLst>
      </pc:sldChg>
      <pc:sldChg chg="del">
        <pc:chgData name="Qu, Chengyi" userId="9f02c3db-5b00-4063-9ad4-7cdd84fdd2bb" providerId="ADAL" clId="{7DA95AA0-F6AD-40AD-A011-649BFA975DE0}" dt="2025-02-06T00:16:47.220" v="144" actId="47"/>
        <pc:sldMkLst>
          <pc:docMk/>
          <pc:sldMk cId="2588792380" sldId="1288"/>
        </pc:sldMkLst>
      </pc:sldChg>
      <pc:sldChg chg="del">
        <pc:chgData name="Qu, Chengyi" userId="9f02c3db-5b00-4063-9ad4-7cdd84fdd2bb" providerId="ADAL" clId="{7DA95AA0-F6AD-40AD-A011-649BFA975DE0}" dt="2025-02-06T00:16:47.220" v="144" actId="47"/>
        <pc:sldMkLst>
          <pc:docMk/>
          <pc:sldMk cId="38322588" sldId="1290"/>
        </pc:sldMkLst>
      </pc:sldChg>
    </pc:docChg>
  </pc:docChgLst>
  <pc:docChgLst>
    <pc:chgData name="Qu, Chengyi" userId="9f02c3db-5b00-4063-9ad4-7cdd84fdd2bb" providerId="ADAL" clId="{50F0BEF5-9FE8-41F2-A36A-D05BB667A97D}"/>
    <pc:docChg chg="custSel delSld modSld">
      <pc:chgData name="Qu, Chengyi" userId="9f02c3db-5b00-4063-9ad4-7cdd84fdd2bb" providerId="ADAL" clId="{50F0BEF5-9FE8-41F2-A36A-D05BB667A97D}" dt="2025-02-05T22:32:00.110" v="345" actId="20577"/>
      <pc:docMkLst>
        <pc:docMk/>
      </pc:docMkLst>
      <pc:sldChg chg="modSp mod">
        <pc:chgData name="Qu, Chengyi" userId="9f02c3db-5b00-4063-9ad4-7cdd84fdd2bb" providerId="ADAL" clId="{50F0BEF5-9FE8-41F2-A36A-D05BB667A97D}" dt="2025-02-05T22:02:02.361" v="1" actId="20577"/>
        <pc:sldMkLst>
          <pc:docMk/>
          <pc:sldMk cId="1540095095" sldId="1267"/>
        </pc:sldMkLst>
        <pc:spChg chg="mod">
          <ac:chgData name="Qu, Chengyi" userId="9f02c3db-5b00-4063-9ad4-7cdd84fdd2bb" providerId="ADAL" clId="{50F0BEF5-9FE8-41F2-A36A-D05BB667A97D}" dt="2025-02-05T22:02:02.361" v="1" actId="20577"/>
          <ac:spMkLst>
            <pc:docMk/>
            <pc:sldMk cId="1540095095" sldId="1267"/>
            <ac:spMk id="3" creationId="{F2CD7C02-F216-B333-F407-92A30BDE7C88}"/>
          </ac:spMkLst>
        </pc:spChg>
      </pc:sldChg>
      <pc:sldChg chg="modSp mod">
        <pc:chgData name="Qu, Chengyi" userId="9f02c3db-5b00-4063-9ad4-7cdd84fdd2bb" providerId="ADAL" clId="{50F0BEF5-9FE8-41F2-A36A-D05BB667A97D}" dt="2025-02-05T22:08:34.086" v="204" actId="113"/>
        <pc:sldMkLst>
          <pc:docMk/>
          <pc:sldMk cId="4161947085" sldId="1280"/>
        </pc:sldMkLst>
        <pc:spChg chg="mod">
          <ac:chgData name="Qu, Chengyi" userId="9f02c3db-5b00-4063-9ad4-7cdd84fdd2bb" providerId="ADAL" clId="{50F0BEF5-9FE8-41F2-A36A-D05BB667A97D}" dt="2025-02-05T22:08:34.086" v="204" actId="113"/>
          <ac:spMkLst>
            <pc:docMk/>
            <pc:sldMk cId="4161947085" sldId="1280"/>
            <ac:spMk id="4" creationId="{007C1329-E88C-7BFA-3658-D07BFED49311}"/>
          </ac:spMkLst>
        </pc:spChg>
      </pc:sldChg>
      <pc:sldChg chg="del">
        <pc:chgData name="Qu, Chengyi" userId="9f02c3db-5b00-4063-9ad4-7cdd84fdd2bb" providerId="ADAL" clId="{50F0BEF5-9FE8-41F2-A36A-D05BB667A97D}" dt="2025-02-05T22:09:00.155" v="205" actId="47"/>
        <pc:sldMkLst>
          <pc:docMk/>
          <pc:sldMk cId="3677976281" sldId="1282"/>
        </pc:sldMkLst>
      </pc:sldChg>
      <pc:sldChg chg="modSp mod">
        <pc:chgData name="Qu, Chengyi" userId="9f02c3db-5b00-4063-9ad4-7cdd84fdd2bb" providerId="ADAL" clId="{50F0BEF5-9FE8-41F2-A36A-D05BB667A97D}" dt="2025-02-05T22:11:01.926" v="344" actId="6549"/>
        <pc:sldMkLst>
          <pc:docMk/>
          <pc:sldMk cId="4114087111" sldId="1283"/>
        </pc:sldMkLst>
        <pc:spChg chg="mod">
          <ac:chgData name="Qu, Chengyi" userId="9f02c3db-5b00-4063-9ad4-7cdd84fdd2bb" providerId="ADAL" clId="{50F0BEF5-9FE8-41F2-A36A-D05BB667A97D}" dt="2025-02-05T22:11:01.926" v="344" actId="6549"/>
          <ac:spMkLst>
            <pc:docMk/>
            <pc:sldMk cId="4114087111" sldId="1283"/>
            <ac:spMk id="3" creationId="{DBA681D2-9ED3-52D2-0396-0FBD7F7B7195}"/>
          </ac:spMkLst>
        </pc:spChg>
        <pc:spChg chg="mod">
          <ac:chgData name="Qu, Chengyi" userId="9f02c3db-5b00-4063-9ad4-7cdd84fdd2bb" providerId="ADAL" clId="{50F0BEF5-9FE8-41F2-A36A-D05BB667A97D}" dt="2025-02-05T22:09:19.286" v="208" actId="20577"/>
          <ac:spMkLst>
            <pc:docMk/>
            <pc:sldMk cId="4114087111" sldId="1283"/>
            <ac:spMk id="4" creationId="{174CBEC7-3131-8166-B85B-D97447525DC3}"/>
          </ac:spMkLst>
        </pc:spChg>
      </pc:sldChg>
      <pc:sldChg chg="modSp mod">
        <pc:chgData name="Qu, Chengyi" userId="9f02c3db-5b00-4063-9ad4-7cdd84fdd2bb" providerId="ADAL" clId="{50F0BEF5-9FE8-41F2-A36A-D05BB667A97D}" dt="2025-02-05T22:05:56.379" v="95" actId="20577"/>
        <pc:sldMkLst>
          <pc:docMk/>
          <pc:sldMk cId="4130976894" sldId="1284"/>
        </pc:sldMkLst>
        <pc:spChg chg="mod">
          <ac:chgData name="Qu, Chengyi" userId="9f02c3db-5b00-4063-9ad4-7cdd84fdd2bb" providerId="ADAL" clId="{50F0BEF5-9FE8-41F2-A36A-D05BB667A97D}" dt="2025-02-05T22:05:56.379" v="95" actId="20577"/>
          <ac:spMkLst>
            <pc:docMk/>
            <pc:sldMk cId="4130976894" sldId="1284"/>
            <ac:spMk id="5" creationId="{B21B841E-FD4B-7680-37CE-C0D986AACA5D}"/>
          </ac:spMkLst>
        </pc:spChg>
      </pc:sldChg>
      <pc:sldChg chg="modSp mod">
        <pc:chgData name="Qu, Chengyi" userId="9f02c3db-5b00-4063-9ad4-7cdd84fdd2bb" providerId="ADAL" clId="{50F0BEF5-9FE8-41F2-A36A-D05BB667A97D}" dt="2025-02-05T22:32:00.110" v="345" actId="20577"/>
        <pc:sldMkLst>
          <pc:docMk/>
          <pc:sldMk cId="3120525038" sldId="1287"/>
        </pc:sldMkLst>
        <pc:spChg chg="mod">
          <ac:chgData name="Qu, Chengyi" userId="9f02c3db-5b00-4063-9ad4-7cdd84fdd2bb" providerId="ADAL" clId="{50F0BEF5-9FE8-41F2-A36A-D05BB667A97D}" dt="2025-02-05T22:06:29.832" v="120" actId="20577"/>
          <ac:spMkLst>
            <pc:docMk/>
            <pc:sldMk cId="3120525038" sldId="1287"/>
            <ac:spMk id="3" creationId="{2910C3BC-0012-1EF8-91C5-72425EED5CA6}"/>
          </ac:spMkLst>
        </pc:spChg>
        <pc:spChg chg="mod">
          <ac:chgData name="Qu, Chengyi" userId="9f02c3db-5b00-4063-9ad4-7cdd84fdd2bb" providerId="ADAL" clId="{50F0BEF5-9FE8-41F2-A36A-D05BB667A97D}" dt="2025-02-05T22:32:00.110" v="345" actId="20577"/>
          <ac:spMkLst>
            <pc:docMk/>
            <pc:sldMk cId="3120525038" sldId="1287"/>
            <ac:spMk id="4" creationId="{61A131A7-4A2D-FBDF-EFDB-7685633E46DC}"/>
          </ac:spMkLst>
        </pc:spChg>
      </pc:sldChg>
      <pc:sldChg chg="modSp mod">
        <pc:chgData name="Qu, Chengyi" userId="9f02c3db-5b00-4063-9ad4-7cdd84fdd2bb" providerId="ADAL" clId="{50F0BEF5-9FE8-41F2-A36A-D05BB667A97D}" dt="2025-02-05T22:02:56.970" v="11" actId="6549"/>
        <pc:sldMkLst>
          <pc:docMk/>
          <pc:sldMk cId="2588792380" sldId="1288"/>
        </pc:sldMkLst>
        <pc:spChg chg="mod">
          <ac:chgData name="Qu, Chengyi" userId="9f02c3db-5b00-4063-9ad4-7cdd84fdd2bb" providerId="ADAL" clId="{50F0BEF5-9FE8-41F2-A36A-D05BB667A97D}" dt="2025-02-05T22:02:56.970" v="11" actId="6549"/>
          <ac:spMkLst>
            <pc:docMk/>
            <pc:sldMk cId="2588792380" sldId="1288"/>
            <ac:spMk id="4" creationId="{4758323B-8B3F-DA1C-6C34-A69BE6008DEA}"/>
          </ac:spMkLst>
        </pc:spChg>
      </pc:sldChg>
    </pc:docChg>
  </pc:docChgLst>
  <pc:docChgLst>
    <pc:chgData name="Qu, Chengyi" userId="9f02c3db-5b00-4063-9ad4-7cdd84fdd2bb" providerId="ADAL" clId="{71EBC684-37BE-40AE-943F-85B359DFBCAD}"/>
    <pc:docChg chg="undo custSel addSld delSld modSld sldOrd">
      <pc:chgData name="Qu, Chengyi" userId="9f02c3db-5b00-4063-9ad4-7cdd84fdd2bb" providerId="ADAL" clId="{71EBC684-37BE-40AE-943F-85B359DFBCAD}" dt="2024-01-09T16:40:24.173" v="390"/>
      <pc:docMkLst>
        <pc:docMk/>
      </pc:docMkLst>
      <pc:sldChg chg="modSp">
        <pc:chgData name="Qu, Chengyi" userId="9f02c3db-5b00-4063-9ad4-7cdd84fdd2bb" providerId="ADAL" clId="{71EBC684-37BE-40AE-943F-85B359DFBCAD}" dt="2024-01-09T16:03:38.752" v="43" actId="20577"/>
        <pc:sldMkLst>
          <pc:docMk/>
          <pc:sldMk cId="553553694" sldId="258"/>
        </pc:sldMkLst>
      </pc:sldChg>
      <pc:sldChg chg="modSp add del">
        <pc:chgData name="Qu, Chengyi" userId="9f02c3db-5b00-4063-9ad4-7cdd84fdd2bb" providerId="ADAL" clId="{71EBC684-37BE-40AE-943F-85B359DFBCAD}" dt="2024-01-09T16:33:06.416" v="367" actId="207"/>
        <pc:sldMkLst>
          <pc:docMk/>
          <pc:sldMk cId="0" sldId="261"/>
        </pc:sldMkLst>
      </pc:sldChg>
      <pc:sldChg chg="modSp add del">
        <pc:chgData name="Qu, Chengyi" userId="9f02c3db-5b00-4063-9ad4-7cdd84fdd2bb" providerId="ADAL" clId="{71EBC684-37BE-40AE-943F-85B359DFBCAD}" dt="2024-01-09T16:33:13.542" v="368" actId="207"/>
        <pc:sldMkLst>
          <pc:docMk/>
          <pc:sldMk cId="0" sldId="262"/>
        </pc:sldMkLst>
      </pc:sldChg>
      <pc:sldChg chg="modSp add del">
        <pc:chgData name="Qu, Chengyi" userId="9f02c3db-5b00-4063-9ad4-7cdd84fdd2bb" providerId="ADAL" clId="{71EBC684-37BE-40AE-943F-85B359DFBCAD}" dt="2024-01-09T16:33:21.854" v="369" actId="207"/>
        <pc:sldMkLst>
          <pc:docMk/>
          <pc:sldMk cId="0" sldId="263"/>
        </pc:sldMkLst>
      </pc:sldChg>
      <pc:sldChg chg="modSp add del">
        <pc:chgData name="Qu, Chengyi" userId="9f02c3db-5b00-4063-9ad4-7cdd84fdd2bb" providerId="ADAL" clId="{71EBC684-37BE-40AE-943F-85B359DFBCAD}" dt="2024-01-09T16:33:33.053" v="370" actId="207"/>
        <pc:sldMkLst>
          <pc:docMk/>
          <pc:sldMk cId="0" sldId="264"/>
        </pc:sldMkLst>
      </pc:sldChg>
      <pc:sldChg chg="modSp add del">
        <pc:chgData name="Qu, Chengyi" userId="9f02c3db-5b00-4063-9ad4-7cdd84fdd2bb" providerId="ADAL" clId="{71EBC684-37BE-40AE-943F-85B359DFBCAD}" dt="2024-01-09T16:33:57.054" v="371" actId="207"/>
        <pc:sldMkLst>
          <pc:docMk/>
          <pc:sldMk cId="0" sldId="265"/>
        </pc:sldMkLst>
      </pc:sldChg>
      <pc:sldChg chg="add">
        <pc:chgData name="Qu, Chengyi" userId="9f02c3db-5b00-4063-9ad4-7cdd84fdd2bb" providerId="ADAL" clId="{71EBC684-37BE-40AE-943F-85B359DFBCAD}" dt="2024-01-09T16:08:22.221" v="86"/>
        <pc:sldMkLst>
          <pc:docMk/>
          <pc:sldMk cId="1283235496" sldId="270"/>
        </pc:sldMkLst>
      </pc:sldChg>
      <pc:sldChg chg="add">
        <pc:chgData name="Qu, Chengyi" userId="9f02c3db-5b00-4063-9ad4-7cdd84fdd2bb" providerId="ADAL" clId="{71EBC684-37BE-40AE-943F-85B359DFBCAD}" dt="2024-01-09T16:08:22.221" v="86"/>
        <pc:sldMkLst>
          <pc:docMk/>
          <pc:sldMk cId="1976470243" sldId="271"/>
        </pc:sldMkLst>
      </pc:sldChg>
      <pc:sldChg chg="add">
        <pc:chgData name="Qu, Chengyi" userId="9f02c3db-5b00-4063-9ad4-7cdd84fdd2bb" providerId="ADAL" clId="{71EBC684-37BE-40AE-943F-85B359DFBCAD}" dt="2024-01-09T16:08:22.221" v="86"/>
        <pc:sldMkLst>
          <pc:docMk/>
          <pc:sldMk cId="2385946305" sldId="272"/>
        </pc:sldMkLst>
      </pc:sldChg>
      <pc:sldChg chg="add">
        <pc:chgData name="Qu, Chengyi" userId="9f02c3db-5b00-4063-9ad4-7cdd84fdd2bb" providerId="ADAL" clId="{71EBC684-37BE-40AE-943F-85B359DFBCAD}" dt="2024-01-09T16:08:22.221" v="86"/>
        <pc:sldMkLst>
          <pc:docMk/>
          <pc:sldMk cId="834100436" sldId="273"/>
        </pc:sldMkLst>
      </pc:sldChg>
      <pc:sldChg chg="del">
        <pc:chgData name="Qu, Chengyi" userId="9f02c3db-5b00-4063-9ad4-7cdd84fdd2bb" providerId="ADAL" clId="{71EBC684-37BE-40AE-943F-85B359DFBCAD}" dt="2024-01-09T16:08:30.571" v="104" actId="2696"/>
        <pc:sldMkLst>
          <pc:docMk/>
          <pc:sldMk cId="1167962290" sldId="274"/>
        </pc:sldMkLst>
      </pc:sldChg>
      <pc:sldChg chg="del">
        <pc:chgData name="Qu, Chengyi" userId="9f02c3db-5b00-4063-9ad4-7cdd84fdd2bb" providerId="ADAL" clId="{71EBC684-37BE-40AE-943F-85B359DFBCAD}" dt="2024-01-09T16:08:30.494" v="90" actId="2696"/>
        <pc:sldMkLst>
          <pc:docMk/>
          <pc:sldMk cId="506940129" sldId="275"/>
        </pc:sldMkLst>
      </pc:sldChg>
      <pc:sldChg chg="modSp add del">
        <pc:chgData name="Qu, Chengyi" userId="9f02c3db-5b00-4063-9ad4-7cdd84fdd2bb" providerId="ADAL" clId="{71EBC684-37BE-40AE-943F-85B359DFBCAD}" dt="2024-01-09T16:12:26.136" v="116" actId="207"/>
        <pc:sldMkLst>
          <pc:docMk/>
          <pc:sldMk cId="0" sldId="276"/>
        </pc:sldMkLst>
      </pc:sldChg>
      <pc:sldChg chg="add">
        <pc:chgData name="Qu, Chengyi" userId="9f02c3db-5b00-4063-9ad4-7cdd84fdd2bb" providerId="ADAL" clId="{71EBC684-37BE-40AE-943F-85B359DFBCAD}" dt="2024-01-09T16:08:22.221" v="86"/>
        <pc:sldMkLst>
          <pc:docMk/>
          <pc:sldMk cId="3925861337" sldId="280"/>
        </pc:sldMkLst>
      </pc:sldChg>
      <pc:sldChg chg="add">
        <pc:chgData name="Qu, Chengyi" userId="9f02c3db-5b00-4063-9ad4-7cdd84fdd2bb" providerId="ADAL" clId="{71EBC684-37BE-40AE-943F-85B359DFBCAD}" dt="2024-01-09T16:08:22.221" v="86"/>
        <pc:sldMkLst>
          <pc:docMk/>
          <pc:sldMk cId="1986486448" sldId="281"/>
        </pc:sldMkLst>
      </pc:sldChg>
      <pc:sldChg chg="add">
        <pc:chgData name="Qu, Chengyi" userId="9f02c3db-5b00-4063-9ad4-7cdd84fdd2bb" providerId="ADAL" clId="{71EBC684-37BE-40AE-943F-85B359DFBCAD}" dt="2024-01-09T16:08:22.221" v="86"/>
        <pc:sldMkLst>
          <pc:docMk/>
          <pc:sldMk cId="2836295078" sldId="282"/>
        </pc:sldMkLst>
      </pc:sldChg>
      <pc:sldChg chg="del">
        <pc:chgData name="Qu, Chengyi" userId="9f02c3db-5b00-4063-9ad4-7cdd84fdd2bb" providerId="ADAL" clId="{71EBC684-37BE-40AE-943F-85B359DFBCAD}" dt="2024-01-09T16:08:30.581" v="106" actId="2696"/>
        <pc:sldMkLst>
          <pc:docMk/>
          <pc:sldMk cId="2263096639" sldId="284"/>
        </pc:sldMkLst>
      </pc:sldChg>
      <pc:sldChg chg="del">
        <pc:chgData name="Qu, Chengyi" userId="9f02c3db-5b00-4063-9ad4-7cdd84fdd2bb" providerId="ADAL" clId="{71EBC684-37BE-40AE-943F-85B359DFBCAD}" dt="2024-01-09T16:08:30.607" v="110" actId="2696"/>
        <pc:sldMkLst>
          <pc:docMk/>
          <pc:sldMk cId="3164840039" sldId="290"/>
        </pc:sldMkLst>
      </pc:sldChg>
      <pc:sldChg chg="del">
        <pc:chgData name="Qu, Chengyi" userId="9f02c3db-5b00-4063-9ad4-7cdd84fdd2bb" providerId="ADAL" clId="{71EBC684-37BE-40AE-943F-85B359DFBCAD}" dt="2024-01-09T16:08:30.577" v="105" actId="2696"/>
        <pc:sldMkLst>
          <pc:docMk/>
          <pc:sldMk cId="828849643" sldId="292"/>
        </pc:sldMkLst>
      </pc:sldChg>
      <pc:sldChg chg="add">
        <pc:chgData name="Qu, Chengyi" userId="9f02c3db-5b00-4063-9ad4-7cdd84fdd2bb" providerId="ADAL" clId="{71EBC684-37BE-40AE-943F-85B359DFBCAD}" dt="2024-01-09T16:08:22.221" v="86"/>
        <pc:sldMkLst>
          <pc:docMk/>
          <pc:sldMk cId="4015059804" sldId="335"/>
        </pc:sldMkLst>
      </pc:sldChg>
      <pc:sldChg chg="del">
        <pc:chgData name="Qu, Chengyi" userId="9f02c3db-5b00-4063-9ad4-7cdd84fdd2bb" providerId="ADAL" clId="{71EBC684-37BE-40AE-943F-85B359DFBCAD}" dt="2024-01-09T16:08:30.488" v="89" actId="2696"/>
        <pc:sldMkLst>
          <pc:docMk/>
          <pc:sldMk cId="3586452947" sldId="385"/>
        </pc:sldMkLst>
      </pc:sldChg>
      <pc:sldChg chg="del">
        <pc:chgData name="Qu, Chengyi" userId="9f02c3db-5b00-4063-9ad4-7cdd84fdd2bb" providerId="ADAL" clId="{71EBC684-37BE-40AE-943F-85B359DFBCAD}" dt="2024-01-09T16:08:30.557" v="101" actId="2696"/>
        <pc:sldMkLst>
          <pc:docMk/>
          <pc:sldMk cId="2297114513" sldId="386"/>
        </pc:sldMkLst>
      </pc:sldChg>
      <pc:sldChg chg="del">
        <pc:chgData name="Qu, Chengyi" userId="9f02c3db-5b00-4063-9ad4-7cdd84fdd2bb" providerId="ADAL" clId="{71EBC684-37BE-40AE-943F-85B359DFBCAD}" dt="2024-01-09T16:08:30.542" v="98" actId="2696"/>
        <pc:sldMkLst>
          <pc:docMk/>
          <pc:sldMk cId="57844262" sldId="389"/>
        </pc:sldMkLst>
      </pc:sldChg>
      <pc:sldChg chg="add">
        <pc:chgData name="Qu, Chengyi" userId="9f02c3db-5b00-4063-9ad4-7cdd84fdd2bb" providerId="ADAL" clId="{71EBC684-37BE-40AE-943F-85B359DFBCAD}" dt="2024-01-09T16:08:22.221" v="86"/>
        <pc:sldMkLst>
          <pc:docMk/>
          <pc:sldMk cId="4242966397" sldId="390"/>
        </pc:sldMkLst>
      </pc:sldChg>
      <pc:sldChg chg="del">
        <pc:chgData name="Qu, Chengyi" userId="9f02c3db-5b00-4063-9ad4-7cdd84fdd2bb" providerId="ADAL" clId="{71EBC684-37BE-40AE-943F-85B359DFBCAD}" dt="2024-01-09T16:08:30.500" v="91" actId="2696"/>
        <pc:sldMkLst>
          <pc:docMk/>
          <pc:sldMk cId="313756204" sldId="392"/>
        </pc:sldMkLst>
      </pc:sldChg>
      <pc:sldChg chg="add">
        <pc:chgData name="Qu, Chengyi" userId="9f02c3db-5b00-4063-9ad4-7cdd84fdd2bb" providerId="ADAL" clId="{71EBC684-37BE-40AE-943F-85B359DFBCAD}" dt="2024-01-09T16:08:22.221" v="86"/>
        <pc:sldMkLst>
          <pc:docMk/>
          <pc:sldMk cId="2319081198" sldId="446"/>
        </pc:sldMkLst>
      </pc:sldChg>
      <pc:sldChg chg="add">
        <pc:chgData name="Qu, Chengyi" userId="9f02c3db-5b00-4063-9ad4-7cdd84fdd2bb" providerId="ADAL" clId="{71EBC684-37BE-40AE-943F-85B359DFBCAD}" dt="2024-01-09T16:07:30.569" v="85"/>
        <pc:sldMkLst>
          <pc:docMk/>
          <pc:sldMk cId="626454371" sldId="504"/>
        </pc:sldMkLst>
      </pc:sldChg>
      <pc:sldChg chg="del">
        <pc:chgData name="Qu, Chengyi" userId="9f02c3db-5b00-4063-9ad4-7cdd84fdd2bb" providerId="ADAL" clId="{71EBC684-37BE-40AE-943F-85B359DFBCAD}" dt="2024-01-09T16:08:30.505" v="92" actId="2696"/>
        <pc:sldMkLst>
          <pc:docMk/>
          <pc:sldMk cId="2570994425" sldId="505"/>
        </pc:sldMkLst>
      </pc:sldChg>
      <pc:sldChg chg="del">
        <pc:chgData name="Qu, Chengyi" userId="9f02c3db-5b00-4063-9ad4-7cdd84fdd2bb" providerId="ADAL" clId="{71EBC684-37BE-40AE-943F-85B359DFBCAD}" dt="2024-01-09T16:08:30.510" v="93" actId="2696"/>
        <pc:sldMkLst>
          <pc:docMk/>
          <pc:sldMk cId="951130442" sldId="506"/>
        </pc:sldMkLst>
      </pc:sldChg>
      <pc:sldChg chg="del">
        <pc:chgData name="Qu, Chengyi" userId="9f02c3db-5b00-4063-9ad4-7cdd84fdd2bb" providerId="ADAL" clId="{71EBC684-37BE-40AE-943F-85B359DFBCAD}" dt="2024-01-09T16:08:30.567" v="103" actId="2696"/>
        <pc:sldMkLst>
          <pc:docMk/>
          <pc:sldMk cId="735510040" sldId="509"/>
        </pc:sldMkLst>
      </pc:sldChg>
      <pc:sldChg chg="add">
        <pc:chgData name="Qu, Chengyi" userId="9f02c3db-5b00-4063-9ad4-7cdd84fdd2bb" providerId="ADAL" clId="{71EBC684-37BE-40AE-943F-85B359DFBCAD}" dt="2024-01-09T16:08:22.221" v="86"/>
        <pc:sldMkLst>
          <pc:docMk/>
          <pc:sldMk cId="1508545327" sldId="522"/>
        </pc:sldMkLst>
      </pc:sldChg>
      <pc:sldChg chg="add ord">
        <pc:chgData name="Qu, Chengyi" userId="9f02c3db-5b00-4063-9ad4-7cdd84fdd2bb" providerId="ADAL" clId="{71EBC684-37BE-40AE-943F-85B359DFBCAD}" dt="2024-01-09T16:40:24.173" v="390"/>
        <pc:sldMkLst>
          <pc:docMk/>
          <pc:sldMk cId="854743546" sldId="526"/>
        </pc:sldMkLst>
      </pc:sldChg>
      <pc:sldChg chg="add del">
        <pc:chgData name="Qu, Chengyi" userId="9f02c3db-5b00-4063-9ad4-7cdd84fdd2bb" providerId="ADAL" clId="{71EBC684-37BE-40AE-943F-85B359DFBCAD}" dt="2024-01-09T16:06:51.507" v="84"/>
        <pc:sldMkLst>
          <pc:docMk/>
          <pc:sldMk cId="4168855840" sldId="533"/>
        </pc:sldMkLst>
      </pc:sldChg>
      <pc:sldChg chg="addSp delSp modSp add">
        <pc:chgData name="Qu, Chengyi" userId="9f02c3db-5b00-4063-9ad4-7cdd84fdd2bb" providerId="ADAL" clId="{71EBC684-37BE-40AE-943F-85B359DFBCAD}" dt="2024-01-09T16:37:53.443" v="386" actId="1076"/>
        <pc:sldMkLst>
          <pc:docMk/>
          <pc:sldMk cId="1949189601" sldId="573"/>
        </pc:sldMkLst>
      </pc:sldChg>
      <pc:sldChg chg="del">
        <pc:chgData name="Qu, Chengyi" userId="9f02c3db-5b00-4063-9ad4-7cdd84fdd2bb" providerId="ADAL" clId="{71EBC684-37BE-40AE-943F-85B359DFBCAD}" dt="2024-01-09T16:08:30.522" v="95" actId="2696"/>
        <pc:sldMkLst>
          <pc:docMk/>
          <pc:sldMk cId="2316705036" sldId="603"/>
        </pc:sldMkLst>
      </pc:sldChg>
      <pc:sldChg chg="del">
        <pc:chgData name="Qu, Chengyi" userId="9f02c3db-5b00-4063-9ad4-7cdd84fdd2bb" providerId="ADAL" clId="{71EBC684-37BE-40AE-943F-85B359DFBCAD}" dt="2024-01-09T16:08:30.526" v="96" actId="2696"/>
        <pc:sldMkLst>
          <pc:docMk/>
          <pc:sldMk cId="2915450618" sldId="604"/>
        </pc:sldMkLst>
      </pc:sldChg>
      <pc:sldChg chg="del">
        <pc:chgData name="Qu, Chengyi" userId="9f02c3db-5b00-4063-9ad4-7cdd84fdd2bb" providerId="ADAL" clId="{71EBC684-37BE-40AE-943F-85B359DFBCAD}" dt="2024-01-09T16:08:30.551" v="99" actId="2696"/>
        <pc:sldMkLst>
          <pc:docMk/>
          <pc:sldMk cId="562797420" sldId="608"/>
        </pc:sldMkLst>
      </pc:sldChg>
      <pc:sldChg chg="del">
        <pc:chgData name="Qu, Chengyi" userId="9f02c3db-5b00-4063-9ad4-7cdd84fdd2bb" providerId="ADAL" clId="{71EBC684-37BE-40AE-943F-85B359DFBCAD}" dt="2024-01-09T16:08:30.517" v="94" actId="2696"/>
        <pc:sldMkLst>
          <pc:docMk/>
          <pc:sldMk cId="3938647246" sldId="867"/>
        </pc:sldMkLst>
      </pc:sldChg>
      <pc:sldChg chg="del">
        <pc:chgData name="Qu, Chengyi" userId="9f02c3db-5b00-4063-9ad4-7cdd84fdd2bb" providerId="ADAL" clId="{71EBC684-37BE-40AE-943F-85B359DFBCAD}" dt="2024-01-09T16:08:30.482" v="88" actId="2696"/>
        <pc:sldMkLst>
          <pc:docMk/>
          <pc:sldMk cId="1165219369" sldId="919"/>
        </pc:sldMkLst>
      </pc:sldChg>
      <pc:sldChg chg="addSp delSp modSp">
        <pc:chgData name="Qu, Chengyi" userId="9f02c3db-5b00-4063-9ad4-7cdd84fdd2bb" providerId="ADAL" clId="{71EBC684-37BE-40AE-943F-85B359DFBCAD}" dt="2024-01-09T16:04:58.638" v="77" actId="20577"/>
        <pc:sldMkLst>
          <pc:docMk/>
          <pc:sldMk cId="1987998376" sldId="964"/>
        </pc:sldMkLst>
      </pc:sldChg>
      <pc:sldChg chg="del">
        <pc:chgData name="Qu, Chengyi" userId="9f02c3db-5b00-4063-9ad4-7cdd84fdd2bb" providerId="ADAL" clId="{71EBC684-37BE-40AE-943F-85B359DFBCAD}" dt="2024-01-09T16:08:30.535" v="97" actId="2696"/>
        <pc:sldMkLst>
          <pc:docMk/>
          <pc:sldMk cId="3956557252" sldId="965"/>
        </pc:sldMkLst>
      </pc:sldChg>
      <pc:sldChg chg="add ord">
        <pc:chgData name="Qu, Chengyi" userId="9f02c3db-5b00-4063-9ad4-7cdd84fdd2bb" providerId="ADAL" clId="{71EBC684-37BE-40AE-943F-85B359DFBCAD}" dt="2024-01-09T16:40:24.173" v="390"/>
        <pc:sldMkLst>
          <pc:docMk/>
          <pc:sldMk cId="3628008649" sldId="971"/>
        </pc:sldMkLst>
      </pc:sldChg>
      <pc:sldChg chg="add ord">
        <pc:chgData name="Qu, Chengyi" userId="9f02c3db-5b00-4063-9ad4-7cdd84fdd2bb" providerId="ADAL" clId="{71EBC684-37BE-40AE-943F-85B359DFBCAD}" dt="2024-01-09T16:40:24.173" v="390"/>
        <pc:sldMkLst>
          <pc:docMk/>
          <pc:sldMk cId="3445340925" sldId="972"/>
        </pc:sldMkLst>
      </pc:sldChg>
      <pc:sldChg chg="del">
        <pc:chgData name="Qu, Chengyi" userId="9f02c3db-5b00-4063-9ad4-7cdd84fdd2bb" providerId="ADAL" clId="{71EBC684-37BE-40AE-943F-85B359DFBCAD}" dt="2024-01-09T16:08:30.473" v="87" actId="2696"/>
        <pc:sldMkLst>
          <pc:docMk/>
          <pc:sldMk cId="56815972" sldId="1257"/>
        </pc:sldMkLst>
      </pc:sldChg>
      <pc:sldChg chg="del">
        <pc:chgData name="Qu, Chengyi" userId="9f02c3db-5b00-4063-9ad4-7cdd84fdd2bb" providerId="ADAL" clId="{71EBC684-37BE-40AE-943F-85B359DFBCAD}" dt="2024-01-09T16:08:30.561" v="102" actId="2696"/>
        <pc:sldMkLst>
          <pc:docMk/>
          <pc:sldMk cId="2835061460" sldId="1258"/>
        </pc:sldMkLst>
      </pc:sldChg>
      <pc:sldChg chg="del">
        <pc:chgData name="Qu, Chengyi" userId="9f02c3db-5b00-4063-9ad4-7cdd84fdd2bb" providerId="ADAL" clId="{71EBC684-37BE-40AE-943F-85B359DFBCAD}" dt="2024-01-09T16:08:30.603" v="109" actId="2696"/>
        <pc:sldMkLst>
          <pc:docMk/>
          <pc:sldMk cId="1307588251" sldId="1259"/>
        </pc:sldMkLst>
      </pc:sldChg>
      <pc:sldChg chg="del">
        <pc:chgData name="Qu, Chengyi" userId="9f02c3db-5b00-4063-9ad4-7cdd84fdd2bb" providerId="ADAL" clId="{71EBC684-37BE-40AE-943F-85B359DFBCAD}" dt="2024-01-09T16:08:30.594" v="107" actId="2696"/>
        <pc:sldMkLst>
          <pc:docMk/>
          <pc:sldMk cId="1694100107" sldId="1260"/>
        </pc:sldMkLst>
      </pc:sldChg>
      <pc:sldChg chg="modSp add">
        <pc:chgData name="Qu, Chengyi" userId="9f02c3db-5b00-4063-9ad4-7cdd84fdd2bb" providerId="ADAL" clId="{71EBC684-37BE-40AE-943F-85B359DFBCAD}" dt="2024-01-09T16:05:16.829" v="79" actId="207"/>
        <pc:sldMkLst>
          <pc:docMk/>
          <pc:sldMk cId="1883330637" sldId="1261"/>
        </pc:sldMkLst>
      </pc:sldChg>
      <pc:sldChg chg="add del">
        <pc:chgData name="Qu, Chengyi" userId="9f02c3db-5b00-4063-9ad4-7cdd84fdd2bb" providerId="ADAL" clId="{71EBC684-37BE-40AE-943F-85B359DFBCAD}" dt="2024-01-09T16:06:51.178" v="83"/>
        <pc:sldMkLst>
          <pc:docMk/>
          <pc:sldMk cId="764943190" sldId="1262"/>
        </pc:sldMkLst>
      </pc:sldChg>
      <pc:sldChg chg="add">
        <pc:chgData name="Qu, Chengyi" userId="9f02c3db-5b00-4063-9ad4-7cdd84fdd2bb" providerId="ADAL" clId="{71EBC684-37BE-40AE-943F-85B359DFBCAD}" dt="2024-01-09T16:07:30.569" v="85"/>
        <pc:sldMkLst>
          <pc:docMk/>
          <pc:sldMk cId="2506038731" sldId="1262"/>
        </pc:sldMkLst>
      </pc:sldChg>
      <pc:sldChg chg="add">
        <pc:chgData name="Qu, Chengyi" userId="9f02c3db-5b00-4063-9ad4-7cdd84fdd2bb" providerId="ADAL" clId="{71EBC684-37BE-40AE-943F-85B359DFBCAD}" dt="2024-01-09T16:08:22.221" v="86"/>
        <pc:sldMkLst>
          <pc:docMk/>
          <pc:sldMk cId="612722790" sldId="1263"/>
        </pc:sldMkLst>
      </pc:sldChg>
      <pc:sldChg chg="modSp add">
        <pc:chgData name="Qu, Chengyi" userId="9f02c3db-5b00-4063-9ad4-7cdd84fdd2bb" providerId="ADAL" clId="{71EBC684-37BE-40AE-943F-85B359DFBCAD}" dt="2024-01-09T16:25:59.529" v="362" actId="20577"/>
        <pc:sldMkLst>
          <pc:docMk/>
          <pc:sldMk cId="84850273" sldId="1264"/>
        </pc:sldMkLst>
      </pc:sldChg>
      <pc:sldChg chg="modSp add del">
        <pc:chgData name="Qu, Chengyi" userId="9f02c3db-5b00-4063-9ad4-7cdd84fdd2bb" providerId="ADAL" clId="{71EBC684-37BE-40AE-943F-85B359DFBCAD}" dt="2024-01-09T16:37:16.482" v="376" actId="2696"/>
        <pc:sldMkLst>
          <pc:docMk/>
          <pc:sldMk cId="0" sldId="1265"/>
        </pc:sldMkLst>
      </pc:sldChg>
      <pc:sldChg chg="modSp add del">
        <pc:chgData name="Qu, Chengyi" userId="9f02c3db-5b00-4063-9ad4-7cdd84fdd2bb" providerId="ADAL" clId="{71EBC684-37BE-40AE-943F-85B359DFBCAD}" dt="2024-01-09T16:38:21.366" v="389" actId="20577"/>
        <pc:sldMkLst>
          <pc:docMk/>
          <pc:sldMk cId="0" sldId="1266"/>
        </pc:sldMkLst>
      </pc:sldChg>
      <pc:sldMasterChg chg="delSldLayout">
        <pc:chgData name="Qu, Chengyi" userId="9f02c3db-5b00-4063-9ad4-7cdd84fdd2bb" providerId="ADAL" clId="{71EBC684-37BE-40AE-943F-85B359DFBCAD}" dt="2024-01-09T16:08:30.595" v="108" actId="2696"/>
        <pc:sldMasterMkLst>
          <pc:docMk/>
          <pc:sldMasterMk cId="481874104" sldId="2147483667"/>
        </pc:sldMasterMkLst>
        <pc:sldLayoutChg chg="del">
          <pc:chgData name="Qu, Chengyi" userId="9f02c3db-5b00-4063-9ad4-7cdd84fdd2bb" providerId="ADAL" clId="{71EBC684-37BE-40AE-943F-85B359DFBCAD}" dt="2024-01-09T16:08:30.553" v="100" actId="2696"/>
          <pc:sldLayoutMkLst>
            <pc:docMk/>
            <pc:sldMasterMk cId="481874104" sldId="2147483667"/>
            <pc:sldLayoutMk cId="1386336603" sldId="2147483679"/>
          </pc:sldLayoutMkLst>
        </pc:sldLayoutChg>
        <pc:sldLayoutChg chg="del">
          <pc:chgData name="Qu, Chengyi" userId="9f02c3db-5b00-4063-9ad4-7cdd84fdd2bb" providerId="ADAL" clId="{71EBC684-37BE-40AE-943F-85B359DFBCAD}" dt="2024-01-09T16:08:30.595" v="108" actId="2696"/>
          <pc:sldLayoutMkLst>
            <pc:docMk/>
            <pc:sldMasterMk cId="481874104" sldId="2147483667"/>
            <pc:sldLayoutMk cId="1457830139" sldId="214748368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E49A57-252E-5856-0249-6E1EAAAF7E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5069BF-16CF-3C74-F2F3-606931B6C7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4CCDF5-1267-5645-AE4B-2A75F94B291A}" type="datetimeFigureOut">
              <a:rPr lang="en-US" smtClean="0"/>
              <a:t>2/5/2025</a:t>
            </a:fld>
            <a:endParaRPr lang="en-US"/>
          </a:p>
        </p:txBody>
      </p:sp>
      <p:sp>
        <p:nvSpPr>
          <p:cNvPr id="4" name="Footer Placeholder 3">
            <a:extLst>
              <a:ext uri="{FF2B5EF4-FFF2-40B4-BE49-F238E27FC236}">
                <a16:creationId xmlns:a16="http://schemas.microsoft.com/office/drawing/2014/main" id="{14C383E8-9CF2-B618-90AB-4456BAA66D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0A6E49-8BEC-E6BD-7A2D-565CDA1425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48DCE6-73C3-6547-87E9-607ADF5AB377}" type="slidenum">
              <a:rPr lang="en-US" smtClean="0"/>
              <a:t>‹#›</a:t>
            </a:fld>
            <a:endParaRPr lang="en-US"/>
          </a:p>
        </p:txBody>
      </p:sp>
    </p:spTree>
    <p:extLst>
      <p:ext uri="{BB962C8B-B14F-4D97-AF65-F5344CB8AC3E}">
        <p14:creationId xmlns:p14="http://schemas.microsoft.com/office/powerpoint/2010/main" val="316846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04B2-5B56-1C46-8F9D-E0702B1A86A5}"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60373-E21E-9E43-BB3A-0658B3FEE41A}" type="slidenum">
              <a:rPr lang="en-US" smtClean="0"/>
              <a:t>‹#›</a:t>
            </a:fld>
            <a:endParaRPr lang="en-US"/>
          </a:p>
        </p:txBody>
      </p:sp>
    </p:spTree>
    <p:extLst>
      <p:ext uri="{BB962C8B-B14F-4D97-AF65-F5344CB8AC3E}">
        <p14:creationId xmlns:p14="http://schemas.microsoft.com/office/powerpoint/2010/main" val="258560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D8DB9D91-12A9-6D85-5C4A-107079AA8707}"/>
              </a:ext>
            </a:extLst>
          </p:cNvPr>
          <p:cNvPicPr>
            <a:picLocks noChangeAspect="1"/>
          </p:cNvPicPr>
          <p:nvPr userDrawn="1"/>
        </p:nvPicPr>
        <p:blipFill>
          <a:blip r:embed="rId2"/>
          <a:stretch>
            <a:fillRect/>
          </a:stretch>
        </p:blipFill>
        <p:spPr>
          <a:xfrm>
            <a:off x="0" y="6683"/>
            <a:ext cx="12192000" cy="6844631"/>
          </a:xfrm>
          <a:prstGeom prst="rect">
            <a:avLst/>
          </a:prstGeom>
        </p:spPr>
      </p:pic>
      <p:sp>
        <p:nvSpPr>
          <p:cNvPr id="10" name="Text Placeholder 1">
            <a:extLst>
              <a:ext uri="{FF2B5EF4-FFF2-40B4-BE49-F238E27FC236}">
                <a16:creationId xmlns:a16="http://schemas.microsoft.com/office/drawing/2014/main" id="{BC0596B2-8BCF-CDB9-86A8-E5F1D3BA81E1}"/>
              </a:ext>
            </a:extLst>
          </p:cNvPr>
          <p:cNvSpPr>
            <a:spLocks noGrp="1"/>
          </p:cNvSpPr>
          <p:nvPr>
            <p:ph type="body" sz="quarter" idx="12" hasCustomPrompt="1"/>
          </p:nvPr>
        </p:nvSpPr>
        <p:spPr>
          <a:xfrm>
            <a:off x="2428461" y="4144617"/>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Title for Presentation</a:t>
            </a:r>
          </a:p>
          <a:p>
            <a:r>
              <a:rPr lang="en-US" sz="3600" dirty="0"/>
              <a:t>Line 2</a:t>
            </a:r>
          </a:p>
        </p:txBody>
      </p:sp>
      <p:sp>
        <p:nvSpPr>
          <p:cNvPr id="11" name="Text Placeholder 2">
            <a:extLst>
              <a:ext uri="{FF2B5EF4-FFF2-40B4-BE49-F238E27FC236}">
                <a16:creationId xmlns:a16="http://schemas.microsoft.com/office/drawing/2014/main" id="{B5FA1AF5-5DD9-B40B-465B-79A7653C5A5E}"/>
              </a:ext>
            </a:extLst>
          </p:cNvPr>
          <p:cNvSpPr>
            <a:spLocks noGrp="1"/>
          </p:cNvSpPr>
          <p:nvPr>
            <p:ph type="body" sz="quarter" idx="13" hasCustomPrompt="1"/>
          </p:nvPr>
        </p:nvSpPr>
        <p:spPr>
          <a:xfrm>
            <a:off x="3765550" y="5744152"/>
            <a:ext cx="4660900" cy="350227"/>
          </a:xfrm>
          <a:prstGeom prst="rect">
            <a:avLst/>
          </a:prstGeom>
        </p:spPr>
        <p:txBody>
          <a:bodyPr/>
          <a:lstStyle>
            <a:lvl1pPr marL="0" indent="0" algn="ctr">
              <a:buNone/>
              <a:defRPr b="0" i="0">
                <a:solidFill>
                  <a:srgbClr val="767171"/>
                </a:solidFill>
                <a:latin typeface="Arial" panose="020B0604020202020204" pitchFamily="34" charset="0"/>
                <a:cs typeface="Arial" panose="020B0604020202020204" pitchFamily="34" charset="0"/>
              </a:defRPr>
            </a:lvl1pPr>
          </a:lstStyle>
          <a:p>
            <a:r>
              <a:rPr lang="en-US" sz="2400" dirty="0"/>
              <a:t>Date xx, 202x</a:t>
            </a:r>
          </a:p>
        </p:txBody>
      </p:sp>
    </p:spTree>
    <p:extLst>
      <p:ext uri="{BB962C8B-B14F-4D97-AF65-F5344CB8AC3E}">
        <p14:creationId xmlns:p14="http://schemas.microsoft.com/office/powerpoint/2010/main" val="1216705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0" y="1600200"/>
            <a:ext cx="11277599"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14612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1" y="1600200"/>
            <a:ext cx="5638800"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1">
            <a:extLst>
              <a:ext uri="{FF2B5EF4-FFF2-40B4-BE49-F238E27FC236}">
                <a16:creationId xmlns:a16="http://schemas.microsoft.com/office/drawing/2014/main" id="{D8FF0C6D-7B44-4491-2943-59A5D94A7B3A}"/>
              </a:ext>
            </a:extLst>
          </p:cNvPr>
          <p:cNvSpPr>
            <a:spLocks noGrp="1"/>
          </p:cNvSpPr>
          <p:nvPr>
            <p:ph type="pic" sz="quarter" idx="13" hasCustomPrompt="1"/>
          </p:nvPr>
        </p:nvSpPr>
        <p:spPr>
          <a:xfrm>
            <a:off x="6799667" y="1593184"/>
            <a:ext cx="4935132" cy="3892550"/>
          </a:xfrm>
          <a:prstGeom prst="rect">
            <a:avLst/>
          </a:prstGeom>
        </p:spPr>
        <p:txBody>
          <a:bodyPr/>
          <a:lstStyle>
            <a:lvl1pPr marL="0" indent="0">
              <a:buNone/>
              <a:defRPr lang="en-US" sz="2800" b="0" i="0" kern="1200" dirty="0">
                <a:solidFill>
                  <a:srgbClr val="767171"/>
                </a:solidFill>
                <a:latin typeface="Arial" panose="020B0604020202020204" pitchFamily="34" charset="0"/>
                <a:ea typeface="+mn-ea"/>
                <a:cs typeface="Arial" panose="020B0604020202020204" pitchFamily="34" charset="0"/>
              </a:defRPr>
            </a:lvl1pPr>
          </a:lstStyle>
          <a:p>
            <a:r>
              <a:rPr lang="en-US" sz="2800" b="0" i="0" kern="1200" dirty="0">
                <a:solidFill>
                  <a:srgbClr val="767171"/>
                </a:solidFill>
                <a:latin typeface="Arial" panose="020B0604020202020204" pitchFamily="34" charset="0"/>
                <a:ea typeface="+mn-ea"/>
                <a:cs typeface="Arial" panose="020B0604020202020204" pitchFamily="34" charset="0"/>
              </a:rPr>
              <a:t>Picture</a:t>
            </a:r>
            <a:endParaRPr lang="en-US" dirty="0"/>
          </a:p>
        </p:txBody>
      </p:sp>
    </p:spTree>
    <p:extLst>
      <p:ext uri="{BB962C8B-B14F-4D97-AF65-F5344CB8AC3E}">
        <p14:creationId xmlns:p14="http://schemas.microsoft.com/office/powerpoint/2010/main" val="1126624539"/>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6BA7C3E-9407-286B-C955-92021F6E2054}"/>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Background pattern&#10;&#10;Description automatically generated">
            <a:extLst>
              <a:ext uri="{FF2B5EF4-FFF2-40B4-BE49-F238E27FC236}">
                <a16:creationId xmlns:a16="http://schemas.microsoft.com/office/drawing/2014/main" id="{DB1E25ED-196F-AD3E-730C-350C97EE93FD}"/>
              </a:ext>
            </a:extLst>
          </p:cNvPr>
          <p:cNvPicPr>
            <a:picLocks noChangeAspect="1"/>
          </p:cNvPicPr>
          <p:nvPr userDrawn="1"/>
        </p:nvPicPr>
        <p:blipFill rotWithShape="1">
          <a:blip r:embed="rId2"/>
          <a:srcRect r="50049"/>
          <a:stretch/>
        </p:blipFill>
        <p:spPr>
          <a:xfrm>
            <a:off x="0" y="6684"/>
            <a:ext cx="6096000" cy="6851316"/>
          </a:xfrm>
          <a:prstGeom prst="rect">
            <a:avLst/>
          </a:prstGeom>
        </p:spPr>
      </p:pic>
      <p:sp>
        <p:nvSpPr>
          <p:cNvPr id="10" name="Text Placeholder 12">
            <a:extLst>
              <a:ext uri="{FF2B5EF4-FFF2-40B4-BE49-F238E27FC236}">
                <a16:creationId xmlns:a16="http://schemas.microsoft.com/office/drawing/2014/main" id="{F3FDA9FC-5FAF-19E1-2999-FA81EB28D62B}"/>
              </a:ext>
            </a:extLst>
          </p:cNvPr>
          <p:cNvSpPr>
            <a:spLocks noGrp="1"/>
          </p:cNvSpPr>
          <p:nvPr>
            <p:ph type="body" sz="quarter" idx="10" hasCustomPrompt="1"/>
          </p:nvPr>
        </p:nvSpPr>
        <p:spPr>
          <a:xfrm>
            <a:off x="695833" y="2772348"/>
            <a:ext cx="4702175" cy="1846660"/>
          </a:xfrm>
          <a:prstGeom prst="rect">
            <a:avLst/>
          </a:prstGeom>
        </p:spPr>
        <p:txBody>
          <a:bodyPr/>
          <a:lstStyle>
            <a:lvl1pPr marL="0" indent="0" algn="ctr">
              <a:buNone/>
              <a:defRPr sz="3000" b="1" i="0">
                <a:solidFill>
                  <a:srgbClr val="767171"/>
                </a:solidFill>
                <a:latin typeface="Arial" panose="020B0604020202020204" pitchFamily="34" charset="0"/>
                <a:cs typeface="Arial" panose="020B0604020202020204" pitchFamily="34" charset="0"/>
              </a:defRPr>
            </a:lvl1pPr>
          </a:lstStyle>
          <a:p>
            <a:pPr lvl="0"/>
            <a:r>
              <a:rPr lang="en-US" dirty="0"/>
              <a:t>Long Title Goes Here</a:t>
            </a:r>
          </a:p>
          <a:p>
            <a:pPr lvl="0"/>
            <a:r>
              <a:rPr lang="en-US" dirty="0" err="1"/>
              <a:t>Xxxxxxx</a:t>
            </a:r>
            <a:endParaRPr lang="en-US" dirty="0"/>
          </a:p>
          <a:p>
            <a:pPr lvl="0"/>
            <a:r>
              <a:rPr lang="en-US" dirty="0" err="1"/>
              <a:t>Xxxxxxx</a:t>
            </a:r>
            <a:endParaRPr lang="en-US" dirty="0"/>
          </a:p>
        </p:txBody>
      </p:sp>
    </p:spTree>
    <p:extLst>
      <p:ext uri="{BB962C8B-B14F-4D97-AF65-F5344CB8AC3E}">
        <p14:creationId xmlns:p14="http://schemas.microsoft.com/office/powerpoint/2010/main" val="1331647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3" name="Rectangle 2">
            <a:extLst>
              <a:ext uri="{FF2B5EF4-FFF2-40B4-BE49-F238E27FC236}">
                <a16:creationId xmlns:a16="http://schemas.microsoft.com/office/drawing/2014/main" id="{EB4A8D20-7863-7BFB-62B7-82573F4C0688}"/>
              </a:ext>
            </a:extLst>
          </p:cNvPr>
          <p:cNvSpPr/>
          <p:nvPr userDrawn="1"/>
        </p:nvSpPr>
        <p:spPr>
          <a:xfrm>
            <a:off x="0" y="0"/>
            <a:ext cx="12192000" cy="5486400"/>
          </a:xfrm>
          <a:prstGeom prst="rect">
            <a:avLst/>
          </a:prstGeom>
          <a:solidFill>
            <a:srgbClr val="0061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
            <a:extLst>
              <a:ext uri="{FF2B5EF4-FFF2-40B4-BE49-F238E27FC236}">
                <a16:creationId xmlns:a16="http://schemas.microsoft.com/office/drawing/2014/main" id="{56D25ECA-C5BA-AE0A-264F-72583C103FA7}"/>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815154463"/>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2" name="Rectangle 1">
            <a:extLst>
              <a:ext uri="{FF2B5EF4-FFF2-40B4-BE49-F238E27FC236}">
                <a16:creationId xmlns:a16="http://schemas.microsoft.com/office/drawing/2014/main" id="{5BCF72C4-98D7-9FF3-70FE-096C982889BD}"/>
              </a:ext>
            </a:extLst>
          </p:cNvPr>
          <p:cNvSpPr/>
          <p:nvPr userDrawn="1"/>
        </p:nvSpPr>
        <p:spPr>
          <a:xfrm>
            <a:off x="0" y="0"/>
            <a:ext cx="12192000" cy="5486400"/>
          </a:xfrm>
          <a:prstGeom prst="rect">
            <a:avLst/>
          </a:prstGeom>
          <a:solidFill>
            <a:srgbClr val="BBB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995E"/>
              </a:highlight>
            </a:endParaRPr>
          </a:p>
        </p:txBody>
      </p:sp>
      <p:sp>
        <p:nvSpPr>
          <p:cNvPr id="4" name="Text Placeholder 1">
            <a:extLst>
              <a:ext uri="{FF2B5EF4-FFF2-40B4-BE49-F238E27FC236}">
                <a16:creationId xmlns:a16="http://schemas.microsoft.com/office/drawing/2014/main" id="{B88E2CF5-F61B-C587-8CED-45B374FC4C54}"/>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281238151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4A3350B-D6F5-E020-D657-C3F27D9B1240}"/>
              </a:ext>
            </a:extLst>
          </p:cNvPr>
          <p:cNvPicPr>
            <a:picLocks noChangeAspect="1"/>
          </p:cNvPicPr>
          <p:nvPr userDrawn="1"/>
        </p:nvPicPr>
        <p:blipFill>
          <a:blip r:embed="rId2"/>
          <a:stretch>
            <a:fillRect/>
          </a:stretch>
        </p:blipFill>
        <p:spPr>
          <a:xfrm>
            <a:off x="0" y="6682"/>
            <a:ext cx="12199526" cy="6848856"/>
          </a:xfrm>
          <a:prstGeom prst="rect">
            <a:avLst/>
          </a:prstGeom>
        </p:spPr>
      </p:pic>
      <p:sp>
        <p:nvSpPr>
          <p:cNvPr id="10" name="Text Placeholder 1">
            <a:extLst>
              <a:ext uri="{FF2B5EF4-FFF2-40B4-BE49-F238E27FC236}">
                <a16:creationId xmlns:a16="http://schemas.microsoft.com/office/drawing/2014/main" id="{67772414-34C0-529E-33AE-2D9DF25D3188}"/>
              </a:ext>
            </a:extLst>
          </p:cNvPr>
          <p:cNvSpPr>
            <a:spLocks noGrp="1"/>
          </p:cNvSpPr>
          <p:nvPr>
            <p:ph type="body" sz="quarter" idx="12" hasCustomPrompt="1"/>
          </p:nvPr>
        </p:nvSpPr>
        <p:spPr>
          <a:xfrm>
            <a:off x="2428461" y="2863661"/>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Divider Title Slide</a:t>
            </a:r>
          </a:p>
          <a:p>
            <a:r>
              <a:rPr lang="en-US" sz="3600" dirty="0"/>
              <a:t>Line 2</a:t>
            </a:r>
          </a:p>
        </p:txBody>
      </p:sp>
      <p:sp>
        <p:nvSpPr>
          <p:cNvPr id="11" name="Rectangle 10">
            <a:extLst>
              <a:ext uri="{FF2B5EF4-FFF2-40B4-BE49-F238E27FC236}">
                <a16:creationId xmlns:a16="http://schemas.microsoft.com/office/drawing/2014/main" id="{AF865473-E2AD-6245-4447-BAEF54B15394}"/>
              </a:ext>
            </a:extLst>
          </p:cNvPr>
          <p:cNvSpPr/>
          <p:nvPr userDrawn="1"/>
        </p:nvSpPr>
        <p:spPr>
          <a:xfrm>
            <a:off x="2428461" y="4275692"/>
            <a:ext cx="7335078" cy="99085"/>
          </a:xfrm>
          <a:prstGeom prst="rect">
            <a:avLst/>
          </a:prstGeom>
          <a:solidFill>
            <a:srgbClr val="006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4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5829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582725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4231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10186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512357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960784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116942"/>
      </p:ext>
    </p:extLst>
  </p:cSld>
  <p:clrMap bg1="lt1" tx1="dk1" bg2="lt2" tx2="dk2" accent1="accent1" accent2="accent2" accent3="accent3" accent4="accent4" accent5="accent5" accent6="accent6" hlink="hlink" folHlink="folHlink"/>
  <p:sldLayoutIdLst>
    <p:sldLayoutId id="2147483652" r:id="rId1"/>
    <p:sldLayoutId id="2147483650" r:id="rId2"/>
    <p:sldLayoutId id="2147483659" r:id="rId3"/>
    <p:sldLayoutId id="2147483655" r:id="rId4"/>
    <p:sldLayoutId id="2147483658" r:id="rId5"/>
    <p:sldLayoutId id="2147483660" r:id="rId6"/>
    <p:sldLayoutId id="2147483649" r:id="rId7"/>
    <p:sldLayoutId id="2147483662" r:id="rId8"/>
    <p:sldLayoutId id="2147483663" r:id="rId9"/>
    <p:sldLayoutId id="2147483664" r:id="rId10"/>
    <p:sldLayoutId id="2147483665" r:id="rId11"/>
    <p:sldLayoutId id="2147483666" r:id="rId12"/>
    <p:sldLayoutId id="214748368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yberskyline.com/data/school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9F3848-C4AB-A357-A9D7-DCEE0A411F90}"/>
              </a:ext>
            </a:extLst>
          </p:cNvPr>
          <p:cNvSpPr>
            <a:spLocks noGrp="1"/>
          </p:cNvSpPr>
          <p:nvPr>
            <p:ph type="body" sz="quarter" idx="12"/>
          </p:nvPr>
        </p:nvSpPr>
        <p:spPr>
          <a:xfrm>
            <a:off x="1366630" y="4113515"/>
            <a:ext cx="9458739" cy="1412031"/>
          </a:xfrm>
        </p:spPr>
        <p:txBody>
          <a:bodyPr/>
          <a:lstStyle/>
          <a:p>
            <a:r>
              <a:rPr lang="en-US" dirty="0"/>
              <a:t>National Cyber League</a:t>
            </a:r>
          </a:p>
          <a:p>
            <a:r>
              <a:rPr lang="en-US" dirty="0"/>
              <a:t>Competition</a:t>
            </a:r>
          </a:p>
        </p:txBody>
      </p:sp>
      <p:sp>
        <p:nvSpPr>
          <p:cNvPr id="3" name="Text Placeholder 2">
            <a:extLst>
              <a:ext uri="{FF2B5EF4-FFF2-40B4-BE49-F238E27FC236}">
                <a16:creationId xmlns:a16="http://schemas.microsoft.com/office/drawing/2014/main" id="{F2CD7C02-F216-B333-F407-92A30BDE7C88}"/>
              </a:ext>
            </a:extLst>
          </p:cNvPr>
          <p:cNvSpPr>
            <a:spLocks noGrp="1"/>
          </p:cNvSpPr>
          <p:nvPr>
            <p:ph type="body" sz="quarter" idx="13"/>
          </p:nvPr>
        </p:nvSpPr>
        <p:spPr>
          <a:xfrm>
            <a:off x="3722007" y="5999189"/>
            <a:ext cx="4660900" cy="350227"/>
          </a:xfrm>
        </p:spPr>
        <p:txBody>
          <a:bodyPr/>
          <a:lstStyle/>
          <a:p>
            <a:r>
              <a:rPr lang="en-US" dirty="0"/>
              <a:t>Feb. 2025</a:t>
            </a:r>
          </a:p>
        </p:txBody>
      </p:sp>
    </p:spTree>
    <p:extLst>
      <p:ext uri="{BB962C8B-B14F-4D97-AF65-F5344CB8AC3E}">
        <p14:creationId xmlns:p14="http://schemas.microsoft.com/office/powerpoint/2010/main" val="1540095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155FF-C31E-4AC6-BFFA-E46AF52F5684}"/>
              </a:ext>
            </a:extLst>
          </p:cNvPr>
          <p:cNvSpPr>
            <a:spLocks noGrp="1"/>
          </p:cNvSpPr>
          <p:nvPr>
            <p:ph type="sldNum" sz="quarter" idx="12"/>
          </p:nvPr>
        </p:nvSpPr>
        <p:spPr>
          <a:prstGeom prst="rect">
            <a:avLst/>
          </a:prstGeom>
        </p:spPr>
        <p:txBody>
          <a:bodyPr/>
          <a:lstStyle/>
          <a:p>
            <a:fld id="{19A1A663-AB5A-1C46-BB3F-DC91B87E1671}" type="slidenum">
              <a:rPr lang="en-US" smtClean="0"/>
              <a:pPr/>
              <a:t>2</a:t>
            </a:fld>
            <a:endParaRPr lang="en-US" dirty="0"/>
          </a:p>
        </p:txBody>
      </p:sp>
      <p:sp>
        <p:nvSpPr>
          <p:cNvPr id="7" name="Text Placeholder 6">
            <a:extLst>
              <a:ext uri="{FF2B5EF4-FFF2-40B4-BE49-F238E27FC236}">
                <a16:creationId xmlns:a16="http://schemas.microsoft.com/office/drawing/2014/main" id="{71758D06-223B-4ABB-B038-E5907DC0A6EF}"/>
              </a:ext>
            </a:extLst>
          </p:cNvPr>
          <p:cNvSpPr>
            <a:spLocks noGrp="1"/>
          </p:cNvSpPr>
          <p:nvPr>
            <p:ph type="body" sz="quarter" idx="10"/>
          </p:nvPr>
        </p:nvSpPr>
        <p:spPr/>
        <p:txBody>
          <a:bodyPr/>
          <a:lstStyle/>
          <a:p>
            <a:r>
              <a:rPr lang="en-US" dirty="0"/>
              <a:t>National Cyber League</a:t>
            </a:r>
          </a:p>
          <a:p>
            <a:r>
              <a:rPr lang="en-US" dirty="0"/>
              <a:t>Competition</a:t>
            </a:r>
          </a:p>
        </p:txBody>
      </p:sp>
      <p:sp>
        <p:nvSpPr>
          <p:cNvPr id="5" name="Rectangle 4">
            <a:extLst>
              <a:ext uri="{FF2B5EF4-FFF2-40B4-BE49-F238E27FC236}">
                <a16:creationId xmlns:a16="http://schemas.microsoft.com/office/drawing/2014/main" id="{9DA21398-CE95-4290-A860-E1477BCE3728}"/>
              </a:ext>
            </a:extLst>
          </p:cNvPr>
          <p:cNvSpPr/>
          <p:nvPr/>
        </p:nvSpPr>
        <p:spPr>
          <a:xfrm>
            <a:off x="6163036" y="2418405"/>
            <a:ext cx="5773902" cy="2554545"/>
          </a:xfrm>
          <a:prstGeom prst="rect">
            <a:avLst/>
          </a:prstGeom>
        </p:spPr>
        <p:txBody>
          <a:bodyPr wrap="square">
            <a:spAutoFit/>
          </a:bodyPr>
          <a:lstStyle/>
          <a:p>
            <a:pPr marL="285750" indent="-285750">
              <a:buFont typeface="Arial" panose="020B0604020202020204" pitchFamily="34" charset="0"/>
              <a:buChar char="•"/>
            </a:pPr>
            <a:r>
              <a:rPr lang="en-US" sz="3200" dirty="0"/>
              <a:t>What is NCL?</a:t>
            </a:r>
          </a:p>
          <a:p>
            <a:pPr marL="285750" indent="-285750">
              <a:buFont typeface="Arial" panose="020B0604020202020204" pitchFamily="34" charset="0"/>
              <a:buChar char="•"/>
            </a:pPr>
            <a:r>
              <a:rPr lang="en-US" sz="3200" dirty="0"/>
              <a:t>Why attend NCL?</a:t>
            </a:r>
          </a:p>
          <a:p>
            <a:pPr marL="285750" indent="-285750">
              <a:buFont typeface="Arial" panose="020B0604020202020204" pitchFamily="34" charset="0"/>
              <a:buChar char="•"/>
            </a:pPr>
            <a:r>
              <a:rPr lang="en-US" sz="3200" dirty="0"/>
              <a:t>Timeline and milestone</a:t>
            </a:r>
          </a:p>
          <a:p>
            <a:pPr marL="285750" indent="-285750">
              <a:buFont typeface="Arial" panose="020B0604020202020204" pitchFamily="34" charset="0"/>
              <a:buChar char="•"/>
            </a:pPr>
            <a:r>
              <a:rPr lang="en-US" sz="3200" dirty="0"/>
              <a:t>How I grade?</a:t>
            </a:r>
          </a:p>
          <a:p>
            <a:pPr marL="285750" indent="-285750">
              <a:buFont typeface="Arial" panose="020B0604020202020204" pitchFamily="34" charset="0"/>
              <a:buChar char="•"/>
            </a:pPr>
            <a:endParaRPr lang="en-US" sz="3200" dirty="0"/>
          </a:p>
        </p:txBody>
      </p:sp>
    </p:spTree>
    <p:extLst>
      <p:ext uri="{BB962C8B-B14F-4D97-AF65-F5344CB8AC3E}">
        <p14:creationId xmlns:p14="http://schemas.microsoft.com/office/powerpoint/2010/main" val="1987998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02A585-E951-ECBD-793B-D0C00A66946F}"/>
              </a:ext>
            </a:extLst>
          </p:cNvPr>
          <p:cNvSpPr>
            <a:spLocks noGrp="1"/>
          </p:cNvSpPr>
          <p:nvPr>
            <p:ph type="sldNum" sz="quarter" idx="12"/>
          </p:nvPr>
        </p:nvSpPr>
        <p:spPr/>
        <p:txBody>
          <a:bodyPr/>
          <a:lstStyle/>
          <a:p>
            <a:fld id="{19A1A663-AB5A-1C46-BB3F-DC91B87E1671}" type="slidenum">
              <a:rPr lang="en-US" smtClean="0"/>
              <a:pPr/>
              <a:t>3</a:t>
            </a:fld>
            <a:endParaRPr lang="en-US" dirty="0"/>
          </a:p>
        </p:txBody>
      </p:sp>
      <p:sp>
        <p:nvSpPr>
          <p:cNvPr id="4" name="Title 3">
            <a:extLst>
              <a:ext uri="{FF2B5EF4-FFF2-40B4-BE49-F238E27FC236}">
                <a16:creationId xmlns:a16="http://schemas.microsoft.com/office/drawing/2014/main" id="{F847D8E4-3545-6681-C9FF-000018B95B98}"/>
              </a:ext>
            </a:extLst>
          </p:cNvPr>
          <p:cNvSpPr>
            <a:spLocks noGrp="1"/>
          </p:cNvSpPr>
          <p:nvPr>
            <p:ph type="ctrTitle"/>
          </p:nvPr>
        </p:nvSpPr>
        <p:spPr/>
        <p:txBody>
          <a:bodyPr/>
          <a:lstStyle/>
          <a:p>
            <a:r>
              <a:rPr lang="en-US" dirty="0"/>
              <a:t>What is NCL?</a:t>
            </a:r>
          </a:p>
        </p:txBody>
      </p:sp>
      <p:sp>
        <p:nvSpPr>
          <p:cNvPr id="5" name="Content Placeholder 4">
            <a:extLst>
              <a:ext uri="{FF2B5EF4-FFF2-40B4-BE49-F238E27FC236}">
                <a16:creationId xmlns:a16="http://schemas.microsoft.com/office/drawing/2014/main" id="{DDCD8E98-30DA-DDBB-6027-31ED6066871E}"/>
              </a:ext>
            </a:extLst>
          </p:cNvPr>
          <p:cNvSpPr>
            <a:spLocks noGrp="1"/>
          </p:cNvSpPr>
          <p:nvPr>
            <p:ph sz="quarter" idx="10"/>
          </p:nvPr>
        </p:nvSpPr>
        <p:spPr>
          <a:xfrm>
            <a:off x="457201" y="1444815"/>
            <a:ext cx="11277599" cy="3886200"/>
          </a:xfrm>
        </p:spPr>
        <p:txBody>
          <a:bodyPr/>
          <a:lstStyle/>
          <a:p>
            <a:pPr algn="l"/>
            <a:r>
              <a:rPr lang="en-US" b="0" i="0" dirty="0">
                <a:solidFill>
                  <a:srgbClr val="484848"/>
                </a:solidFill>
                <a:effectLst/>
                <a:latin typeface="Montserrat" panose="00000500000000000000" pitchFamily="2" charset="0"/>
              </a:rPr>
              <a:t>The mission of the NCL Competition is to prepare the next generation of cybersecurity professionals by providing high school and college students, as well as their coaches, an online, safe platform of real-world cybersecurity challenges. We build pathways for students that lead to successful career placements in the cybersecurity field. </a:t>
            </a:r>
          </a:p>
          <a:p>
            <a:pPr marL="0" indent="0">
              <a:buNone/>
            </a:pPr>
            <a:br>
              <a:rPr lang="en-US" b="0" i="0" dirty="0">
                <a:solidFill>
                  <a:srgbClr val="484848"/>
                </a:solidFill>
                <a:effectLst/>
                <a:latin typeface="Montserrat" panose="00000500000000000000" pitchFamily="2" charset="0"/>
              </a:rPr>
            </a:br>
            <a:endParaRPr lang="en-US" dirty="0"/>
          </a:p>
        </p:txBody>
      </p:sp>
      <p:pic>
        <p:nvPicPr>
          <p:cNvPr id="1026" name="Picture 2" descr="image">
            <a:extLst>
              <a:ext uri="{FF2B5EF4-FFF2-40B4-BE49-F238E27FC236}">
                <a16:creationId xmlns:a16="http://schemas.microsoft.com/office/drawing/2014/main" id="{003ABCCD-037A-A30B-C3DB-E07D7DF03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6670" y="3941007"/>
            <a:ext cx="5038659" cy="25455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04840D9-C36E-DEB5-9B49-F4F031B427DE}"/>
              </a:ext>
            </a:extLst>
          </p:cNvPr>
          <p:cNvSpPr txBox="1"/>
          <p:nvPr/>
        </p:nvSpPr>
        <p:spPr>
          <a:xfrm>
            <a:off x="2955039" y="6486580"/>
            <a:ext cx="6094948" cy="923330"/>
          </a:xfrm>
          <a:prstGeom prst="rect">
            <a:avLst/>
          </a:prstGeom>
          <a:noFill/>
        </p:spPr>
        <p:txBody>
          <a:bodyPr wrap="square">
            <a:spAutoFit/>
          </a:bodyPr>
          <a:lstStyle/>
          <a:p>
            <a:pPr algn="ctr"/>
            <a:r>
              <a:rPr lang="en-US" b="1" i="0" dirty="0">
                <a:solidFill>
                  <a:srgbClr val="484848"/>
                </a:solidFill>
                <a:effectLst/>
                <a:latin typeface="Montserrat" panose="00000500000000000000" pitchFamily="2" charset="0"/>
              </a:rPr>
              <a:t>Number of NCL Players Through the Years</a:t>
            </a:r>
          </a:p>
          <a:p>
            <a:br>
              <a:rPr lang="en-US" dirty="0"/>
            </a:br>
            <a:endParaRPr lang="en-US" dirty="0"/>
          </a:p>
        </p:txBody>
      </p:sp>
    </p:spTree>
    <p:extLst>
      <p:ext uri="{BB962C8B-B14F-4D97-AF65-F5344CB8AC3E}">
        <p14:creationId xmlns:p14="http://schemas.microsoft.com/office/powerpoint/2010/main" val="3675545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E55907-58FC-842D-9457-AF2C024BBA3C}"/>
              </a:ext>
            </a:extLst>
          </p:cNvPr>
          <p:cNvSpPr>
            <a:spLocks noGrp="1"/>
          </p:cNvSpPr>
          <p:nvPr>
            <p:ph type="sldNum" sz="quarter" idx="12"/>
          </p:nvPr>
        </p:nvSpPr>
        <p:spPr/>
        <p:txBody>
          <a:bodyPr/>
          <a:lstStyle/>
          <a:p>
            <a:fld id="{19A1A663-AB5A-1C46-BB3F-DC91B87E1671}" type="slidenum">
              <a:rPr lang="en-US" smtClean="0"/>
              <a:pPr/>
              <a:t>4</a:t>
            </a:fld>
            <a:endParaRPr lang="en-US" dirty="0"/>
          </a:p>
        </p:txBody>
      </p:sp>
      <p:sp>
        <p:nvSpPr>
          <p:cNvPr id="3" name="Title 2">
            <a:extLst>
              <a:ext uri="{FF2B5EF4-FFF2-40B4-BE49-F238E27FC236}">
                <a16:creationId xmlns:a16="http://schemas.microsoft.com/office/drawing/2014/main" id="{B6379221-84A9-033B-87C7-5EEA99B8D322}"/>
              </a:ext>
            </a:extLst>
          </p:cNvPr>
          <p:cNvSpPr>
            <a:spLocks noGrp="1"/>
          </p:cNvSpPr>
          <p:nvPr>
            <p:ph type="ctrTitle"/>
          </p:nvPr>
        </p:nvSpPr>
        <p:spPr/>
        <p:txBody>
          <a:bodyPr/>
          <a:lstStyle/>
          <a:p>
            <a:r>
              <a:rPr lang="en-US" dirty="0"/>
              <a:t>Who join NCL?</a:t>
            </a:r>
          </a:p>
        </p:txBody>
      </p:sp>
      <p:sp>
        <p:nvSpPr>
          <p:cNvPr id="4" name="Content Placeholder 3">
            <a:extLst>
              <a:ext uri="{FF2B5EF4-FFF2-40B4-BE49-F238E27FC236}">
                <a16:creationId xmlns:a16="http://schemas.microsoft.com/office/drawing/2014/main" id="{9983217B-9128-9290-A1AD-1B1EA11B855D}"/>
              </a:ext>
            </a:extLst>
          </p:cNvPr>
          <p:cNvSpPr>
            <a:spLocks noGrp="1"/>
          </p:cNvSpPr>
          <p:nvPr>
            <p:ph sz="quarter" idx="10"/>
          </p:nvPr>
        </p:nvSpPr>
        <p:spPr/>
        <p:txBody>
          <a:bodyPr/>
          <a:lstStyle/>
          <a:p>
            <a:r>
              <a:rPr lang="en-US" dirty="0">
                <a:hlinkClick r:id="rId2"/>
              </a:rPr>
              <a:t>https://cyberskyline.com/data/schools</a:t>
            </a:r>
            <a:r>
              <a:rPr lang="en-US" dirty="0"/>
              <a:t> </a:t>
            </a:r>
          </a:p>
          <a:p>
            <a:r>
              <a:rPr lang="en-US" dirty="0"/>
              <a:t>You are representing FGCU!</a:t>
            </a:r>
          </a:p>
          <a:p>
            <a:r>
              <a:rPr lang="en-US" dirty="0"/>
              <a:t>You are the first few teams from FGCU joining the NCL competition!</a:t>
            </a:r>
          </a:p>
          <a:p>
            <a:endParaRPr lang="en-US" dirty="0"/>
          </a:p>
          <a:p>
            <a:endParaRPr lang="en-US" dirty="0"/>
          </a:p>
        </p:txBody>
      </p:sp>
    </p:spTree>
    <p:extLst>
      <p:ext uri="{BB962C8B-B14F-4D97-AF65-F5344CB8AC3E}">
        <p14:creationId xmlns:p14="http://schemas.microsoft.com/office/powerpoint/2010/main" val="2298074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78D844-AE0C-C46D-CF96-BF3BC88D6B09}"/>
              </a:ext>
            </a:extLst>
          </p:cNvPr>
          <p:cNvSpPr>
            <a:spLocks noGrp="1"/>
          </p:cNvSpPr>
          <p:nvPr>
            <p:ph type="sldNum" sz="quarter" idx="12"/>
          </p:nvPr>
        </p:nvSpPr>
        <p:spPr/>
        <p:txBody>
          <a:bodyPr/>
          <a:lstStyle/>
          <a:p>
            <a:fld id="{19A1A663-AB5A-1C46-BB3F-DC91B87E1671}" type="slidenum">
              <a:rPr lang="en-US" smtClean="0"/>
              <a:pPr/>
              <a:t>5</a:t>
            </a:fld>
            <a:endParaRPr lang="en-US" dirty="0"/>
          </a:p>
        </p:txBody>
      </p:sp>
      <p:sp>
        <p:nvSpPr>
          <p:cNvPr id="3" name="Title 2">
            <a:extLst>
              <a:ext uri="{FF2B5EF4-FFF2-40B4-BE49-F238E27FC236}">
                <a16:creationId xmlns:a16="http://schemas.microsoft.com/office/drawing/2014/main" id="{77DF7B71-8798-87A4-5393-5669CAF0DF0F}"/>
              </a:ext>
            </a:extLst>
          </p:cNvPr>
          <p:cNvSpPr>
            <a:spLocks noGrp="1"/>
          </p:cNvSpPr>
          <p:nvPr>
            <p:ph type="ctrTitle"/>
          </p:nvPr>
        </p:nvSpPr>
        <p:spPr/>
        <p:txBody>
          <a:bodyPr/>
          <a:lstStyle/>
          <a:p>
            <a:r>
              <a:rPr lang="en-US" dirty="0"/>
              <a:t>Why join NCL?</a:t>
            </a:r>
          </a:p>
        </p:txBody>
      </p:sp>
      <p:sp>
        <p:nvSpPr>
          <p:cNvPr id="4" name="Content Placeholder 3">
            <a:extLst>
              <a:ext uri="{FF2B5EF4-FFF2-40B4-BE49-F238E27FC236}">
                <a16:creationId xmlns:a16="http://schemas.microsoft.com/office/drawing/2014/main" id="{75546711-097A-0870-43D7-019B3ABB0B0C}"/>
              </a:ext>
            </a:extLst>
          </p:cNvPr>
          <p:cNvSpPr>
            <a:spLocks noGrp="1"/>
          </p:cNvSpPr>
          <p:nvPr>
            <p:ph sz="quarter" idx="10"/>
          </p:nvPr>
        </p:nvSpPr>
        <p:spPr/>
        <p:txBody>
          <a:bodyPr/>
          <a:lstStyle/>
          <a:p>
            <a:r>
              <a:rPr lang="en-US" b="0" i="0" dirty="0">
                <a:solidFill>
                  <a:srgbClr val="484848"/>
                </a:solidFill>
                <a:effectLst/>
                <a:latin typeface="Montserrat" panose="00000500000000000000" pitchFamily="2" charset="0"/>
              </a:rPr>
              <a:t>The students who participate in the NCL gain practical experience solving real-world challenges and earn a Scouting Report that provides evidence of their capabilities to potential employers. These benefits are uniquely valuable to individuals that are traditionally underrepresented within the cybersecurity industry. Our efforts to deliver these benefits is the primary way that we strive to improve diversity within the workforce. </a:t>
            </a:r>
            <a:endParaRPr lang="en-US" dirty="0"/>
          </a:p>
        </p:txBody>
      </p:sp>
    </p:spTree>
    <p:extLst>
      <p:ext uri="{BB962C8B-B14F-4D97-AF65-F5344CB8AC3E}">
        <p14:creationId xmlns:p14="http://schemas.microsoft.com/office/powerpoint/2010/main" val="1653707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DF1470-2179-163E-0E6D-1B61AD21F9DD}"/>
              </a:ext>
            </a:extLst>
          </p:cNvPr>
          <p:cNvSpPr>
            <a:spLocks noGrp="1"/>
          </p:cNvSpPr>
          <p:nvPr>
            <p:ph type="sldNum" sz="quarter" idx="12"/>
          </p:nvPr>
        </p:nvSpPr>
        <p:spPr/>
        <p:txBody>
          <a:bodyPr/>
          <a:lstStyle/>
          <a:p>
            <a:fld id="{19A1A663-AB5A-1C46-BB3F-DC91B87E1671}" type="slidenum">
              <a:rPr lang="en-US" smtClean="0"/>
              <a:pPr/>
              <a:t>6</a:t>
            </a:fld>
            <a:endParaRPr lang="en-US" dirty="0"/>
          </a:p>
        </p:txBody>
      </p:sp>
      <p:sp>
        <p:nvSpPr>
          <p:cNvPr id="3" name="Title 2">
            <a:extLst>
              <a:ext uri="{FF2B5EF4-FFF2-40B4-BE49-F238E27FC236}">
                <a16:creationId xmlns:a16="http://schemas.microsoft.com/office/drawing/2014/main" id="{D60A29ED-8906-1BDA-5D7B-18B13BBC5332}"/>
              </a:ext>
            </a:extLst>
          </p:cNvPr>
          <p:cNvSpPr>
            <a:spLocks noGrp="1"/>
          </p:cNvSpPr>
          <p:nvPr>
            <p:ph type="ctrTitle"/>
          </p:nvPr>
        </p:nvSpPr>
        <p:spPr/>
        <p:txBody>
          <a:bodyPr/>
          <a:lstStyle/>
          <a:p>
            <a:r>
              <a:rPr lang="en-US" dirty="0"/>
              <a:t>This Year’s NCL Details</a:t>
            </a:r>
          </a:p>
        </p:txBody>
      </p:sp>
      <p:sp>
        <p:nvSpPr>
          <p:cNvPr id="4" name="Content Placeholder 3">
            <a:extLst>
              <a:ext uri="{FF2B5EF4-FFF2-40B4-BE49-F238E27FC236}">
                <a16:creationId xmlns:a16="http://schemas.microsoft.com/office/drawing/2014/main" id="{75EF37F5-1853-C7EE-8507-F11DB2E4A2DC}"/>
              </a:ext>
            </a:extLst>
          </p:cNvPr>
          <p:cNvSpPr>
            <a:spLocks noGrp="1"/>
          </p:cNvSpPr>
          <p:nvPr>
            <p:ph sz="quarter" idx="10"/>
          </p:nvPr>
        </p:nvSpPr>
        <p:spPr/>
        <p:txBody>
          <a:bodyPr/>
          <a:lstStyle/>
          <a:p>
            <a:endParaRPr lang="en-US"/>
          </a:p>
        </p:txBody>
      </p:sp>
      <p:pic>
        <p:nvPicPr>
          <p:cNvPr id="6" name="Picture 5">
            <a:extLst>
              <a:ext uri="{FF2B5EF4-FFF2-40B4-BE49-F238E27FC236}">
                <a16:creationId xmlns:a16="http://schemas.microsoft.com/office/drawing/2014/main" id="{09116892-A92D-8386-6DD3-B2E5A621F826}"/>
              </a:ext>
            </a:extLst>
          </p:cNvPr>
          <p:cNvPicPr>
            <a:picLocks noChangeAspect="1"/>
          </p:cNvPicPr>
          <p:nvPr/>
        </p:nvPicPr>
        <p:blipFill>
          <a:blip r:embed="rId2"/>
          <a:stretch>
            <a:fillRect/>
          </a:stretch>
        </p:blipFill>
        <p:spPr>
          <a:xfrm>
            <a:off x="3191094" y="1388942"/>
            <a:ext cx="5372735" cy="5210853"/>
          </a:xfrm>
          <a:prstGeom prst="rect">
            <a:avLst/>
          </a:prstGeom>
        </p:spPr>
      </p:pic>
    </p:spTree>
    <p:extLst>
      <p:ext uri="{BB962C8B-B14F-4D97-AF65-F5344CB8AC3E}">
        <p14:creationId xmlns:p14="http://schemas.microsoft.com/office/powerpoint/2010/main" val="1384666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9FB3CE-94AE-6486-9AAB-8146CA0F5629}"/>
              </a:ext>
            </a:extLst>
          </p:cNvPr>
          <p:cNvSpPr>
            <a:spLocks noGrp="1"/>
          </p:cNvSpPr>
          <p:nvPr>
            <p:ph type="sldNum" sz="quarter" idx="12"/>
          </p:nvPr>
        </p:nvSpPr>
        <p:spPr/>
        <p:txBody>
          <a:bodyPr/>
          <a:lstStyle/>
          <a:p>
            <a:fld id="{19A1A663-AB5A-1C46-BB3F-DC91B87E1671}" type="slidenum">
              <a:rPr lang="en-US" smtClean="0"/>
              <a:pPr/>
              <a:t>7</a:t>
            </a:fld>
            <a:endParaRPr lang="en-US" dirty="0"/>
          </a:p>
        </p:txBody>
      </p:sp>
      <p:sp>
        <p:nvSpPr>
          <p:cNvPr id="3" name="Title 2">
            <a:extLst>
              <a:ext uri="{FF2B5EF4-FFF2-40B4-BE49-F238E27FC236}">
                <a16:creationId xmlns:a16="http://schemas.microsoft.com/office/drawing/2014/main" id="{D5DE4B8E-758C-AA41-ABAB-4331E2FB3131}"/>
              </a:ext>
            </a:extLst>
          </p:cNvPr>
          <p:cNvSpPr>
            <a:spLocks noGrp="1"/>
          </p:cNvSpPr>
          <p:nvPr>
            <p:ph type="ctrTitle"/>
          </p:nvPr>
        </p:nvSpPr>
        <p:spPr/>
        <p:txBody>
          <a:bodyPr/>
          <a:lstStyle/>
          <a:p>
            <a:r>
              <a:rPr lang="en-US" dirty="0"/>
              <a:t>NCL as a project	</a:t>
            </a:r>
          </a:p>
        </p:txBody>
      </p:sp>
      <p:sp>
        <p:nvSpPr>
          <p:cNvPr id="4" name="Content Placeholder 3">
            <a:extLst>
              <a:ext uri="{FF2B5EF4-FFF2-40B4-BE49-F238E27FC236}">
                <a16:creationId xmlns:a16="http://schemas.microsoft.com/office/drawing/2014/main" id="{04E5D19F-0813-B94F-B1C6-DCE1DF2F416E}"/>
              </a:ext>
            </a:extLst>
          </p:cNvPr>
          <p:cNvSpPr>
            <a:spLocks noGrp="1"/>
          </p:cNvSpPr>
          <p:nvPr>
            <p:ph sz="quarter" idx="10"/>
          </p:nvPr>
        </p:nvSpPr>
        <p:spPr/>
        <p:txBody>
          <a:bodyPr/>
          <a:lstStyle/>
          <a:p>
            <a:r>
              <a:rPr lang="en-US" dirty="0"/>
              <a:t>We will have two teams in our class joining the NCL competition this year.</a:t>
            </a:r>
          </a:p>
          <a:p>
            <a:r>
              <a:rPr lang="en-US" dirty="0"/>
              <a:t>Each team have 5 members</a:t>
            </a:r>
          </a:p>
          <a:p>
            <a:r>
              <a:rPr lang="en-US" dirty="0"/>
              <a:t>We will provide bucket tickets for all team members. So, join the competition is FREE!</a:t>
            </a:r>
          </a:p>
          <a:p>
            <a:r>
              <a:rPr lang="en-US" dirty="0"/>
              <a:t>You will also have fully access with a branch of cybersecurity resources, in the NCL practice portal. </a:t>
            </a:r>
          </a:p>
        </p:txBody>
      </p:sp>
    </p:spTree>
    <p:extLst>
      <p:ext uri="{BB962C8B-B14F-4D97-AF65-F5344CB8AC3E}">
        <p14:creationId xmlns:p14="http://schemas.microsoft.com/office/powerpoint/2010/main" val="1112131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A22CDB-F091-49CF-573B-C31CB55E9F86}"/>
              </a:ext>
            </a:extLst>
          </p:cNvPr>
          <p:cNvSpPr>
            <a:spLocks noGrp="1"/>
          </p:cNvSpPr>
          <p:nvPr>
            <p:ph type="sldNum" sz="quarter" idx="12"/>
          </p:nvPr>
        </p:nvSpPr>
        <p:spPr/>
        <p:txBody>
          <a:bodyPr/>
          <a:lstStyle/>
          <a:p>
            <a:fld id="{19A1A663-AB5A-1C46-BB3F-DC91B87E1671}" type="slidenum">
              <a:rPr lang="en-US" smtClean="0"/>
              <a:pPr/>
              <a:t>8</a:t>
            </a:fld>
            <a:endParaRPr lang="en-US" dirty="0"/>
          </a:p>
        </p:txBody>
      </p:sp>
      <p:sp>
        <p:nvSpPr>
          <p:cNvPr id="3" name="Title 2">
            <a:extLst>
              <a:ext uri="{FF2B5EF4-FFF2-40B4-BE49-F238E27FC236}">
                <a16:creationId xmlns:a16="http://schemas.microsoft.com/office/drawing/2014/main" id="{CC00862A-1060-79D4-4D89-FD1FA31D2DD4}"/>
              </a:ext>
            </a:extLst>
          </p:cNvPr>
          <p:cNvSpPr>
            <a:spLocks noGrp="1"/>
          </p:cNvSpPr>
          <p:nvPr>
            <p:ph type="ctrTitle"/>
          </p:nvPr>
        </p:nvSpPr>
        <p:spPr/>
        <p:txBody>
          <a:bodyPr/>
          <a:lstStyle/>
          <a:p>
            <a:r>
              <a:rPr lang="en-US" dirty="0"/>
              <a:t>Timeline and Milestones</a:t>
            </a:r>
          </a:p>
        </p:txBody>
      </p:sp>
      <p:sp>
        <p:nvSpPr>
          <p:cNvPr id="4" name="Content Placeholder 3">
            <a:extLst>
              <a:ext uri="{FF2B5EF4-FFF2-40B4-BE49-F238E27FC236}">
                <a16:creationId xmlns:a16="http://schemas.microsoft.com/office/drawing/2014/main" id="{6CCA2997-43D1-51D2-E71E-22A35F087624}"/>
              </a:ext>
            </a:extLst>
          </p:cNvPr>
          <p:cNvSpPr>
            <a:spLocks noGrp="1"/>
          </p:cNvSpPr>
          <p:nvPr>
            <p:ph sz="quarter" idx="10"/>
          </p:nvPr>
        </p:nvSpPr>
        <p:spPr>
          <a:xfrm>
            <a:off x="457201" y="1354256"/>
            <a:ext cx="11277599" cy="4611759"/>
          </a:xfrm>
        </p:spPr>
        <p:txBody>
          <a:bodyPr>
            <a:normAutofit fontScale="85000" lnSpcReduction="20000"/>
          </a:bodyPr>
          <a:lstStyle/>
          <a:p>
            <a:r>
              <a:rPr lang="en-US" dirty="0"/>
              <a:t>Team leader meetings are also required for NCL teams.</a:t>
            </a:r>
          </a:p>
          <a:p>
            <a:r>
              <a:rPr lang="en-US" dirty="0"/>
              <a:t>Milestone 1: Instead of providing project plans, each team member should show me a screenshot on finishing partially practice questions inside their own gym portal.</a:t>
            </a:r>
          </a:p>
          <a:p>
            <a:r>
              <a:rPr lang="en-US" dirty="0"/>
              <a:t>Milestone 2: Each team member preparing slides on showing what you’ve learned from the gym. And your plans for the upcoming practice game happening Mar 31</a:t>
            </a:r>
            <a:r>
              <a:rPr lang="en-US" baseline="30000" dirty="0"/>
              <a:t>st</a:t>
            </a:r>
            <a:r>
              <a:rPr lang="en-US" dirty="0"/>
              <a:t> to Apr 6</a:t>
            </a:r>
            <a:r>
              <a:rPr lang="en-US" baseline="30000" dirty="0"/>
              <a:t>th</a:t>
            </a:r>
            <a:r>
              <a:rPr lang="en-US" dirty="0"/>
              <a:t>. As well as individual competition, happening Apr 11</a:t>
            </a:r>
            <a:r>
              <a:rPr lang="en-US" baseline="30000" dirty="0"/>
              <a:t>th</a:t>
            </a:r>
            <a:r>
              <a:rPr lang="en-US" dirty="0"/>
              <a:t> to 13</a:t>
            </a:r>
            <a:r>
              <a:rPr lang="en-US" baseline="30000" dirty="0"/>
              <a:t>th</a:t>
            </a:r>
            <a:r>
              <a:rPr lang="en-US" dirty="0"/>
              <a:t>. </a:t>
            </a:r>
          </a:p>
          <a:p>
            <a:r>
              <a:rPr lang="en-US" dirty="0"/>
              <a:t>Milestone 3: Each team member report their rankings, and conclude the good, the bad, and the ugly during the presentation. And detailed the plans for the final team competition, happening Apr 25</a:t>
            </a:r>
            <a:r>
              <a:rPr lang="en-US" baseline="30000" dirty="0"/>
              <a:t>th</a:t>
            </a:r>
            <a:r>
              <a:rPr lang="en-US" dirty="0"/>
              <a:t> to 27</a:t>
            </a:r>
            <a:r>
              <a:rPr lang="en-US" baseline="30000" dirty="0"/>
              <a:t>th</a:t>
            </a:r>
            <a:r>
              <a:rPr lang="en-US" dirty="0"/>
              <a:t>. </a:t>
            </a:r>
          </a:p>
          <a:p>
            <a:r>
              <a:rPr lang="en-US" dirty="0"/>
              <a:t>Milestone 4: In the final report, report your team ranking, write a report on describing what’s happening during the team competition.  How many questions have been solved? Why you missed some points? What excited you most? Share your thoughts!</a:t>
            </a:r>
          </a:p>
        </p:txBody>
      </p:sp>
    </p:spTree>
    <p:extLst>
      <p:ext uri="{BB962C8B-B14F-4D97-AF65-F5344CB8AC3E}">
        <p14:creationId xmlns:p14="http://schemas.microsoft.com/office/powerpoint/2010/main" val="3338483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B3FE4A-52B7-E20E-BA35-0ADF633073C4}"/>
              </a:ext>
            </a:extLst>
          </p:cNvPr>
          <p:cNvSpPr>
            <a:spLocks noGrp="1"/>
          </p:cNvSpPr>
          <p:nvPr>
            <p:ph type="sldNum" sz="quarter" idx="12"/>
          </p:nvPr>
        </p:nvSpPr>
        <p:spPr/>
        <p:txBody>
          <a:bodyPr/>
          <a:lstStyle/>
          <a:p>
            <a:fld id="{19A1A663-AB5A-1C46-BB3F-DC91B87E1671}" type="slidenum">
              <a:rPr lang="en-US" smtClean="0"/>
              <a:pPr/>
              <a:t>9</a:t>
            </a:fld>
            <a:endParaRPr lang="en-US" dirty="0"/>
          </a:p>
        </p:txBody>
      </p:sp>
      <p:sp>
        <p:nvSpPr>
          <p:cNvPr id="3" name="Title 2">
            <a:extLst>
              <a:ext uri="{FF2B5EF4-FFF2-40B4-BE49-F238E27FC236}">
                <a16:creationId xmlns:a16="http://schemas.microsoft.com/office/drawing/2014/main" id="{EA8BF48C-3981-5CE0-441F-CAB48B14F499}"/>
              </a:ext>
            </a:extLst>
          </p:cNvPr>
          <p:cNvSpPr>
            <a:spLocks noGrp="1"/>
          </p:cNvSpPr>
          <p:nvPr>
            <p:ph type="ctrTitle"/>
          </p:nvPr>
        </p:nvSpPr>
        <p:spPr/>
        <p:txBody>
          <a:bodyPr/>
          <a:lstStyle/>
          <a:p>
            <a:r>
              <a:rPr lang="en-US" dirty="0"/>
              <a:t>Final Report  - Share your team’s stories!</a:t>
            </a:r>
          </a:p>
        </p:txBody>
      </p:sp>
      <p:sp>
        <p:nvSpPr>
          <p:cNvPr id="4" name="Content Placeholder 3">
            <a:extLst>
              <a:ext uri="{FF2B5EF4-FFF2-40B4-BE49-F238E27FC236}">
                <a16:creationId xmlns:a16="http://schemas.microsoft.com/office/drawing/2014/main" id="{B8A6EE8A-C3F9-D986-AA69-0A1F8C5332AE}"/>
              </a:ext>
            </a:extLst>
          </p:cNvPr>
          <p:cNvSpPr>
            <a:spLocks noGrp="1"/>
          </p:cNvSpPr>
          <p:nvPr>
            <p:ph sz="quarter" idx="10"/>
          </p:nvPr>
        </p:nvSpPr>
        <p:spPr>
          <a:xfrm>
            <a:off x="457200" y="1600199"/>
            <a:ext cx="11277599" cy="4087999"/>
          </a:xfrm>
        </p:spPr>
        <p:txBody>
          <a:bodyPr>
            <a:normAutofit fontScale="70000" lnSpcReduction="20000"/>
          </a:bodyPr>
          <a:lstStyle/>
          <a:p>
            <a:pPr marL="0" indent="0">
              <a:buNone/>
            </a:pPr>
            <a:r>
              <a:rPr lang="en-US" b="1" dirty="0"/>
              <a:t>Tell Your NCL Journey:</a:t>
            </a:r>
          </a:p>
          <a:p>
            <a:pPr>
              <a:buFont typeface="+mj-lt"/>
              <a:buAutoNum type="arabicPeriod"/>
            </a:pPr>
            <a:r>
              <a:rPr lang="en-US" b="1" dirty="0"/>
              <a:t>Introduction</a:t>
            </a:r>
            <a:r>
              <a:rPr lang="en-US" dirty="0"/>
              <a:t>:</a:t>
            </a:r>
          </a:p>
          <a:p>
            <a:pPr marL="457200" lvl="1" indent="0">
              <a:buNone/>
            </a:pPr>
            <a:r>
              <a:rPr lang="en-US" dirty="0"/>
              <a:t>Share your team's goals and expectations before the competition.</a:t>
            </a:r>
          </a:p>
          <a:p>
            <a:pPr marL="457200" lvl="1" indent="0">
              <a:buNone/>
            </a:pPr>
            <a:r>
              <a:rPr lang="en-US" dirty="0"/>
              <a:t>What inspired your participation?</a:t>
            </a:r>
          </a:p>
          <a:p>
            <a:pPr>
              <a:buFont typeface="+mj-lt"/>
              <a:buAutoNum type="arabicPeriod"/>
            </a:pPr>
            <a:r>
              <a:rPr lang="en-US" b="1" dirty="0"/>
              <a:t>The Journey</a:t>
            </a:r>
            <a:r>
              <a:rPr lang="en-US" dirty="0"/>
              <a:t>:</a:t>
            </a:r>
          </a:p>
          <a:p>
            <a:pPr marL="457200" lvl="1" indent="0">
              <a:buNone/>
            </a:pPr>
            <a:r>
              <a:rPr lang="en-US" dirty="0"/>
              <a:t>Describe your experiences during the competition.</a:t>
            </a:r>
          </a:p>
          <a:p>
            <a:pPr marL="457200" lvl="1" indent="0">
              <a:buNone/>
            </a:pPr>
            <a:r>
              <a:rPr lang="en-US" dirty="0"/>
              <a:t>Highlight memorable moments, challenges, and breakthroughs.</a:t>
            </a:r>
          </a:p>
          <a:p>
            <a:pPr>
              <a:buFont typeface="+mj-lt"/>
              <a:buAutoNum type="arabicPeriod"/>
            </a:pPr>
            <a:r>
              <a:rPr lang="en-US" b="1" dirty="0"/>
              <a:t>Team Dynamics</a:t>
            </a:r>
            <a:r>
              <a:rPr lang="en-US" dirty="0"/>
              <a:t>:</a:t>
            </a:r>
          </a:p>
          <a:p>
            <a:pPr marL="457200" lvl="1" indent="0">
              <a:buNone/>
            </a:pPr>
            <a:r>
              <a:rPr lang="en-US" dirty="0"/>
              <a:t>How did your team collaborate?</a:t>
            </a:r>
          </a:p>
          <a:p>
            <a:pPr marL="457200" lvl="1" indent="0">
              <a:buNone/>
            </a:pPr>
            <a:r>
              <a:rPr lang="en-US" dirty="0"/>
              <a:t>Share examples of problem-solving and teamwork.</a:t>
            </a:r>
          </a:p>
          <a:p>
            <a:pPr>
              <a:buFont typeface="+mj-lt"/>
              <a:buAutoNum type="arabicPeriod"/>
            </a:pPr>
            <a:r>
              <a:rPr lang="en-US" b="1" dirty="0"/>
              <a:t>Lessons Learned</a:t>
            </a:r>
            <a:r>
              <a:rPr lang="en-US" dirty="0"/>
              <a:t>:</a:t>
            </a:r>
          </a:p>
          <a:p>
            <a:pPr marL="457200" lvl="1" indent="0">
              <a:buNone/>
            </a:pPr>
            <a:r>
              <a:rPr lang="en-US" dirty="0"/>
              <a:t>Reflect on the skills gained, challenges overcome, and personal growth.</a:t>
            </a:r>
          </a:p>
          <a:p>
            <a:pPr>
              <a:buFont typeface="+mj-lt"/>
              <a:buAutoNum type="arabicPeriod"/>
            </a:pPr>
            <a:r>
              <a:rPr lang="en-US" b="1" dirty="0"/>
              <a:t>Future Aspirations</a:t>
            </a:r>
            <a:r>
              <a:rPr lang="en-US" dirty="0"/>
              <a:t>:</a:t>
            </a:r>
          </a:p>
          <a:p>
            <a:pPr marL="457200" lvl="1" indent="0">
              <a:buNone/>
            </a:pPr>
            <a:r>
              <a:rPr lang="en-US" dirty="0"/>
              <a:t>How will this experience shape your future in cybersecurity</a:t>
            </a:r>
          </a:p>
          <a:p>
            <a:endParaRPr lang="en-US" dirty="0"/>
          </a:p>
        </p:txBody>
      </p:sp>
    </p:spTree>
    <p:extLst>
      <p:ext uri="{BB962C8B-B14F-4D97-AF65-F5344CB8AC3E}">
        <p14:creationId xmlns:p14="http://schemas.microsoft.com/office/powerpoint/2010/main" val="1812945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B2E92A-5F42-07C0-0E42-1FF11CC44AF2}"/>
              </a:ext>
            </a:extLst>
          </p:cNvPr>
          <p:cNvSpPr>
            <a:spLocks noGrp="1"/>
          </p:cNvSpPr>
          <p:nvPr>
            <p:ph type="sldNum" sz="quarter" idx="12"/>
          </p:nvPr>
        </p:nvSpPr>
        <p:spPr/>
        <p:txBody>
          <a:bodyPr/>
          <a:lstStyle/>
          <a:p>
            <a:fld id="{19A1A663-AB5A-1C46-BB3F-DC91B87E1671}" type="slidenum">
              <a:rPr lang="en-US" smtClean="0"/>
              <a:pPr/>
              <a:t>10</a:t>
            </a:fld>
            <a:endParaRPr lang="en-US" dirty="0"/>
          </a:p>
        </p:txBody>
      </p:sp>
      <p:sp>
        <p:nvSpPr>
          <p:cNvPr id="5" name="Text Placeholder 4">
            <a:extLst>
              <a:ext uri="{FF2B5EF4-FFF2-40B4-BE49-F238E27FC236}">
                <a16:creationId xmlns:a16="http://schemas.microsoft.com/office/drawing/2014/main" id="{4411C618-97E5-FAA9-4A22-8368BAA5A504}"/>
              </a:ext>
            </a:extLst>
          </p:cNvPr>
          <p:cNvSpPr>
            <a:spLocks noGrp="1"/>
          </p:cNvSpPr>
          <p:nvPr>
            <p:ph type="body" sz="quarter" idx="13"/>
          </p:nvPr>
        </p:nvSpPr>
        <p:spPr/>
        <p:txBody>
          <a:bodyPr/>
          <a:lstStyle/>
          <a:p>
            <a:r>
              <a:rPr lang="en-US" dirty="0"/>
              <a:t>More surprises await you to discover!</a:t>
            </a:r>
          </a:p>
        </p:txBody>
      </p:sp>
    </p:spTree>
    <p:extLst>
      <p:ext uri="{BB962C8B-B14F-4D97-AF65-F5344CB8AC3E}">
        <p14:creationId xmlns:p14="http://schemas.microsoft.com/office/powerpoint/2010/main" val="396095608"/>
      </p:ext>
    </p:extLst>
  </p:cSld>
  <p:clrMapOvr>
    <a:masterClrMapping/>
  </p:clrMapOvr>
</p:sld>
</file>

<file path=ppt/theme/theme1.xml><?xml version="1.0" encoding="utf-8"?>
<a:theme xmlns:a="http://schemas.openxmlformats.org/drawingml/2006/main" name="Office Theme">
  <a:themeElements>
    <a:clrScheme name="FGCU BLU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2226</TotalTime>
  <Words>541</Words>
  <Application>Microsoft Office PowerPoint</Application>
  <PresentationFormat>Widescreen</PresentationFormat>
  <Paragraphs>57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Montserrat</vt:lpstr>
      <vt:lpstr>Office Theme</vt:lpstr>
      <vt:lpstr>PowerPoint Presentation</vt:lpstr>
      <vt:lpstr>PowerPoint Presentation</vt:lpstr>
      <vt:lpstr>What is NCL?</vt:lpstr>
      <vt:lpstr>Who join NCL?</vt:lpstr>
      <vt:lpstr>Why join NCL?</vt:lpstr>
      <vt:lpstr>This Year’s NCL Details</vt:lpstr>
      <vt:lpstr>NCL as a project </vt:lpstr>
      <vt:lpstr>Timeline and Milestones</vt:lpstr>
      <vt:lpstr>Final Report  - Share your team’s stories!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Patterson, Maria</dc:creator>
  <cp:lastModifiedBy>Qu, Chengyi</cp:lastModifiedBy>
  <cp:revision>30</cp:revision>
  <dcterms:created xsi:type="dcterms:W3CDTF">2022-11-16T16:52:58Z</dcterms:created>
  <dcterms:modified xsi:type="dcterms:W3CDTF">2025-02-06T00:41:49Z</dcterms:modified>
</cp:coreProperties>
</file>
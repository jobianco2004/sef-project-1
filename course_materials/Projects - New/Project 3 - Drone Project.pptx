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02CC0-50AF-4427-9D45-32C2EDFACFE2}" v="11" dt="2025-02-02T17:11:23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BC0B-03B9-B2D7-7E9F-5C636964C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05E28-DC89-D66C-C4A3-6D436571A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CEDAB-0D0D-5EDB-2E3C-4DDB52C3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48A75-DDE7-5F59-E32E-9DC32912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6DAB9-8E2E-B7B9-F44F-A85144BB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4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107F-DE74-8C20-99A3-D59FF103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8362-1458-EB05-51E7-28C65EB12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B43A6-6A3B-F8A6-8CA2-464E18397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0C38-6AA1-2CB3-C71A-415020E7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5863B-9CFE-FE44-9351-5BBF27EE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9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86A3-A165-FD96-BFF9-2C2285D8A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83C5E-0186-AE57-4D32-8238BEDED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6A5CA-EB82-D7A8-4AAD-535EABCE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53335-AEE3-4D03-DCD0-8F9902128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86557-ABE3-6AD8-A2B4-E45939FC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1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31FC-508D-FD64-ED1E-996C4CC6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7DAC5-0DD1-E22B-0EA5-2611D06D6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1C5D2-D481-66B5-6A4A-54E4F0FBA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D9DCB-3579-ACF7-59D0-780761D69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B73C1-6F5C-4D94-88CE-63B8EF8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44CAC-FFAC-3A69-748F-22D103AE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6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5463-31BA-E26A-B425-4A7D1A57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71A31-422E-7E49-3D7D-C7A3DE66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F08EC-1D3F-6866-1126-511D33DFD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B7350-195A-563C-AD63-CA2D40D31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F2E2F-A478-CD98-1507-04B9FA1DA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89AAE-2406-DAA7-F409-28C27EA8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AA360-8B21-D81C-69AF-C991ECA8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D804A-6651-1EBE-0376-CE7DA0D5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58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5F5A-FE13-EBF6-839A-11AF77B2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A31F2-39B6-FF71-AEF0-DAF47B91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48DC2-88D8-0819-323C-AFE99799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F20D3-BCAC-2019-8A2A-F4A2F026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7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DF239-A374-3EA1-C937-606AE493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52D50-1996-457E-5BE6-382E1F67F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941DC-68DF-C31A-B818-ED79BC23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1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CEEA-EB12-B5FD-5B4D-D6E5800F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499BF-C79F-EA67-FE26-CD73A3F56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C6566-7FA3-9CD7-D278-05CFB7CC6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515C3-8A7A-4503-9EAA-A292D4E5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1CDD3-AC89-3CCF-D354-AE1F5F12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946C0-FBE9-4E15-D7EC-5EE526C0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4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6337-2279-F597-45FD-97A29592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0D51F-D046-6505-EC92-9B5E2E1B1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C0D6B-796D-F4AE-D862-921D67D38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62DEE-6711-C427-BBD4-1C9DC16B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CBFEB-1ADE-FFA3-9ED4-8265B2F6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63557-4236-3931-71CB-22A37095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3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E43B-20B1-EF2F-32AF-8220F9CC4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F08BA-16D6-CA7F-DFAA-CDE34D3F4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A4042-713C-381B-4690-9F697C3F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1ED60-F5DD-48FA-97B6-69E0588E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E7F55-7A09-6947-1407-B92E9316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3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9F1B1-293F-1FAF-A042-7E7476FA9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F4DDB-E31E-2039-2A8F-748C7F11D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9ED2-40D2-855F-6AD2-428358DC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BC893-5E2D-9066-A21F-4A77CF6D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AD138-E429-5692-EF52-F4452051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32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291A56-B3AE-5757-C3D7-E7BC059B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87EF5-102F-CD5D-B42A-3B8D1B43A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3F7AE-F890-C14E-1A75-AFE94B1D9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AC91A-D5E8-461A-A316-04ED1F26B42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68FC0-A8DE-78F4-7F6A-323F15B38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8C66E-5256-1C61-D5E5-40CE03A22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B63F1-EEE1-4BA2-9363-615F1302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8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topics/computer-science/single-point-of-failur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E6C5-1D38-C78B-60FE-288F302F90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C87631-04A3-F622-678B-8830DEF19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Nicholas Taylor</a:t>
            </a:r>
          </a:p>
        </p:txBody>
      </p:sp>
    </p:spTree>
    <p:extLst>
      <p:ext uri="{BB962C8B-B14F-4D97-AF65-F5344CB8AC3E}">
        <p14:creationId xmlns:p14="http://schemas.microsoft.com/office/powerpoint/2010/main" val="408749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29FB-1122-E589-1446-98665FDD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Teams: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17841-BB28-61B1-0182-49AB83FA7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1: Security – Prevent and defend against hacking attempts. These can be done through physical if they obtain access to a drone, through Wi-Fi attacks, RF attacks, GPS attacks, etc. Apply  Zero Trust model.</a:t>
            </a:r>
          </a:p>
          <a:p>
            <a:endParaRPr lang="en-US" dirty="0"/>
          </a:p>
          <a:p>
            <a:r>
              <a:rPr lang="en-US" dirty="0"/>
              <a:t>Group 2: Resilience – Prevent and overcome communication interruptions, hardware failures, software failures, etc. Create contingencies, countermeasures, redundancies, etc. Try to eliminate any SPOF (Single Point of Failure) that you can.</a:t>
            </a:r>
          </a:p>
        </p:txBody>
      </p:sp>
    </p:spTree>
    <p:extLst>
      <p:ext uri="{BB962C8B-B14F-4D97-AF65-F5344CB8AC3E}">
        <p14:creationId xmlns:p14="http://schemas.microsoft.com/office/powerpoint/2010/main" val="389397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E962-D3BC-EB46-6879-AAE9F291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Zero Trust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7A5DE-88D8-4498-761A-561B58D3E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9962"/>
          </a:xfrm>
        </p:spPr>
        <p:txBody>
          <a:bodyPr>
            <a:normAutofit/>
          </a:bodyPr>
          <a:lstStyle/>
          <a:p>
            <a:pPr marL="0" indent="0" algn="ctr" rtl="0" fontAlgn="base">
              <a:lnSpc>
                <a:spcPct val="150000"/>
              </a:lnSpc>
              <a:buNone/>
            </a:pPr>
            <a:r>
              <a:rPr lang="en-US" sz="2400" b="0" i="0" u="none" strike="noStrike" dirty="0">
                <a:effectLst/>
              </a:rPr>
              <a:t>The main ideology of the Zero Trust Model is: </a:t>
            </a:r>
            <a:r>
              <a:rPr lang="en-US" sz="2400" b="0" i="0" dirty="0">
                <a:effectLst/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en-US" sz="2400" b="0" i="0" u="none" strike="noStrike" dirty="0">
                <a:effectLst/>
              </a:rPr>
              <a:t>A small compromise you make in trust can cause; disasters huge financial losses, etc.</a:t>
            </a:r>
            <a:r>
              <a:rPr lang="en-US" sz="2400" b="0" i="0" dirty="0">
                <a:effectLst/>
              </a:rPr>
              <a:t>​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DC1246-5A68-A4D7-2BDA-54F600B1F9DF}"/>
              </a:ext>
            </a:extLst>
          </p:cNvPr>
          <p:cNvSpPr txBox="1">
            <a:spLocks/>
          </p:cNvSpPr>
          <p:nvPr/>
        </p:nvSpPr>
        <p:spPr>
          <a:xfrm>
            <a:off x="838200" y="3910523"/>
            <a:ext cx="10515600" cy="2696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dirty="0"/>
              <a:t>Applying Zero Trust Model:</a:t>
            </a:r>
          </a:p>
          <a:p>
            <a:pPr fontAlgn="base">
              <a:lnSpc>
                <a:spcPct val="150000"/>
              </a:lnSpc>
            </a:pPr>
            <a:r>
              <a:rPr lang="en-US" sz="2400" dirty="0"/>
              <a:t>Treat devices on a network like strangers, they must prove their identity before you can trust them.</a:t>
            </a:r>
          </a:p>
          <a:p>
            <a:pPr fontAlgn="base">
              <a:lnSpc>
                <a:spcPct val="150000"/>
              </a:lnSpc>
            </a:pPr>
            <a:r>
              <a:rPr lang="en-US" sz="2400" dirty="0"/>
              <a:t>If something can be exploited, someone will exploit it.</a:t>
            </a:r>
          </a:p>
          <a:p>
            <a:pPr marL="0" indent="0" fontAlgn="base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447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F7AB4-DA34-BC1F-04CB-3164B9DE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    Eliminating Single Points of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7ED1-AE4F-BE2E-9C06-0F62A2AF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5136023"/>
          </a:xfrm>
        </p:spPr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ElsevierSans"/>
              </a:rPr>
              <a:t>“A 'Single Point of Failure' refers to a vulnerable component in a system that, if it fails, can cause the entire system to fail. ” (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Sans"/>
                <a:hlinkClick r:id="rId2"/>
              </a:rPr>
              <a:t>sciencedirect.com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Sans"/>
              </a:rPr>
              <a:t>)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1F1F1F"/>
              </a:solidFill>
              <a:latin typeface="ElsevierSan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ElsevierSans"/>
              </a:rPr>
              <a:t>Common strategies of eliminating and reducing points of failure:</a:t>
            </a: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ElsevierSans"/>
              </a:rPr>
              <a:t>Redundancies – If a technology goes down, have another in its place</a:t>
            </a: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ElsevierSans"/>
              </a:rPr>
              <a:t>Contingencies – Have a backup plan </a:t>
            </a: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ElsevierSans"/>
              </a:rPr>
              <a:t>Countermeasures – Actively take measures when needed reduce interruptions</a:t>
            </a: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ElsevierSans"/>
              </a:rPr>
              <a:t>Damage control – If something goes wrong, minimize resulting damages </a:t>
            </a:r>
          </a:p>
          <a:p>
            <a:pPr marL="0" indent="0">
              <a:buNone/>
            </a:pPr>
            <a:endParaRPr lang="en-US" dirty="0">
              <a:solidFill>
                <a:srgbClr val="1F1F1F"/>
              </a:solidFill>
              <a:latin typeface="ElsevierSans"/>
            </a:endParaRPr>
          </a:p>
          <a:p>
            <a:pPr marL="0" indent="0">
              <a:buNone/>
            </a:pPr>
            <a:endParaRPr lang="en-US" dirty="0">
              <a:solidFill>
                <a:srgbClr val="1F1F1F"/>
              </a:solidFill>
              <a:latin typeface="ElsevierSans"/>
            </a:endParaRPr>
          </a:p>
        </p:txBody>
      </p:sp>
    </p:spTree>
    <p:extLst>
      <p:ext uri="{BB962C8B-B14F-4D97-AF65-F5344CB8AC3E}">
        <p14:creationId xmlns:p14="http://schemas.microsoft.com/office/powerpoint/2010/main" val="940143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AEAC-0F9D-7828-93B2-F2469349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to get started: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696BB-D020-34A0-9675-48471BFD8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837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All Groups: </a:t>
            </a:r>
          </a:p>
          <a:p>
            <a:r>
              <a:rPr lang="en-US" dirty="0"/>
              <a:t>Read the ICCCN paper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Group 1:</a:t>
            </a:r>
          </a:p>
          <a:p>
            <a:endParaRPr lang="en-US" dirty="0"/>
          </a:p>
          <a:p>
            <a:r>
              <a:rPr lang="en-US" dirty="0"/>
              <a:t>Find vulnerabilities in the current configuration. If something isn’t specified, assume it isn’t implemented.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Group 2:</a:t>
            </a:r>
          </a:p>
          <a:p>
            <a:r>
              <a:rPr lang="en-US" dirty="0"/>
              <a:t>Look at what could go wrong with the current configuration and think of worst-case scenarios.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312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38D1-5967-68B7-DF59-158514DD8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Current configuration</a:t>
            </a:r>
          </a:p>
        </p:txBody>
      </p:sp>
      <p:pic>
        <p:nvPicPr>
          <p:cNvPr id="7" name="Picture 6" descr="A white board with blue writing&#10;&#10;Description automatically generated">
            <a:extLst>
              <a:ext uri="{FF2B5EF4-FFF2-40B4-BE49-F238E27FC236}">
                <a16:creationId xmlns:a16="http://schemas.microsoft.com/office/drawing/2014/main" id="{CC9002D8-7E16-E5A0-0572-22FD5991D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539848" y="2025437"/>
            <a:ext cx="5060566" cy="43910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CDD661-4EF8-96CB-D707-902823BA1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786" b="4372"/>
          <a:stretch/>
        </p:blipFill>
        <p:spPr>
          <a:xfrm>
            <a:off x="-2164" y="1690685"/>
            <a:ext cx="7874598" cy="32647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E678E5-3341-043F-949D-AB2DCC237358}"/>
              </a:ext>
            </a:extLst>
          </p:cNvPr>
          <p:cNvSpPr txBox="1"/>
          <p:nvPr/>
        </p:nvSpPr>
        <p:spPr>
          <a:xfrm>
            <a:off x="501446" y="5042118"/>
            <a:ext cx="71441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could this configuration be sabotaged  and what could go wrong? How about the sensors on the drone? What could happen during a sabotage?</a:t>
            </a:r>
          </a:p>
        </p:txBody>
      </p:sp>
    </p:spTree>
    <p:extLst>
      <p:ext uri="{BB962C8B-B14F-4D97-AF65-F5344CB8AC3E}">
        <p14:creationId xmlns:p14="http://schemas.microsoft.com/office/powerpoint/2010/main" val="329240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Drone Project</Template>
  <TotalTime>0</TotalTime>
  <Words>339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ElsevierSans</vt:lpstr>
      <vt:lpstr>Office Theme</vt:lpstr>
      <vt:lpstr>Drone Project</vt:lpstr>
      <vt:lpstr>Teams:</vt:lpstr>
      <vt:lpstr>    Zero Trust Model</vt:lpstr>
      <vt:lpstr>      Eliminating Single Points of Failure</vt:lpstr>
      <vt:lpstr>How to get started:</vt:lpstr>
      <vt:lpstr>   Current configuration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Taylor</dc:creator>
  <cp:lastModifiedBy>Nicholas Taylor</cp:lastModifiedBy>
  <cp:revision>1</cp:revision>
  <dcterms:created xsi:type="dcterms:W3CDTF">2025-02-05T02:21:06Z</dcterms:created>
  <dcterms:modified xsi:type="dcterms:W3CDTF">2025-02-05T02:21:28Z</dcterms:modified>
</cp:coreProperties>
</file>
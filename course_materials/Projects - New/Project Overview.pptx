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1267" r:id="rId2"/>
    <p:sldId id="1268" r:id="rId3"/>
    <p:sldId id="1271" r:id="rId4"/>
    <p:sldId id="1269" r:id="rId5"/>
    <p:sldId id="1270" r:id="rId6"/>
    <p:sldId id="1272" r:id="rId7"/>
    <p:sldId id="1275" r:id="rId8"/>
    <p:sldId id="1273" r:id="rId9"/>
    <p:sldId id="1274" r:id="rId10"/>
    <p:sldId id="1276" r:id="rId11"/>
    <p:sldId id="1277" r:id="rId12"/>
    <p:sldId id="127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99"/>
    <a:srgbClr val="767171"/>
    <a:srgbClr val="009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6C8C46-4CA7-45F0-A64C-A1BF1A9CF22A}" v="57" dt="2025-02-05T22:48:00.1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22"/>
    <p:restoredTop sz="94694"/>
  </p:normalViewPr>
  <p:slideViewPr>
    <p:cSldViewPr snapToGrid="0" showGuides="1">
      <p:cViewPr varScale="1">
        <p:scale>
          <a:sx n="106" d="100"/>
          <a:sy n="106" d="100"/>
        </p:scale>
        <p:origin x="1122" y="96"/>
      </p:cViewPr>
      <p:guideLst>
        <p:guide orient="horz" pos="3528"/>
        <p:guide pos="3840"/>
      </p:guideLst>
    </p:cSldViewPr>
  </p:slideViewPr>
  <p:notesTextViewPr>
    <p:cViewPr>
      <p:scale>
        <a:sx n="1" d="1"/>
        <a:sy n="1" d="1"/>
      </p:scale>
      <p:origin x="0" y="0"/>
    </p:cViewPr>
  </p:notesTextViewPr>
  <p:notesViewPr>
    <p:cSldViewPr snapToGrid="0"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 Chengyi" userId="9f02c3db-5b00-4063-9ad4-7cdd84fdd2bb" providerId="ADAL" clId="{4E6C8C46-4CA7-45F0-A64C-A1BF1A9CF22A}"/>
    <pc:docChg chg="undo custSel addSld delSld modSld sldOrd">
      <pc:chgData name="Qu, Chengyi" userId="9f02c3db-5b00-4063-9ad4-7cdd84fdd2bb" providerId="ADAL" clId="{4E6C8C46-4CA7-45F0-A64C-A1BF1A9CF22A}" dt="2025-02-05T22:49:12.204" v="1845" actId="20577"/>
      <pc:docMkLst>
        <pc:docMk/>
      </pc:docMkLst>
      <pc:sldChg chg="del">
        <pc:chgData name="Qu, Chengyi" userId="9f02c3db-5b00-4063-9ad4-7cdd84fdd2bb" providerId="ADAL" clId="{4E6C8C46-4CA7-45F0-A64C-A1BF1A9CF22A}" dt="2025-02-05T22:11:54.086" v="0" actId="47"/>
        <pc:sldMkLst>
          <pc:docMk/>
          <pc:sldMk cId="1987998376" sldId="964"/>
        </pc:sldMkLst>
      </pc:sldChg>
      <pc:sldChg chg="modSp mod">
        <pc:chgData name="Qu, Chengyi" userId="9f02c3db-5b00-4063-9ad4-7cdd84fdd2bb" providerId="ADAL" clId="{4E6C8C46-4CA7-45F0-A64C-A1BF1A9CF22A}" dt="2025-02-05T22:49:12.204" v="1845" actId="20577"/>
        <pc:sldMkLst>
          <pc:docMk/>
          <pc:sldMk cId="1540095095" sldId="1267"/>
        </pc:sldMkLst>
        <pc:spChg chg="mod">
          <ac:chgData name="Qu, Chengyi" userId="9f02c3db-5b00-4063-9ad4-7cdd84fdd2bb" providerId="ADAL" clId="{4E6C8C46-4CA7-45F0-A64C-A1BF1A9CF22A}" dt="2025-02-05T22:49:12.204" v="1845" actId="20577"/>
          <ac:spMkLst>
            <pc:docMk/>
            <pc:sldMk cId="1540095095" sldId="1267"/>
            <ac:spMk id="2" creationId="{F69F3848-C4AB-A357-A9D7-DCEE0A411F90}"/>
          </ac:spMkLst>
        </pc:spChg>
      </pc:sldChg>
      <pc:sldChg chg="modSp new mod">
        <pc:chgData name="Qu, Chengyi" userId="9f02c3db-5b00-4063-9ad4-7cdd84fdd2bb" providerId="ADAL" clId="{4E6C8C46-4CA7-45F0-A64C-A1BF1A9CF22A}" dt="2025-02-05T22:41:00.683" v="1494" actId="20577"/>
        <pc:sldMkLst>
          <pc:docMk/>
          <pc:sldMk cId="3510678308" sldId="1268"/>
        </pc:sldMkLst>
        <pc:spChg chg="mod">
          <ac:chgData name="Qu, Chengyi" userId="9f02c3db-5b00-4063-9ad4-7cdd84fdd2bb" providerId="ADAL" clId="{4E6C8C46-4CA7-45F0-A64C-A1BF1A9CF22A}" dt="2025-02-05T22:12:29.586" v="80" actId="20577"/>
          <ac:spMkLst>
            <pc:docMk/>
            <pc:sldMk cId="3510678308" sldId="1268"/>
            <ac:spMk id="3" creationId="{7518EC52-445D-74D1-08EF-74EEC0D06E24}"/>
          </ac:spMkLst>
        </pc:spChg>
        <pc:spChg chg="mod">
          <ac:chgData name="Qu, Chengyi" userId="9f02c3db-5b00-4063-9ad4-7cdd84fdd2bb" providerId="ADAL" clId="{4E6C8C46-4CA7-45F0-A64C-A1BF1A9CF22A}" dt="2025-02-05T22:41:00.683" v="1494" actId="20577"/>
          <ac:spMkLst>
            <pc:docMk/>
            <pc:sldMk cId="3510678308" sldId="1268"/>
            <ac:spMk id="4" creationId="{FD27629D-BF9E-314C-306B-043C2A30CE5E}"/>
          </ac:spMkLst>
        </pc:spChg>
      </pc:sldChg>
      <pc:sldChg chg="modSp new mod">
        <pc:chgData name="Qu, Chengyi" userId="9f02c3db-5b00-4063-9ad4-7cdd84fdd2bb" providerId="ADAL" clId="{4E6C8C46-4CA7-45F0-A64C-A1BF1A9CF22A}" dt="2025-02-05T22:22:03.582" v="734" actId="20577"/>
        <pc:sldMkLst>
          <pc:docMk/>
          <pc:sldMk cId="1313510987" sldId="1269"/>
        </pc:sldMkLst>
        <pc:spChg chg="mod">
          <ac:chgData name="Qu, Chengyi" userId="9f02c3db-5b00-4063-9ad4-7cdd84fdd2bb" providerId="ADAL" clId="{4E6C8C46-4CA7-45F0-A64C-A1BF1A9CF22A}" dt="2025-02-05T22:22:03.582" v="734" actId="20577"/>
          <ac:spMkLst>
            <pc:docMk/>
            <pc:sldMk cId="1313510987" sldId="1269"/>
            <ac:spMk id="3" creationId="{2032863F-603D-7E59-A4EE-387B9CF8561F}"/>
          </ac:spMkLst>
        </pc:spChg>
        <pc:spChg chg="mod">
          <ac:chgData name="Qu, Chengyi" userId="9f02c3db-5b00-4063-9ad4-7cdd84fdd2bb" providerId="ADAL" clId="{4E6C8C46-4CA7-45F0-A64C-A1BF1A9CF22A}" dt="2025-02-05T22:21:59.008" v="721" actId="27636"/>
          <ac:spMkLst>
            <pc:docMk/>
            <pc:sldMk cId="1313510987" sldId="1269"/>
            <ac:spMk id="4" creationId="{FA2CBA40-AA79-4C66-F9B1-ED19B4B77CDB}"/>
          </ac:spMkLst>
        </pc:spChg>
      </pc:sldChg>
      <pc:sldChg chg="del">
        <pc:chgData name="Qu, Chengyi" userId="9f02c3db-5b00-4063-9ad4-7cdd84fdd2bb" providerId="ADAL" clId="{4E6C8C46-4CA7-45F0-A64C-A1BF1A9CF22A}" dt="2025-02-05T22:11:54.086" v="0" actId="47"/>
        <pc:sldMkLst>
          <pc:docMk/>
          <pc:sldMk cId="2052882726" sldId="1269"/>
        </pc:sldMkLst>
      </pc:sldChg>
      <pc:sldChg chg="del">
        <pc:chgData name="Qu, Chengyi" userId="9f02c3db-5b00-4063-9ad4-7cdd84fdd2bb" providerId="ADAL" clId="{4E6C8C46-4CA7-45F0-A64C-A1BF1A9CF22A}" dt="2025-02-05T22:11:54.086" v="0" actId="47"/>
        <pc:sldMkLst>
          <pc:docMk/>
          <pc:sldMk cId="212478137" sldId="1270"/>
        </pc:sldMkLst>
      </pc:sldChg>
      <pc:sldChg chg="addSp delSp modSp new mod">
        <pc:chgData name="Qu, Chengyi" userId="9f02c3db-5b00-4063-9ad4-7cdd84fdd2bb" providerId="ADAL" clId="{4E6C8C46-4CA7-45F0-A64C-A1BF1A9CF22A}" dt="2025-02-05T22:23:50.759" v="776" actId="14100"/>
        <pc:sldMkLst>
          <pc:docMk/>
          <pc:sldMk cId="391182087" sldId="1270"/>
        </pc:sldMkLst>
        <pc:spChg chg="del">
          <ac:chgData name="Qu, Chengyi" userId="9f02c3db-5b00-4063-9ad4-7cdd84fdd2bb" providerId="ADAL" clId="{4E6C8C46-4CA7-45F0-A64C-A1BF1A9CF22A}" dt="2025-02-05T22:22:08.902" v="735"/>
          <ac:spMkLst>
            <pc:docMk/>
            <pc:sldMk cId="391182087" sldId="1270"/>
            <ac:spMk id="3" creationId="{03A1E566-416C-32AA-5B4D-1C1E7B082B55}"/>
          </ac:spMkLst>
        </pc:spChg>
        <pc:spChg chg="del">
          <ac:chgData name="Qu, Chengyi" userId="9f02c3db-5b00-4063-9ad4-7cdd84fdd2bb" providerId="ADAL" clId="{4E6C8C46-4CA7-45F0-A64C-A1BF1A9CF22A}" dt="2025-02-05T22:22:44.177" v="738"/>
          <ac:spMkLst>
            <pc:docMk/>
            <pc:sldMk cId="391182087" sldId="1270"/>
            <ac:spMk id="4" creationId="{FE717EA6-ED46-6342-789D-6D6018A3A0EA}"/>
          </ac:spMkLst>
        </pc:spChg>
        <pc:spChg chg="add mod">
          <ac:chgData name="Qu, Chengyi" userId="9f02c3db-5b00-4063-9ad4-7cdd84fdd2bb" providerId="ADAL" clId="{4E6C8C46-4CA7-45F0-A64C-A1BF1A9CF22A}" dt="2025-02-05T22:22:11.946" v="737" actId="20577"/>
          <ac:spMkLst>
            <pc:docMk/>
            <pc:sldMk cId="391182087" sldId="1270"/>
            <ac:spMk id="5" creationId="{332E13D4-8B50-15BB-3029-E99650EF0619}"/>
          </ac:spMkLst>
        </pc:spChg>
        <pc:spChg chg="add mod">
          <ac:chgData name="Qu, Chengyi" userId="9f02c3db-5b00-4063-9ad4-7cdd84fdd2bb" providerId="ADAL" clId="{4E6C8C46-4CA7-45F0-A64C-A1BF1A9CF22A}" dt="2025-02-05T22:23:50.759" v="776" actId="14100"/>
          <ac:spMkLst>
            <pc:docMk/>
            <pc:sldMk cId="391182087" sldId="1270"/>
            <ac:spMk id="6" creationId="{324FE81F-BF2E-AC0E-A877-2B00013E6A0C}"/>
          </ac:spMkLst>
        </pc:spChg>
        <pc:spChg chg="add">
          <ac:chgData name="Qu, Chengyi" userId="9f02c3db-5b00-4063-9ad4-7cdd84fdd2bb" providerId="ADAL" clId="{4E6C8C46-4CA7-45F0-A64C-A1BF1A9CF22A}" dt="2025-02-05T22:23:10.022" v="754"/>
          <ac:spMkLst>
            <pc:docMk/>
            <pc:sldMk cId="391182087" sldId="1270"/>
            <ac:spMk id="7" creationId="{5F3CEE6A-9F36-6766-2B50-A399818A6F2C}"/>
          </ac:spMkLst>
        </pc:spChg>
        <pc:spChg chg="add">
          <ac:chgData name="Qu, Chengyi" userId="9f02c3db-5b00-4063-9ad4-7cdd84fdd2bb" providerId="ADAL" clId="{4E6C8C46-4CA7-45F0-A64C-A1BF1A9CF22A}" dt="2025-02-05T22:23:13.678" v="757"/>
          <ac:spMkLst>
            <pc:docMk/>
            <pc:sldMk cId="391182087" sldId="1270"/>
            <ac:spMk id="8" creationId="{078B80D1-DC80-7AD7-5C65-BB50C1510AF5}"/>
          </ac:spMkLst>
        </pc:spChg>
        <pc:spChg chg="add">
          <ac:chgData name="Qu, Chengyi" userId="9f02c3db-5b00-4063-9ad4-7cdd84fdd2bb" providerId="ADAL" clId="{4E6C8C46-4CA7-45F0-A64C-A1BF1A9CF22A}" dt="2025-02-05T22:23:27.490" v="768"/>
          <ac:spMkLst>
            <pc:docMk/>
            <pc:sldMk cId="391182087" sldId="1270"/>
            <ac:spMk id="9" creationId="{C694ACB7-2855-6470-39BD-F0DFE2FBAB1E}"/>
          </ac:spMkLst>
        </pc:spChg>
      </pc:sldChg>
      <pc:sldChg chg="del">
        <pc:chgData name="Qu, Chengyi" userId="9f02c3db-5b00-4063-9ad4-7cdd84fdd2bb" providerId="ADAL" clId="{4E6C8C46-4CA7-45F0-A64C-A1BF1A9CF22A}" dt="2025-02-05T22:11:54.086" v="0" actId="47"/>
        <pc:sldMkLst>
          <pc:docMk/>
          <pc:sldMk cId="138937308" sldId="1271"/>
        </pc:sldMkLst>
      </pc:sldChg>
      <pc:sldChg chg="addSp delSp modSp new mod ord">
        <pc:chgData name="Qu, Chengyi" userId="9f02c3db-5b00-4063-9ad4-7cdd84fdd2bb" providerId="ADAL" clId="{4E6C8C46-4CA7-45F0-A64C-A1BF1A9CF22A}" dt="2025-02-05T22:34:47.509" v="1139" actId="20577"/>
        <pc:sldMkLst>
          <pc:docMk/>
          <pc:sldMk cId="525477189" sldId="1271"/>
        </pc:sldMkLst>
        <pc:spChg chg="mod">
          <ac:chgData name="Qu, Chengyi" userId="9f02c3db-5b00-4063-9ad4-7cdd84fdd2bb" providerId="ADAL" clId="{4E6C8C46-4CA7-45F0-A64C-A1BF1A9CF22A}" dt="2025-02-05T22:28:58.133" v="882" actId="20577"/>
          <ac:spMkLst>
            <pc:docMk/>
            <pc:sldMk cId="525477189" sldId="1271"/>
            <ac:spMk id="3" creationId="{706231A7-013F-6A3F-3814-0C6F1C617958}"/>
          </ac:spMkLst>
        </pc:spChg>
        <pc:spChg chg="del">
          <ac:chgData name="Qu, Chengyi" userId="9f02c3db-5b00-4063-9ad4-7cdd84fdd2bb" providerId="ADAL" clId="{4E6C8C46-4CA7-45F0-A64C-A1BF1A9CF22A}" dt="2025-02-05T22:29:08.361" v="883"/>
          <ac:spMkLst>
            <pc:docMk/>
            <pc:sldMk cId="525477189" sldId="1271"/>
            <ac:spMk id="4" creationId="{4DB0AE6B-78E1-AA16-B866-E24BB1BC46B5}"/>
          </ac:spMkLst>
        </pc:spChg>
        <pc:spChg chg="add mod">
          <ac:chgData name="Qu, Chengyi" userId="9f02c3db-5b00-4063-9ad4-7cdd84fdd2bb" providerId="ADAL" clId="{4E6C8C46-4CA7-45F0-A64C-A1BF1A9CF22A}" dt="2025-02-05T22:34:47.509" v="1139" actId="20577"/>
          <ac:spMkLst>
            <pc:docMk/>
            <pc:sldMk cId="525477189" sldId="1271"/>
            <ac:spMk id="5" creationId="{6EB96FA5-23C5-5062-BF9B-4B1DF59CCAAF}"/>
          </ac:spMkLst>
        </pc:spChg>
      </pc:sldChg>
      <pc:sldChg chg="addSp delSp modSp add mod">
        <pc:chgData name="Qu, Chengyi" userId="9f02c3db-5b00-4063-9ad4-7cdd84fdd2bb" providerId="ADAL" clId="{4E6C8C46-4CA7-45F0-A64C-A1BF1A9CF22A}" dt="2025-02-05T22:28:03.704" v="866" actId="20577"/>
        <pc:sldMkLst>
          <pc:docMk/>
          <pc:sldMk cId="548290965" sldId="1272"/>
        </pc:sldMkLst>
        <pc:spChg chg="add">
          <ac:chgData name="Qu, Chengyi" userId="9f02c3db-5b00-4063-9ad4-7cdd84fdd2bb" providerId="ADAL" clId="{4E6C8C46-4CA7-45F0-A64C-A1BF1A9CF22A}" dt="2025-02-05T22:24:51.609" v="793"/>
          <ac:spMkLst>
            <pc:docMk/>
            <pc:sldMk cId="548290965" sldId="1272"/>
            <ac:spMk id="3" creationId="{6350780B-2FF8-7AC2-5CB9-AA20CC0B53D9}"/>
          </ac:spMkLst>
        </pc:spChg>
        <pc:spChg chg="add">
          <ac:chgData name="Qu, Chengyi" userId="9f02c3db-5b00-4063-9ad4-7cdd84fdd2bb" providerId="ADAL" clId="{4E6C8C46-4CA7-45F0-A64C-A1BF1A9CF22A}" dt="2025-02-05T22:25:00.063" v="794"/>
          <ac:spMkLst>
            <pc:docMk/>
            <pc:sldMk cId="548290965" sldId="1272"/>
            <ac:spMk id="4" creationId="{5F8DCA9F-D7A7-5826-48FF-1DC0096AF7E8}"/>
          </ac:spMkLst>
        </pc:spChg>
        <pc:spChg chg="mod">
          <ac:chgData name="Qu, Chengyi" userId="9f02c3db-5b00-4063-9ad4-7cdd84fdd2bb" providerId="ADAL" clId="{4E6C8C46-4CA7-45F0-A64C-A1BF1A9CF22A}" dt="2025-02-05T22:23:59.736" v="780" actId="20577"/>
          <ac:spMkLst>
            <pc:docMk/>
            <pc:sldMk cId="548290965" sldId="1272"/>
            <ac:spMk id="5" creationId="{1273DFFF-9C37-B092-B1EC-564E7663FA90}"/>
          </ac:spMkLst>
        </pc:spChg>
        <pc:spChg chg="mod">
          <ac:chgData name="Qu, Chengyi" userId="9f02c3db-5b00-4063-9ad4-7cdd84fdd2bb" providerId="ADAL" clId="{4E6C8C46-4CA7-45F0-A64C-A1BF1A9CF22A}" dt="2025-02-05T22:28:03.704" v="866" actId="20577"/>
          <ac:spMkLst>
            <pc:docMk/>
            <pc:sldMk cId="548290965" sldId="1272"/>
            <ac:spMk id="6" creationId="{B2569E34-9E62-E7FF-2C53-B825BC0ABF07}"/>
          </ac:spMkLst>
        </pc:spChg>
        <pc:spChg chg="add">
          <ac:chgData name="Qu, Chengyi" userId="9f02c3db-5b00-4063-9ad4-7cdd84fdd2bb" providerId="ADAL" clId="{4E6C8C46-4CA7-45F0-A64C-A1BF1A9CF22A}" dt="2025-02-05T22:25:01.378" v="795"/>
          <ac:spMkLst>
            <pc:docMk/>
            <pc:sldMk cId="548290965" sldId="1272"/>
            <ac:spMk id="7" creationId="{724FDE60-1091-0DAE-1616-C1C0505B1A48}"/>
          </ac:spMkLst>
        </pc:spChg>
        <pc:spChg chg="add mod">
          <ac:chgData name="Qu, Chengyi" userId="9f02c3db-5b00-4063-9ad4-7cdd84fdd2bb" providerId="ADAL" clId="{4E6C8C46-4CA7-45F0-A64C-A1BF1A9CF22A}" dt="2025-02-05T22:25:02.786" v="799"/>
          <ac:spMkLst>
            <pc:docMk/>
            <pc:sldMk cId="548290965" sldId="1272"/>
            <ac:spMk id="8" creationId="{64C50247-217D-A169-DDE4-1902223BA94D}"/>
          </ac:spMkLst>
        </pc:spChg>
        <pc:spChg chg="add mod">
          <ac:chgData name="Qu, Chengyi" userId="9f02c3db-5b00-4063-9ad4-7cdd84fdd2bb" providerId="ADAL" clId="{4E6C8C46-4CA7-45F0-A64C-A1BF1A9CF22A}" dt="2025-02-05T22:25:02.582" v="798"/>
          <ac:spMkLst>
            <pc:docMk/>
            <pc:sldMk cId="548290965" sldId="1272"/>
            <ac:spMk id="9" creationId="{C641F516-F929-6650-AF10-956BAD59EE9F}"/>
          </ac:spMkLst>
        </pc:spChg>
        <pc:spChg chg="add">
          <ac:chgData name="Qu, Chengyi" userId="9f02c3db-5b00-4063-9ad4-7cdd84fdd2bb" providerId="ADAL" clId="{4E6C8C46-4CA7-45F0-A64C-A1BF1A9CF22A}" dt="2025-02-05T22:25:11.367" v="807"/>
          <ac:spMkLst>
            <pc:docMk/>
            <pc:sldMk cId="548290965" sldId="1272"/>
            <ac:spMk id="10" creationId="{AFE95958-A5CF-8478-C739-4DEDA773498C}"/>
          </ac:spMkLst>
        </pc:spChg>
        <pc:spChg chg="add">
          <ac:chgData name="Qu, Chengyi" userId="9f02c3db-5b00-4063-9ad4-7cdd84fdd2bb" providerId="ADAL" clId="{4E6C8C46-4CA7-45F0-A64C-A1BF1A9CF22A}" dt="2025-02-05T22:25:20.806" v="808"/>
          <ac:spMkLst>
            <pc:docMk/>
            <pc:sldMk cId="548290965" sldId="1272"/>
            <ac:spMk id="11" creationId="{D46DFD4B-F6F8-4A48-2B44-8BCAD2050604}"/>
          </ac:spMkLst>
        </pc:spChg>
        <pc:spChg chg="add">
          <ac:chgData name="Qu, Chengyi" userId="9f02c3db-5b00-4063-9ad4-7cdd84fdd2bb" providerId="ADAL" clId="{4E6C8C46-4CA7-45F0-A64C-A1BF1A9CF22A}" dt="2025-02-05T22:25:22.966" v="809"/>
          <ac:spMkLst>
            <pc:docMk/>
            <pc:sldMk cId="548290965" sldId="1272"/>
            <ac:spMk id="12" creationId="{662178C6-B5B2-D514-3034-BE90F7055F98}"/>
          </ac:spMkLst>
        </pc:spChg>
        <pc:spChg chg="add">
          <ac:chgData name="Qu, Chengyi" userId="9f02c3db-5b00-4063-9ad4-7cdd84fdd2bb" providerId="ADAL" clId="{4E6C8C46-4CA7-45F0-A64C-A1BF1A9CF22A}" dt="2025-02-05T22:25:24.532" v="811"/>
          <ac:spMkLst>
            <pc:docMk/>
            <pc:sldMk cId="548290965" sldId="1272"/>
            <ac:spMk id="13" creationId="{38898936-FE69-5474-BACB-EB3FD66AB983}"/>
          </ac:spMkLst>
        </pc:spChg>
        <pc:spChg chg="add">
          <ac:chgData name="Qu, Chengyi" userId="9f02c3db-5b00-4063-9ad4-7cdd84fdd2bb" providerId="ADAL" clId="{4E6C8C46-4CA7-45F0-A64C-A1BF1A9CF22A}" dt="2025-02-05T22:25:28.659" v="812"/>
          <ac:spMkLst>
            <pc:docMk/>
            <pc:sldMk cId="548290965" sldId="1272"/>
            <ac:spMk id="14" creationId="{5F0A14B0-371B-F149-D4F8-D4986B594CF2}"/>
          </ac:spMkLst>
        </pc:spChg>
        <pc:spChg chg="add">
          <ac:chgData name="Qu, Chengyi" userId="9f02c3db-5b00-4063-9ad4-7cdd84fdd2bb" providerId="ADAL" clId="{4E6C8C46-4CA7-45F0-A64C-A1BF1A9CF22A}" dt="2025-02-05T22:25:34.413" v="814"/>
          <ac:spMkLst>
            <pc:docMk/>
            <pc:sldMk cId="548290965" sldId="1272"/>
            <ac:spMk id="15" creationId="{40CB32A8-B6B9-FE45-6D71-B6E033007974}"/>
          </ac:spMkLst>
        </pc:spChg>
        <pc:spChg chg="add">
          <ac:chgData name="Qu, Chengyi" userId="9f02c3db-5b00-4063-9ad4-7cdd84fdd2bb" providerId="ADAL" clId="{4E6C8C46-4CA7-45F0-A64C-A1BF1A9CF22A}" dt="2025-02-05T22:25:36.789" v="817"/>
          <ac:spMkLst>
            <pc:docMk/>
            <pc:sldMk cId="548290965" sldId="1272"/>
            <ac:spMk id="16" creationId="{276C0186-2EBD-0F81-9C73-87A81833D58F}"/>
          </ac:spMkLst>
        </pc:spChg>
        <pc:spChg chg="add">
          <ac:chgData name="Qu, Chengyi" userId="9f02c3db-5b00-4063-9ad4-7cdd84fdd2bb" providerId="ADAL" clId="{4E6C8C46-4CA7-45F0-A64C-A1BF1A9CF22A}" dt="2025-02-05T22:25:39.812" v="818"/>
          <ac:spMkLst>
            <pc:docMk/>
            <pc:sldMk cId="548290965" sldId="1272"/>
            <ac:spMk id="17" creationId="{58564F32-BBAD-E883-4EE7-EF29FE04636D}"/>
          </ac:spMkLst>
        </pc:spChg>
        <pc:spChg chg="add">
          <ac:chgData name="Qu, Chengyi" userId="9f02c3db-5b00-4063-9ad4-7cdd84fdd2bb" providerId="ADAL" clId="{4E6C8C46-4CA7-45F0-A64C-A1BF1A9CF22A}" dt="2025-02-05T22:26:09.225" v="836"/>
          <ac:spMkLst>
            <pc:docMk/>
            <pc:sldMk cId="548290965" sldId="1272"/>
            <ac:spMk id="18" creationId="{A7590434-7279-EAC6-842F-4A1BE1846CBE}"/>
          </ac:spMkLst>
        </pc:spChg>
        <pc:spChg chg="add">
          <ac:chgData name="Qu, Chengyi" userId="9f02c3db-5b00-4063-9ad4-7cdd84fdd2bb" providerId="ADAL" clId="{4E6C8C46-4CA7-45F0-A64C-A1BF1A9CF22A}" dt="2025-02-05T22:26:11.494" v="837"/>
          <ac:spMkLst>
            <pc:docMk/>
            <pc:sldMk cId="548290965" sldId="1272"/>
            <ac:spMk id="19" creationId="{2FD1FF99-59B8-A5EA-C15C-5E3F25B566FC}"/>
          </ac:spMkLst>
        </pc:spChg>
        <pc:spChg chg="add">
          <ac:chgData name="Qu, Chengyi" userId="9f02c3db-5b00-4063-9ad4-7cdd84fdd2bb" providerId="ADAL" clId="{4E6C8C46-4CA7-45F0-A64C-A1BF1A9CF22A}" dt="2025-02-05T22:26:13.078" v="839"/>
          <ac:spMkLst>
            <pc:docMk/>
            <pc:sldMk cId="548290965" sldId="1272"/>
            <ac:spMk id="20" creationId="{221BDAF2-F9D7-AF5D-1235-041B8452A1BB}"/>
          </ac:spMkLst>
        </pc:spChg>
        <pc:spChg chg="add">
          <ac:chgData name="Qu, Chengyi" userId="9f02c3db-5b00-4063-9ad4-7cdd84fdd2bb" providerId="ADAL" clId="{4E6C8C46-4CA7-45F0-A64C-A1BF1A9CF22A}" dt="2025-02-05T22:26:18.812" v="840"/>
          <ac:spMkLst>
            <pc:docMk/>
            <pc:sldMk cId="548290965" sldId="1272"/>
            <ac:spMk id="21" creationId="{A93F12EE-0E87-5E3C-AB15-F654A1A8CC9B}"/>
          </ac:spMkLst>
        </pc:spChg>
        <pc:spChg chg="add">
          <ac:chgData name="Qu, Chengyi" userId="9f02c3db-5b00-4063-9ad4-7cdd84fdd2bb" providerId="ADAL" clId="{4E6C8C46-4CA7-45F0-A64C-A1BF1A9CF22A}" dt="2025-02-05T22:27:05.646" v="848"/>
          <ac:spMkLst>
            <pc:docMk/>
            <pc:sldMk cId="548290965" sldId="1272"/>
            <ac:spMk id="22" creationId="{34E76724-FC5D-7B78-E967-9AE65EDC538F}"/>
          </ac:spMkLst>
        </pc:spChg>
        <pc:spChg chg="add del mod">
          <ac:chgData name="Qu, Chengyi" userId="9f02c3db-5b00-4063-9ad4-7cdd84fdd2bb" providerId="ADAL" clId="{4E6C8C46-4CA7-45F0-A64C-A1BF1A9CF22A}" dt="2025-02-05T22:27:41.676" v="863"/>
          <ac:spMkLst>
            <pc:docMk/>
            <pc:sldMk cId="548290965" sldId="1272"/>
            <ac:spMk id="23" creationId="{AEA136D4-5691-850C-C384-D71B4DFEE9CA}"/>
          </ac:spMkLst>
        </pc:spChg>
      </pc:sldChg>
      <pc:sldChg chg="del">
        <pc:chgData name="Qu, Chengyi" userId="9f02c3db-5b00-4063-9ad4-7cdd84fdd2bb" providerId="ADAL" clId="{4E6C8C46-4CA7-45F0-A64C-A1BF1A9CF22A}" dt="2025-02-05T22:11:54.086" v="0" actId="47"/>
        <pc:sldMkLst>
          <pc:docMk/>
          <pc:sldMk cId="1037768067" sldId="1272"/>
        </pc:sldMkLst>
      </pc:sldChg>
      <pc:sldChg chg="modSp new mod">
        <pc:chgData name="Qu, Chengyi" userId="9f02c3db-5b00-4063-9ad4-7cdd84fdd2bb" providerId="ADAL" clId="{4E6C8C46-4CA7-45F0-A64C-A1BF1A9CF22A}" dt="2025-02-05T22:32:40.048" v="979" actId="27636"/>
        <pc:sldMkLst>
          <pc:docMk/>
          <pc:sldMk cId="157116758" sldId="1273"/>
        </pc:sldMkLst>
        <pc:spChg chg="mod">
          <ac:chgData name="Qu, Chengyi" userId="9f02c3db-5b00-4063-9ad4-7cdd84fdd2bb" providerId="ADAL" clId="{4E6C8C46-4CA7-45F0-A64C-A1BF1A9CF22A}" dt="2025-02-05T22:31:24.167" v="969" actId="20577"/>
          <ac:spMkLst>
            <pc:docMk/>
            <pc:sldMk cId="157116758" sldId="1273"/>
            <ac:spMk id="3" creationId="{183737DD-5DB2-0500-AC71-C0F34BCCF701}"/>
          </ac:spMkLst>
        </pc:spChg>
        <pc:spChg chg="mod">
          <ac:chgData name="Qu, Chengyi" userId="9f02c3db-5b00-4063-9ad4-7cdd84fdd2bb" providerId="ADAL" clId="{4E6C8C46-4CA7-45F0-A64C-A1BF1A9CF22A}" dt="2025-02-05T22:32:40.048" v="979" actId="27636"/>
          <ac:spMkLst>
            <pc:docMk/>
            <pc:sldMk cId="157116758" sldId="1273"/>
            <ac:spMk id="4" creationId="{1417992E-39FB-6A0A-2D59-4802B2AE4D03}"/>
          </ac:spMkLst>
        </pc:spChg>
      </pc:sldChg>
      <pc:sldChg chg="del">
        <pc:chgData name="Qu, Chengyi" userId="9f02c3db-5b00-4063-9ad4-7cdd84fdd2bb" providerId="ADAL" clId="{4E6C8C46-4CA7-45F0-A64C-A1BF1A9CF22A}" dt="2025-02-05T22:11:54.086" v="0" actId="47"/>
        <pc:sldMkLst>
          <pc:docMk/>
          <pc:sldMk cId="4022901261" sldId="1273"/>
        </pc:sldMkLst>
      </pc:sldChg>
      <pc:sldChg chg="del">
        <pc:chgData name="Qu, Chengyi" userId="9f02c3db-5b00-4063-9ad4-7cdd84fdd2bb" providerId="ADAL" clId="{4E6C8C46-4CA7-45F0-A64C-A1BF1A9CF22A}" dt="2025-02-05T22:11:54.086" v="0" actId="47"/>
        <pc:sldMkLst>
          <pc:docMk/>
          <pc:sldMk cId="405155692" sldId="1274"/>
        </pc:sldMkLst>
      </pc:sldChg>
      <pc:sldChg chg="modSp new mod">
        <pc:chgData name="Qu, Chengyi" userId="9f02c3db-5b00-4063-9ad4-7cdd84fdd2bb" providerId="ADAL" clId="{4E6C8C46-4CA7-45F0-A64C-A1BF1A9CF22A}" dt="2025-02-05T22:33:10.454" v="1022" actId="20577"/>
        <pc:sldMkLst>
          <pc:docMk/>
          <pc:sldMk cId="528093289" sldId="1274"/>
        </pc:sldMkLst>
        <pc:spChg chg="mod">
          <ac:chgData name="Qu, Chengyi" userId="9f02c3db-5b00-4063-9ad4-7cdd84fdd2bb" providerId="ADAL" clId="{4E6C8C46-4CA7-45F0-A64C-A1BF1A9CF22A}" dt="2025-02-05T22:33:10.454" v="1022" actId="20577"/>
          <ac:spMkLst>
            <pc:docMk/>
            <pc:sldMk cId="528093289" sldId="1274"/>
            <ac:spMk id="3" creationId="{022A498F-0D16-F47A-1982-6D8F15E77D96}"/>
          </ac:spMkLst>
        </pc:spChg>
        <pc:spChg chg="mod">
          <ac:chgData name="Qu, Chengyi" userId="9f02c3db-5b00-4063-9ad4-7cdd84fdd2bb" providerId="ADAL" clId="{4E6C8C46-4CA7-45F0-A64C-A1BF1A9CF22A}" dt="2025-02-05T22:33:03.700" v="1003" actId="20577"/>
          <ac:spMkLst>
            <pc:docMk/>
            <pc:sldMk cId="528093289" sldId="1274"/>
            <ac:spMk id="4" creationId="{A489DE70-5355-43E9-2A4B-69840AF53DCA}"/>
          </ac:spMkLst>
        </pc:spChg>
      </pc:sldChg>
      <pc:sldChg chg="modSp new mod">
        <pc:chgData name="Qu, Chengyi" userId="9f02c3db-5b00-4063-9ad4-7cdd84fdd2bb" providerId="ADAL" clId="{4E6C8C46-4CA7-45F0-A64C-A1BF1A9CF22A}" dt="2025-02-05T22:40:26.096" v="1469" actId="20577"/>
        <pc:sldMkLst>
          <pc:docMk/>
          <pc:sldMk cId="1728774525" sldId="1275"/>
        </pc:sldMkLst>
        <pc:spChg chg="mod">
          <ac:chgData name="Qu, Chengyi" userId="9f02c3db-5b00-4063-9ad4-7cdd84fdd2bb" providerId="ADAL" clId="{4E6C8C46-4CA7-45F0-A64C-A1BF1A9CF22A}" dt="2025-02-05T22:33:54.546" v="1042" actId="20577"/>
          <ac:spMkLst>
            <pc:docMk/>
            <pc:sldMk cId="1728774525" sldId="1275"/>
            <ac:spMk id="3" creationId="{A0218E44-630A-D7CF-4A35-C28328CB898F}"/>
          </ac:spMkLst>
        </pc:spChg>
        <pc:spChg chg="mod">
          <ac:chgData name="Qu, Chengyi" userId="9f02c3db-5b00-4063-9ad4-7cdd84fdd2bb" providerId="ADAL" clId="{4E6C8C46-4CA7-45F0-A64C-A1BF1A9CF22A}" dt="2025-02-05T22:40:26.096" v="1469" actId="20577"/>
          <ac:spMkLst>
            <pc:docMk/>
            <pc:sldMk cId="1728774525" sldId="1275"/>
            <ac:spMk id="4" creationId="{1F6BBEDC-DDDA-2279-CA7D-6001F2FADAAF}"/>
          </ac:spMkLst>
        </pc:spChg>
      </pc:sldChg>
      <pc:sldChg chg="del">
        <pc:chgData name="Qu, Chengyi" userId="9f02c3db-5b00-4063-9ad4-7cdd84fdd2bb" providerId="ADAL" clId="{4E6C8C46-4CA7-45F0-A64C-A1BF1A9CF22A}" dt="2025-02-05T22:11:54.086" v="0" actId="47"/>
        <pc:sldMkLst>
          <pc:docMk/>
          <pc:sldMk cId="2191739979" sldId="1275"/>
        </pc:sldMkLst>
      </pc:sldChg>
      <pc:sldChg chg="addSp modSp new mod modAnim">
        <pc:chgData name="Qu, Chengyi" userId="9f02c3db-5b00-4063-9ad4-7cdd84fdd2bb" providerId="ADAL" clId="{4E6C8C46-4CA7-45F0-A64C-A1BF1A9CF22A}" dt="2025-02-05T22:43:01.185" v="1558"/>
        <pc:sldMkLst>
          <pc:docMk/>
          <pc:sldMk cId="1747015592" sldId="1276"/>
        </pc:sldMkLst>
        <pc:spChg chg="mod">
          <ac:chgData name="Qu, Chengyi" userId="9f02c3db-5b00-4063-9ad4-7cdd84fdd2bb" providerId="ADAL" clId="{4E6C8C46-4CA7-45F0-A64C-A1BF1A9CF22A}" dt="2025-02-05T22:39:21.112" v="1358" actId="20577"/>
          <ac:spMkLst>
            <pc:docMk/>
            <pc:sldMk cId="1747015592" sldId="1276"/>
            <ac:spMk id="3" creationId="{96887548-B8FF-D54B-F3FE-1F1952E0C108}"/>
          </ac:spMkLst>
        </pc:spChg>
        <pc:spChg chg="mod">
          <ac:chgData name="Qu, Chengyi" userId="9f02c3db-5b00-4063-9ad4-7cdd84fdd2bb" providerId="ADAL" clId="{4E6C8C46-4CA7-45F0-A64C-A1BF1A9CF22A}" dt="2025-02-05T22:39:09.809" v="1338" actId="21"/>
          <ac:spMkLst>
            <pc:docMk/>
            <pc:sldMk cId="1747015592" sldId="1276"/>
            <ac:spMk id="4" creationId="{3588FFD7-E5F9-67E6-3506-C73BF53E5B90}"/>
          </ac:spMkLst>
        </pc:spChg>
        <pc:spChg chg="add mod">
          <ac:chgData name="Qu, Chengyi" userId="9f02c3db-5b00-4063-9ad4-7cdd84fdd2bb" providerId="ADAL" clId="{4E6C8C46-4CA7-45F0-A64C-A1BF1A9CF22A}" dt="2025-02-05T22:39:48.217" v="1362" actId="1582"/>
          <ac:spMkLst>
            <pc:docMk/>
            <pc:sldMk cId="1747015592" sldId="1276"/>
            <ac:spMk id="5" creationId="{9A803B4F-4566-446B-A1CC-EDB1A0E2F7B1}"/>
          </ac:spMkLst>
        </pc:spChg>
        <pc:spChg chg="add mod">
          <ac:chgData name="Qu, Chengyi" userId="9f02c3db-5b00-4063-9ad4-7cdd84fdd2bb" providerId="ADAL" clId="{4E6C8C46-4CA7-45F0-A64C-A1BF1A9CF22A}" dt="2025-02-05T22:39:56.196" v="1365" actId="14100"/>
          <ac:spMkLst>
            <pc:docMk/>
            <pc:sldMk cId="1747015592" sldId="1276"/>
            <ac:spMk id="6" creationId="{78983EE9-0A5B-FCBA-F759-4564435F4DFC}"/>
          </ac:spMkLst>
        </pc:spChg>
        <pc:spChg chg="add mod">
          <ac:chgData name="Qu, Chengyi" userId="9f02c3db-5b00-4063-9ad4-7cdd84fdd2bb" providerId="ADAL" clId="{4E6C8C46-4CA7-45F0-A64C-A1BF1A9CF22A}" dt="2025-02-05T22:42:50.997" v="1557" actId="1076"/>
          <ac:spMkLst>
            <pc:docMk/>
            <pc:sldMk cId="1747015592" sldId="1276"/>
            <ac:spMk id="7" creationId="{16CA915B-0947-003F-7E4F-FD1648262427}"/>
          </ac:spMkLst>
        </pc:spChg>
        <pc:cxnChg chg="add mod">
          <ac:chgData name="Qu, Chengyi" userId="9f02c3db-5b00-4063-9ad4-7cdd84fdd2bb" providerId="ADAL" clId="{4E6C8C46-4CA7-45F0-A64C-A1BF1A9CF22A}" dt="2025-02-05T22:42:50.997" v="1557" actId="1076"/>
          <ac:cxnSpMkLst>
            <pc:docMk/>
            <pc:sldMk cId="1747015592" sldId="1276"/>
            <ac:cxnSpMk id="9" creationId="{877C34FC-9A3D-4271-3E01-F28538A18C94}"/>
          </ac:cxnSpMkLst>
        </pc:cxnChg>
        <pc:cxnChg chg="add mod">
          <ac:chgData name="Qu, Chengyi" userId="9f02c3db-5b00-4063-9ad4-7cdd84fdd2bb" providerId="ADAL" clId="{4E6C8C46-4CA7-45F0-A64C-A1BF1A9CF22A}" dt="2025-02-05T22:42:50.997" v="1557" actId="1076"/>
          <ac:cxnSpMkLst>
            <pc:docMk/>
            <pc:sldMk cId="1747015592" sldId="1276"/>
            <ac:cxnSpMk id="10" creationId="{AC73A043-A00B-8623-C133-BBA9AF1FA5C4}"/>
          </ac:cxnSpMkLst>
        </pc:cxnChg>
      </pc:sldChg>
      <pc:sldChg chg="del">
        <pc:chgData name="Qu, Chengyi" userId="9f02c3db-5b00-4063-9ad4-7cdd84fdd2bb" providerId="ADAL" clId="{4E6C8C46-4CA7-45F0-A64C-A1BF1A9CF22A}" dt="2025-02-05T22:11:54.086" v="0" actId="47"/>
        <pc:sldMkLst>
          <pc:docMk/>
          <pc:sldMk cId="4157881654" sldId="1276"/>
        </pc:sldMkLst>
      </pc:sldChg>
      <pc:sldChg chg="del">
        <pc:chgData name="Qu, Chengyi" userId="9f02c3db-5b00-4063-9ad4-7cdd84fdd2bb" providerId="ADAL" clId="{4E6C8C46-4CA7-45F0-A64C-A1BF1A9CF22A}" dt="2025-02-05T22:11:54.086" v="0" actId="47"/>
        <pc:sldMkLst>
          <pc:docMk/>
          <pc:sldMk cId="146075049" sldId="1277"/>
        </pc:sldMkLst>
      </pc:sldChg>
      <pc:sldChg chg="addSp modSp new mod">
        <pc:chgData name="Qu, Chengyi" userId="9f02c3db-5b00-4063-9ad4-7cdd84fdd2bb" providerId="ADAL" clId="{4E6C8C46-4CA7-45F0-A64C-A1BF1A9CF22A}" dt="2025-02-05T22:48:21.323" v="1794" actId="20577"/>
        <pc:sldMkLst>
          <pc:docMk/>
          <pc:sldMk cId="3157873661" sldId="1277"/>
        </pc:sldMkLst>
        <pc:spChg chg="mod">
          <ac:chgData name="Qu, Chengyi" userId="9f02c3db-5b00-4063-9ad4-7cdd84fdd2bb" providerId="ADAL" clId="{4E6C8C46-4CA7-45F0-A64C-A1BF1A9CF22A}" dt="2025-02-05T22:48:21.323" v="1794" actId="20577"/>
          <ac:spMkLst>
            <pc:docMk/>
            <pc:sldMk cId="3157873661" sldId="1277"/>
            <ac:spMk id="3" creationId="{0970FBA2-12AA-8BF9-3675-592B4C906930}"/>
          </ac:spMkLst>
        </pc:spChg>
        <pc:spChg chg="mod">
          <ac:chgData name="Qu, Chengyi" userId="9f02c3db-5b00-4063-9ad4-7cdd84fdd2bb" providerId="ADAL" clId="{4E6C8C46-4CA7-45F0-A64C-A1BF1A9CF22A}" dt="2025-02-05T22:47:52.033" v="1779" actId="27636"/>
          <ac:spMkLst>
            <pc:docMk/>
            <pc:sldMk cId="3157873661" sldId="1277"/>
            <ac:spMk id="4" creationId="{D11561B3-0B1A-09D2-6AEA-4013A0CFE05D}"/>
          </ac:spMkLst>
        </pc:spChg>
        <pc:spChg chg="add mod">
          <ac:chgData name="Qu, Chengyi" userId="9f02c3db-5b00-4063-9ad4-7cdd84fdd2bb" providerId="ADAL" clId="{4E6C8C46-4CA7-45F0-A64C-A1BF1A9CF22A}" dt="2025-02-05T22:48:12.772" v="1790" actId="1076"/>
          <ac:spMkLst>
            <pc:docMk/>
            <pc:sldMk cId="3157873661" sldId="1277"/>
            <ac:spMk id="5" creationId="{29BBAEFF-E158-5227-81D4-DF0E34CCDEC4}"/>
          </ac:spMkLst>
        </pc:spChg>
      </pc:sldChg>
      <pc:sldChg chg="del">
        <pc:chgData name="Qu, Chengyi" userId="9f02c3db-5b00-4063-9ad4-7cdd84fdd2bb" providerId="ADAL" clId="{4E6C8C46-4CA7-45F0-A64C-A1BF1A9CF22A}" dt="2025-02-05T22:11:54.086" v="0" actId="47"/>
        <pc:sldMkLst>
          <pc:docMk/>
          <pc:sldMk cId="959839137" sldId="1278"/>
        </pc:sldMkLst>
      </pc:sldChg>
      <pc:sldChg chg="new del">
        <pc:chgData name="Qu, Chengyi" userId="9f02c3db-5b00-4063-9ad4-7cdd84fdd2bb" providerId="ADAL" clId="{4E6C8C46-4CA7-45F0-A64C-A1BF1A9CF22A}" dt="2025-02-05T22:48:48.311" v="1839" actId="47"/>
        <pc:sldMkLst>
          <pc:docMk/>
          <pc:sldMk cId="3584540758" sldId="1278"/>
        </pc:sldMkLst>
      </pc:sldChg>
      <pc:sldChg chg="modSp new mod">
        <pc:chgData name="Qu, Chengyi" userId="9f02c3db-5b00-4063-9ad4-7cdd84fdd2bb" providerId="ADAL" clId="{4E6C8C46-4CA7-45F0-A64C-A1BF1A9CF22A}" dt="2025-02-05T22:48:29.164" v="1809" actId="20577"/>
        <pc:sldMkLst>
          <pc:docMk/>
          <pc:sldMk cId="938786212" sldId="1279"/>
        </pc:sldMkLst>
        <pc:spChg chg="mod">
          <ac:chgData name="Qu, Chengyi" userId="9f02c3db-5b00-4063-9ad4-7cdd84fdd2bb" providerId="ADAL" clId="{4E6C8C46-4CA7-45F0-A64C-A1BF1A9CF22A}" dt="2025-02-05T22:48:29.164" v="1809" actId="20577"/>
          <ac:spMkLst>
            <pc:docMk/>
            <pc:sldMk cId="938786212" sldId="1279"/>
            <ac:spMk id="3" creationId="{0D696E2A-C14E-FEA5-522A-D9ED674B331A}"/>
          </ac:spMkLst>
        </pc:spChg>
      </pc:sldChg>
      <pc:sldChg chg="del">
        <pc:chgData name="Qu, Chengyi" userId="9f02c3db-5b00-4063-9ad4-7cdd84fdd2bb" providerId="ADAL" clId="{4E6C8C46-4CA7-45F0-A64C-A1BF1A9CF22A}" dt="2025-02-05T22:11:54.086" v="0" actId="47"/>
        <pc:sldMkLst>
          <pc:docMk/>
          <pc:sldMk cId="1280740602" sldId="1279"/>
        </pc:sldMkLst>
      </pc:sldChg>
      <pc:sldChg chg="modSp new del mod">
        <pc:chgData name="Qu, Chengyi" userId="9f02c3db-5b00-4063-9ad4-7cdd84fdd2bb" providerId="ADAL" clId="{4E6C8C46-4CA7-45F0-A64C-A1BF1A9CF22A}" dt="2025-02-05T22:48:49.152" v="1840" actId="47"/>
        <pc:sldMkLst>
          <pc:docMk/>
          <pc:sldMk cId="118954927" sldId="1280"/>
        </pc:sldMkLst>
        <pc:spChg chg="mod">
          <ac:chgData name="Qu, Chengyi" userId="9f02c3db-5b00-4063-9ad4-7cdd84fdd2bb" providerId="ADAL" clId="{4E6C8C46-4CA7-45F0-A64C-A1BF1A9CF22A}" dt="2025-02-05T22:48:44.442" v="1838" actId="20577"/>
          <ac:spMkLst>
            <pc:docMk/>
            <pc:sldMk cId="118954927" sldId="1280"/>
            <ac:spMk id="3" creationId="{A225A85C-A443-D1E0-6DEA-7CE538F63257}"/>
          </ac:spMkLst>
        </pc:spChg>
      </pc:sldChg>
      <pc:sldChg chg="del">
        <pc:chgData name="Qu, Chengyi" userId="9f02c3db-5b00-4063-9ad4-7cdd84fdd2bb" providerId="ADAL" clId="{4E6C8C46-4CA7-45F0-A64C-A1BF1A9CF22A}" dt="2025-02-05T22:11:54.086" v="0" actId="47"/>
        <pc:sldMkLst>
          <pc:docMk/>
          <pc:sldMk cId="4161947085" sldId="1280"/>
        </pc:sldMkLst>
      </pc:sldChg>
      <pc:sldChg chg="del">
        <pc:chgData name="Qu, Chengyi" userId="9f02c3db-5b00-4063-9ad4-7cdd84fdd2bb" providerId="ADAL" clId="{4E6C8C46-4CA7-45F0-A64C-A1BF1A9CF22A}" dt="2025-02-05T22:11:54.086" v="0" actId="47"/>
        <pc:sldMkLst>
          <pc:docMk/>
          <pc:sldMk cId="949571628" sldId="1281"/>
        </pc:sldMkLst>
      </pc:sldChg>
      <pc:sldChg chg="del">
        <pc:chgData name="Qu, Chengyi" userId="9f02c3db-5b00-4063-9ad4-7cdd84fdd2bb" providerId="ADAL" clId="{4E6C8C46-4CA7-45F0-A64C-A1BF1A9CF22A}" dt="2025-02-05T22:11:54.086" v="0" actId="47"/>
        <pc:sldMkLst>
          <pc:docMk/>
          <pc:sldMk cId="4114087111" sldId="1283"/>
        </pc:sldMkLst>
      </pc:sldChg>
      <pc:sldChg chg="del">
        <pc:chgData name="Qu, Chengyi" userId="9f02c3db-5b00-4063-9ad4-7cdd84fdd2bb" providerId="ADAL" clId="{4E6C8C46-4CA7-45F0-A64C-A1BF1A9CF22A}" dt="2025-02-05T22:11:54.086" v="0" actId="47"/>
        <pc:sldMkLst>
          <pc:docMk/>
          <pc:sldMk cId="4130976894" sldId="1284"/>
        </pc:sldMkLst>
      </pc:sldChg>
      <pc:sldChg chg="del">
        <pc:chgData name="Qu, Chengyi" userId="9f02c3db-5b00-4063-9ad4-7cdd84fdd2bb" providerId="ADAL" clId="{4E6C8C46-4CA7-45F0-A64C-A1BF1A9CF22A}" dt="2025-02-05T22:11:54.086" v="0" actId="47"/>
        <pc:sldMkLst>
          <pc:docMk/>
          <pc:sldMk cId="3375103131" sldId="1285"/>
        </pc:sldMkLst>
      </pc:sldChg>
      <pc:sldChg chg="del">
        <pc:chgData name="Qu, Chengyi" userId="9f02c3db-5b00-4063-9ad4-7cdd84fdd2bb" providerId="ADAL" clId="{4E6C8C46-4CA7-45F0-A64C-A1BF1A9CF22A}" dt="2025-02-05T22:11:54.086" v="0" actId="47"/>
        <pc:sldMkLst>
          <pc:docMk/>
          <pc:sldMk cId="3221475082" sldId="1286"/>
        </pc:sldMkLst>
      </pc:sldChg>
      <pc:sldChg chg="del">
        <pc:chgData name="Qu, Chengyi" userId="9f02c3db-5b00-4063-9ad4-7cdd84fdd2bb" providerId="ADAL" clId="{4E6C8C46-4CA7-45F0-A64C-A1BF1A9CF22A}" dt="2025-02-05T22:11:54.086" v="0" actId="47"/>
        <pc:sldMkLst>
          <pc:docMk/>
          <pc:sldMk cId="3120525038" sldId="1287"/>
        </pc:sldMkLst>
      </pc:sldChg>
      <pc:sldChg chg="del">
        <pc:chgData name="Qu, Chengyi" userId="9f02c3db-5b00-4063-9ad4-7cdd84fdd2bb" providerId="ADAL" clId="{4E6C8C46-4CA7-45F0-A64C-A1BF1A9CF22A}" dt="2025-02-05T22:11:54.086" v="0" actId="47"/>
        <pc:sldMkLst>
          <pc:docMk/>
          <pc:sldMk cId="2588792380" sldId="1288"/>
        </pc:sldMkLst>
      </pc:sldChg>
      <pc:sldChg chg="del">
        <pc:chgData name="Qu, Chengyi" userId="9f02c3db-5b00-4063-9ad4-7cdd84fdd2bb" providerId="ADAL" clId="{4E6C8C46-4CA7-45F0-A64C-A1BF1A9CF22A}" dt="2025-02-05T22:11:54.086" v="0" actId="47"/>
        <pc:sldMkLst>
          <pc:docMk/>
          <pc:sldMk cId="38322588" sldId="1290"/>
        </pc:sldMkLst>
      </pc:sldChg>
    </pc:docChg>
  </pc:docChgLst>
  <pc:docChgLst>
    <pc:chgData name="Qu, Chengyi" userId="9f02c3db-5b00-4063-9ad4-7cdd84fdd2bb" providerId="ADAL" clId="{A681B8D5-D3E0-4919-80E1-C5B0C111E548}"/>
    <pc:docChg chg="undo custSel addSld delSld modSld delMainMaster">
      <pc:chgData name="Qu, Chengyi" userId="9f02c3db-5b00-4063-9ad4-7cdd84fdd2bb" providerId="ADAL" clId="{A681B8D5-D3E0-4919-80E1-C5B0C111E548}" dt="2024-02-28T02:54:24.758" v="5803" actId="20577"/>
      <pc:docMkLst>
        <pc:docMk/>
      </pc:docMkLst>
      <pc:sldChg chg="modSp del mod chgLayout">
        <pc:chgData name="Qu, Chengyi" userId="9f02c3db-5b00-4063-9ad4-7cdd84fdd2bb" providerId="ADAL" clId="{A681B8D5-D3E0-4919-80E1-C5B0C111E548}" dt="2024-02-28T00:51:53.714" v="39" actId="47"/>
        <pc:sldMkLst>
          <pc:docMk/>
          <pc:sldMk cId="553553694" sldId="258"/>
        </pc:sldMkLst>
      </pc:sldChg>
      <pc:sldChg chg="del">
        <pc:chgData name="Qu, Chengyi" userId="9f02c3db-5b00-4063-9ad4-7cdd84fdd2bb" providerId="ADAL" clId="{A681B8D5-D3E0-4919-80E1-C5B0C111E548}" dt="2024-02-28T00:58:13.222" v="353" actId="47"/>
        <pc:sldMkLst>
          <pc:docMk/>
          <pc:sldMk cId="0" sldId="261"/>
        </pc:sldMkLst>
      </pc:sldChg>
      <pc:sldChg chg="del">
        <pc:chgData name="Qu, Chengyi" userId="9f02c3db-5b00-4063-9ad4-7cdd84fdd2bb" providerId="ADAL" clId="{A681B8D5-D3E0-4919-80E1-C5B0C111E548}" dt="2024-02-28T00:58:13.222" v="353" actId="47"/>
        <pc:sldMkLst>
          <pc:docMk/>
          <pc:sldMk cId="0" sldId="262"/>
        </pc:sldMkLst>
      </pc:sldChg>
      <pc:sldChg chg="del">
        <pc:chgData name="Qu, Chengyi" userId="9f02c3db-5b00-4063-9ad4-7cdd84fdd2bb" providerId="ADAL" clId="{A681B8D5-D3E0-4919-80E1-C5B0C111E548}" dt="2024-02-28T00:58:13.222" v="353" actId="47"/>
        <pc:sldMkLst>
          <pc:docMk/>
          <pc:sldMk cId="0" sldId="263"/>
        </pc:sldMkLst>
      </pc:sldChg>
      <pc:sldChg chg="del">
        <pc:chgData name="Qu, Chengyi" userId="9f02c3db-5b00-4063-9ad4-7cdd84fdd2bb" providerId="ADAL" clId="{A681B8D5-D3E0-4919-80E1-C5B0C111E548}" dt="2024-02-28T00:58:13.222" v="353" actId="47"/>
        <pc:sldMkLst>
          <pc:docMk/>
          <pc:sldMk cId="0" sldId="264"/>
        </pc:sldMkLst>
      </pc:sldChg>
      <pc:sldChg chg="del">
        <pc:chgData name="Qu, Chengyi" userId="9f02c3db-5b00-4063-9ad4-7cdd84fdd2bb" providerId="ADAL" clId="{A681B8D5-D3E0-4919-80E1-C5B0C111E548}" dt="2024-02-28T00:58:13.222" v="353" actId="47"/>
        <pc:sldMkLst>
          <pc:docMk/>
          <pc:sldMk cId="0" sldId="265"/>
        </pc:sldMkLst>
      </pc:sldChg>
      <pc:sldChg chg="del">
        <pc:chgData name="Qu, Chengyi" userId="9f02c3db-5b00-4063-9ad4-7cdd84fdd2bb" providerId="ADAL" clId="{A681B8D5-D3E0-4919-80E1-C5B0C111E548}" dt="2024-02-28T00:58:13.222" v="353" actId="47"/>
        <pc:sldMkLst>
          <pc:docMk/>
          <pc:sldMk cId="1283235496" sldId="270"/>
        </pc:sldMkLst>
      </pc:sldChg>
      <pc:sldChg chg="del">
        <pc:chgData name="Qu, Chengyi" userId="9f02c3db-5b00-4063-9ad4-7cdd84fdd2bb" providerId="ADAL" clId="{A681B8D5-D3E0-4919-80E1-C5B0C111E548}" dt="2024-02-28T00:58:13.222" v="353" actId="47"/>
        <pc:sldMkLst>
          <pc:docMk/>
          <pc:sldMk cId="1976470243" sldId="271"/>
        </pc:sldMkLst>
      </pc:sldChg>
      <pc:sldChg chg="del">
        <pc:chgData name="Qu, Chengyi" userId="9f02c3db-5b00-4063-9ad4-7cdd84fdd2bb" providerId="ADAL" clId="{A681B8D5-D3E0-4919-80E1-C5B0C111E548}" dt="2024-02-28T00:58:13.222" v="353" actId="47"/>
        <pc:sldMkLst>
          <pc:docMk/>
          <pc:sldMk cId="2385946305" sldId="272"/>
        </pc:sldMkLst>
      </pc:sldChg>
      <pc:sldChg chg="del">
        <pc:chgData name="Qu, Chengyi" userId="9f02c3db-5b00-4063-9ad4-7cdd84fdd2bb" providerId="ADAL" clId="{A681B8D5-D3E0-4919-80E1-C5B0C111E548}" dt="2024-02-28T00:58:13.222" v="353" actId="47"/>
        <pc:sldMkLst>
          <pc:docMk/>
          <pc:sldMk cId="834100436" sldId="273"/>
        </pc:sldMkLst>
      </pc:sldChg>
      <pc:sldChg chg="del">
        <pc:chgData name="Qu, Chengyi" userId="9f02c3db-5b00-4063-9ad4-7cdd84fdd2bb" providerId="ADAL" clId="{A681B8D5-D3E0-4919-80E1-C5B0C111E548}" dt="2024-02-28T00:58:13.222" v="353" actId="47"/>
        <pc:sldMkLst>
          <pc:docMk/>
          <pc:sldMk cId="0" sldId="276"/>
        </pc:sldMkLst>
      </pc:sldChg>
      <pc:sldChg chg="del">
        <pc:chgData name="Qu, Chengyi" userId="9f02c3db-5b00-4063-9ad4-7cdd84fdd2bb" providerId="ADAL" clId="{A681B8D5-D3E0-4919-80E1-C5B0C111E548}" dt="2024-02-28T00:58:13.222" v="353" actId="47"/>
        <pc:sldMkLst>
          <pc:docMk/>
          <pc:sldMk cId="3925861337" sldId="280"/>
        </pc:sldMkLst>
      </pc:sldChg>
      <pc:sldChg chg="del">
        <pc:chgData name="Qu, Chengyi" userId="9f02c3db-5b00-4063-9ad4-7cdd84fdd2bb" providerId="ADAL" clId="{A681B8D5-D3E0-4919-80E1-C5B0C111E548}" dt="2024-02-28T00:58:13.222" v="353" actId="47"/>
        <pc:sldMkLst>
          <pc:docMk/>
          <pc:sldMk cId="1986486448" sldId="281"/>
        </pc:sldMkLst>
      </pc:sldChg>
      <pc:sldChg chg="del">
        <pc:chgData name="Qu, Chengyi" userId="9f02c3db-5b00-4063-9ad4-7cdd84fdd2bb" providerId="ADAL" clId="{A681B8D5-D3E0-4919-80E1-C5B0C111E548}" dt="2024-02-28T00:58:13.222" v="353" actId="47"/>
        <pc:sldMkLst>
          <pc:docMk/>
          <pc:sldMk cId="2836295078" sldId="282"/>
        </pc:sldMkLst>
      </pc:sldChg>
      <pc:sldChg chg="del">
        <pc:chgData name="Qu, Chengyi" userId="9f02c3db-5b00-4063-9ad4-7cdd84fdd2bb" providerId="ADAL" clId="{A681B8D5-D3E0-4919-80E1-C5B0C111E548}" dt="2024-02-28T00:58:13.222" v="353" actId="47"/>
        <pc:sldMkLst>
          <pc:docMk/>
          <pc:sldMk cId="996191177" sldId="332"/>
        </pc:sldMkLst>
      </pc:sldChg>
      <pc:sldChg chg="del">
        <pc:chgData name="Qu, Chengyi" userId="9f02c3db-5b00-4063-9ad4-7cdd84fdd2bb" providerId="ADAL" clId="{A681B8D5-D3E0-4919-80E1-C5B0C111E548}" dt="2024-02-28T00:58:13.222" v="353" actId="47"/>
        <pc:sldMkLst>
          <pc:docMk/>
          <pc:sldMk cId="2088431158" sldId="333"/>
        </pc:sldMkLst>
      </pc:sldChg>
      <pc:sldChg chg="del">
        <pc:chgData name="Qu, Chengyi" userId="9f02c3db-5b00-4063-9ad4-7cdd84fdd2bb" providerId="ADAL" clId="{A681B8D5-D3E0-4919-80E1-C5B0C111E548}" dt="2024-02-28T00:58:13.222" v="353" actId="47"/>
        <pc:sldMkLst>
          <pc:docMk/>
          <pc:sldMk cId="3190255653" sldId="334"/>
        </pc:sldMkLst>
      </pc:sldChg>
      <pc:sldChg chg="del">
        <pc:chgData name="Qu, Chengyi" userId="9f02c3db-5b00-4063-9ad4-7cdd84fdd2bb" providerId="ADAL" clId="{A681B8D5-D3E0-4919-80E1-C5B0C111E548}" dt="2024-02-28T00:58:13.222" v="353" actId="47"/>
        <pc:sldMkLst>
          <pc:docMk/>
          <pc:sldMk cId="4015059804" sldId="335"/>
        </pc:sldMkLst>
      </pc:sldChg>
      <pc:sldChg chg="del">
        <pc:chgData name="Qu, Chengyi" userId="9f02c3db-5b00-4063-9ad4-7cdd84fdd2bb" providerId="ADAL" clId="{A681B8D5-D3E0-4919-80E1-C5B0C111E548}" dt="2024-02-28T00:58:13.222" v="353" actId="47"/>
        <pc:sldMkLst>
          <pc:docMk/>
          <pc:sldMk cId="4242966397" sldId="390"/>
        </pc:sldMkLst>
      </pc:sldChg>
      <pc:sldChg chg="del">
        <pc:chgData name="Qu, Chengyi" userId="9f02c3db-5b00-4063-9ad4-7cdd84fdd2bb" providerId="ADAL" clId="{A681B8D5-D3E0-4919-80E1-C5B0C111E548}" dt="2024-02-28T00:58:13.222" v="353" actId="47"/>
        <pc:sldMkLst>
          <pc:docMk/>
          <pc:sldMk cId="2319081198" sldId="446"/>
        </pc:sldMkLst>
      </pc:sldChg>
      <pc:sldChg chg="del">
        <pc:chgData name="Qu, Chengyi" userId="9f02c3db-5b00-4063-9ad4-7cdd84fdd2bb" providerId="ADAL" clId="{A681B8D5-D3E0-4919-80E1-C5B0C111E548}" dt="2024-02-28T00:58:13.222" v="353" actId="47"/>
        <pc:sldMkLst>
          <pc:docMk/>
          <pc:sldMk cId="626454371" sldId="504"/>
        </pc:sldMkLst>
      </pc:sldChg>
      <pc:sldChg chg="del">
        <pc:chgData name="Qu, Chengyi" userId="9f02c3db-5b00-4063-9ad4-7cdd84fdd2bb" providerId="ADAL" clId="{A681B8D5-D3E0-4919-80E1-C5B0C111E548}" dt="2024-02-28T00:58:13.222" v="353" actId="47"/>
        <pc:sldMkLst>
          <pc:docMk/>
          <pc:sldMk cId="1508545327" sldId="522"/>
        </pc:sldMkLst>
      </pc:sldChg>
      <pc:sldChg chg="del">
        <pc:chgData name="Qu, Chengyi" userId="9f02c3db-5b00-4063-9ad4-7cdd84fdd2bb" providerId="ADAL" clId="{A681B8D5-D3E0-4919-80E1-C5B0C111E548}" dt="2024-02-28T00:58:13.222" v="353" actId="47"/>
        <pc:sldMkLst>
          <pc:docMk/>
          <pc:sldMk cId="854743546" sldId="526"/>
        </pc:sldMkLst>
      </pc:sldChg>
      <pc:sldChg chg="del">
        <pc:chgData name="Qu, Chengyi" userId="9f02c3db-5b00-4063-9ad4-7cdd84fdd2bb" providerId="ADAL" clId="{A681B8D5-D3E0-4919-80E1-C5B0C111E548}" dt="2024-02-28T00:58:13.222" v="353" actId="47"/>
        <pc:sldMkLst>
          <pc:docMk/>
          <pc:sldMk cId="4168855840" sldId="533"/>
        </pc:sldMkLst>
      </pc:sldChg>
      <pc:sldChg chg="del">
        <pc:chgData name="Qu, Chengyi" userId="9f02c3db-5b00-4063-9ad4-7cdd84fdd2bb" providerId="ADAL" clId="{A681B8D5-D3E0-4919-80E1-C5B0C111E548}" dt="2024-02-28T00:58:13.222" v="353" actId="47"/>
        <pc:sldMkLst>
          <pc:docMk/>
          <pc:sldMk cId="1949189601" sldId="573"/>
        </pc:sldMkLst>
      </pc:sldChg>
      <pc:sldChg chg="modSp mod">
        <pc:chgData name="Qu, Chengyi" userId="9f02c3db-5b00-4063-9ad4-7cdd84fdd2bb" providerId="ADAL" clId="{A681B8D5-D3E0-4919-80E1-C5B0C111E548}" dt="2024-02-28T01:55:10.509" v="1634" actId="20577"/>
        <pc:sldMkLst>
          <pc:docMk/>
          <pc:sldMk cId="1987998376" sldId="964"/>
        </pc:sldMkLst>
      </pc:sldChg>
      <pc:sldChg chg="del">
        <pc:chgData name="Qu, Chengyi" userId="9f02c3db-5b00-4063-9ad4-7cdd84fdd2bb" providerId="ADAL" clId="{A681B8D5-D3E0-4919-80E1-C5B0C111E548}" dt="2024-02-28T00:58:13.222" v="353" actId="47"/>
        <pc:sldMkLst>
          <pc:docMk/>
          <pc:sldMk cId="3628008649" sldId="971"/>
        </pc:sldMkLst>
      </pc:sldChg>
      <pc:sldChg chg="del">
        <pc:chgData name="Qu, Chengyi" userId="9f02c3db-5b00-4063-9ad4-7cdd84fdd2bb" providerId="ADAL" clId="{A681B8D5-D3E0-4919-80E1-C5B0C111E548}" dt="2024-02-28T00:58:13.222" v="353" actId="47"/>
        <pc:sldMkLst>
          <pc:docMk/>
          <pc:sldMk cId="3445340925" sldId="972"/>
        </pc:sldMkLst>
      </pc:sldChg>
      <pc:sldChg chg="del">
        <pc:chgData name="Qu, Chengyi" userId="9f02c3db-5b00-4063-9ad4-7cdd84fdd2bb" providerId="ADAL" clId="{A681B8D5-D3E0-4919-80E1-C5B0C111E548}" dt="2024-02-28T00:58:13.222" v="353" actId="47"/>
        <pc:sldMkLst>
          <pc:docMk/>
          <pc:sldMk cId="4038715374" sldId="1255"/>
        </pc:sldMkLst>
      </pc:sldChg>
      <pc:sldChg chg="del">
        <pc:chgData name="Qu, Chengyi" userId="9f02c3db-5b00-4063-9ad4-7cdd84fdd2bb" providerId="ADAL" clId="{A681B8D5-D3E0-4919-80E1-C5B0C111E548}" dt="2024-02-28T00:58:13.222" v="353" actId="47"/>
        <pc:sldMkLst>
          <pc:docMk/>
          <pc:sldMk cId="239755599" sldId="1256"/>
        </pc:sldMkLst>
      </pc:sldChg>
      <pc:sldChg chg="del">
        <pc:chgData name="Qu, Chengyi" userId="9f02c3db-5b00-4063-9ad4-7cdd84fdd2bb" providerId="ADAL" clId="{A681B8D5-D3E0-4919-80E1-C5B0C111E548}" dt="2024-02-28T00:58:13.222" v="353" actId="47"/>
        <pc:sldMkLst>
          <pc:docMk/>
          <pc:sldMk cId="1883330637" sldId="1261"/>
        </pc:sldMkLst>
      </pc:sldChg>
      <pc:sldChg chg="del">
        <pc:chgData name="Qu, Chengyi" userId="9f02c3db-5b00-4063-9ad4-7cdd84fdd2bb" providerId="ADAL" clId="{A681B8D5-D3E0-4919-80E1-C5B0C111E548}" dt="2024-02-28T00:58:13.222" v="353" actId="47"/>
        <pc:sldMkLst>
          <pc:docMk/>
          <pc:sldMk cId="2506038731" sldId="1262"/>
        </pc:sldMkLst>
      </pc:sldChg>
      <pc:sldChg chg="del">
        <pc:chgData name="Qu, Chengyi" userId="9f02c3db-5b00-4063-9ad4-7cdd84fdd2bb" providerId="ADAL" clId="{A681B8D5-D3E0-4919-80E1-C5B0C111E548}" dt="2024-02-28T00:58:13.222" v="353" actId="47"/>
        <pc:sldMkLst>
          <pc:docMk/>
          <pc:sldMk cId="612722790" sldId="1263"/>
        </pc:sldMkLst>
      </pc:sldChg>
      <pc:sldChg chg="del">
        <pc:chgData name="Qu, Chengyi" userId="9f02c3db-5b00-4063-9ad4-7cdd84fdd2bb" providerId="ADAL" clId="{A681B8D5-D3E0-4919-80E1-C5B0C111E548}" dt="2024-02-28T00:58:13.222" v="353" actId="47"/>
        <pc:sldMkLst>
          <pc:docMk/>
          <pc:sldMk cId="84850273" sldId="1264"/>
        </pc:sldMkLst>
      </pc:sldChg>
      <pc:sldChg chg="del">
        <pc:chgData name="Qu, Chengyi" userId="9f02c3db-5b00-4063-9ad4-7cdd84fdd2bb" providerId="ADAL" clId="{A681B8D5-D3E0-4919-80E1-C5B0C111E548}" dt="2024-02-28T00:58:13.222" v="353" actId="47"/>
        <pc:sldMkLst>
          <pc:docMk/>
          <pc:sldMk cId="0" sldId="1266"/>
        </pc:sldMkLst>
      </pc:sldChg>
      <pc:sldChg chg="modSp new mod">
        <pc:chgData name="Qu, Chengyi" userId="9f02c3db-5b00-4063-9ad4-7cdd84fdd2bb" providerId="ADAL" clId="{A681B8D5-D3E0-4919-80E1-C5B0C111E548}" dt="2024-02-28T00:51:49.827" v="38" actId="20577"/>
        <pc:sldMkLst>
          <pc:docMk/>
          <pc:sldMk cId="1540095095" sldId="1267"/>
        </pc:sldMkLst>
      </pc:sldChg>
      <pc:sldChg chg="new del">
        <pc:chgData name="Qu, Chengyi" userId="9f02c3db-5b00-4063-9ad4-7cdd84fdd2bb" providerId="ADAL" clId="{A681B8D5-D3E0-4919-80E1-C5B0C111E548}" dt="2024-02-28T00:58:39.306" v="356" actId="47"/>
        <pc:sldMkLst>
          <pc:docMk/>
          <pc:sldMk cId="2619533499" sldId="1268"/>
        </pc:sldMkLst>
      </pc:sldChg>
      <pc:sldChg chg="addSp delSp modSp new mod modClrScheme chgLayout">
        <pc:chgData name="Qu, Chengyi" userId="9f02c3db-5b00-4063-9ad4-7cdd84fdd2bb" providerId="ADAL" clId="{A681B8D5-D3E0-4919-80E1-C5B0C111E548}" dt="2024-02-28T01:14:19.902" v="812" actId="27636"/>
        <pc:sldMkLst>
          <pc:docMk/>
          <pc:sldMk cId="2052882726" sldId="1269"/>
        </pc:sldMkLst>
      </pc:sldChg>
      <pc:sldChg chg="addSp delSp modSp new mod">
        <pc:chgData name="Qu, Chengyi" userId="9f02c3db-5b00-4063-9ad4-7cdd84fdd2bb" providerId="ADAL" clId="{A681B8D5-D3E0-4919-80E1-C5B0C111E548}" dt="2024-02-28T01:16:15.064" v="821" actId="1076"/>
        <pc:sldMkLst>
          <pc:docMk/>
          <pc:sldMk cId="212478137" sldId="1270"/>
        </pc:sldMkLst>
      </pc:sldChg>
      <pc:sldChg chg="addSp delSp modSp new mod modClrScheme chgLayout">
        <pc:chgData name="Qu, Chengyi" userId="9f02c3db-5b00-4063-9ad4-7cdd84fdd2bb" providerId="ADAL" clId="{A681B8D5-D3E0-4919-80E1-C5B0C111E548}" dt="2024-02-28T01:23:43.817" v="900" actId="1076"/>
        <pc:sldMkLst>
          <pc:docMk/>
          <pc:sldMk cId="138937308" sldId="1271"/>
        </pc:sldMkLst>
      </pc:sldChg>
      <pc:sldChg chg="addSp delSp modSp new mod modClrScheme chgLayout">
        <pc:chgData name="Qu, Chengyi" userId="9f02c3db-5b00-4063-9ad4-7cdd84fdd2bb" providerId="ADAL" clId="{A681B8D5-D3E0-4919-80E1-C5B0C111E548}" dt="2024-02-28T01:39:50.982" v="955" actId="478"/>
        <pc:sldMkLst>
          <pc:docMk/>
          <pc:sldMk cId="1037768067" sldId="1272"/>
        </pc:sldMkLst>
      </pc:sldChg>
      <pc:sldChg chg="delSp modSp new mod modClrScheme chgLayout">
        <pc:chgData name="Qu, Chengyi" userId="9f02c3db-5b00-4063-9ad4-7cdd84fdd2bb" providerId="ADAL" clId="{A681B8D5-D3E0-4919-80E1-C5B0C111E548}" dt="2024-02-28T01:54:55.863" v="1627" actId="20577"/>
        <pc:sldMkLst>
          <pc:docMk/>
          <pc:sldMk cId="4022901261" sldId="1273"/>
        </pc:sldMkLst>
      </pc:sldChg>
      <pc:sldChg chg="modSp add mod">
        <pc:chgData name="Qu, Chengyi" userId="9f02c3db-5b00-4063-9ad4-7cdd84fdd2bb" providerId="ADAL" clId="{A681B8D5-D3E0-4919-80E1-C5B0C111E548}" dt="2024-02-28T02:08:05.962" v="1872" actId="207"/>
        <pc:sldMkLst>
          <pc:docMk/>
          <pc:sldMk cId="405155692" sldId="1274"/>
        </pc:sldMkLst>
      </pc:sldChg>
      <pc:sldChg chg="modSp add mod">
        <pc:chgData name="Qu, Chengyi" userId="9f02c3db-5b00-4063-9ad4-7cdd84fdd2bb" providerId="ADAL" clId="{A681B8D5-D3E0-4919-80E1-C5B0C111E548}" dt="2024-02-28T01:55:26.170" v="1637" actId="207"/>
        <pc:sldMkLst>
          <pc:docMk/>
          <pc:sldMk cId="2191739979" sldId="1275"/>
        </pc:sldMkLst>
      </pc:sldChg>
      <pc:sldChg chg="addSp delSp modSp new mod modClrScheme chgLayout">
        <pc:chgData name="Qu, Chengyi" userId="9f02c3db-5b00-4063-9ad4-7cdd84fdd2bb" providerId="ADAL" clId="{A681B8D5-D3E0-4919-80E1-C5B0C111E548}" dt="2024-02-28T02:07:30.624" v="1870" actId="1076"/>
        <pc:sldMkLst>
          <pc:docMk/>
          <pc:sldMk cId="4157881654" sldId="1276"/>
        </pc:sldMkLst>
      </pc:sldChg>
      <pc:sldChg chg="modSp new mod">
        <pc:chgData name="Qu, Chengyi" userId="9f02c3db-5b00-4063-9ad4-7cdd84fdd2bb" providerId="ADAL" clId="{A681B8D5-D3E0-4919-80E1-C5B0C111E548}" dt="2024-02-28T02:11:01.006" v="1973" actId="1076"/>
        <pc:sldMkLst>
          <pc:docMk/>
          <pc:sldMk cId="146075049" sldId="1277"/>
        </pc:sldMkLst>
      </pc:sldChg>
      <pc:sldChg chg="modSp add mod">
        <pc:chgData name="Qu, Chengyi" userId="9f02c3db-5b00-4063-9ad4-7cdd84fdd2bb" providerId="ADAL" clId="{A681B8D5-D3E0-4919-80E1-C5B0C111E548}" dt="2024-02-28T02:08:26.580" v="1874" actId="207"/>
        <pc:sldMkLst>
          <pc:docMk/>
          <pc:sldMk cId="959839137" sldId="1278"/>
        </pc:sldMkLst>
      </pc:sldChg>
      <pc:sldChg chg="addSp delSp modSp new mod">
        <pc:chgData name="Qu, Chengyi" userId="9f02c3db-5b00-4063-9ad4-7cdd84fdd2bb" providerId="ADAL" clId="{A681B8D5-D3E0-4919-80E1-C5B0C111E548}" dt="2024-02-28T02:13:50.474" v="2016" actId="20577"/>
        <pc:sldMkLst>
          <pc:docMk/>
          <pc:sldMk cId="1280740602" sldId="1279"/>
        </pc:sldMkLst>
      </pc:sldChg>
      <pc:sldChg chg="modSp new mod">
        <pc:chgData name="Qu, Chengyi" userId="9f02c3db-5b00-4063-9ad4-7cdd84fdd2bb" providerId="ADAL" clId="{A681B8D5-D3E0-4919-80E1-C5B0C111E548}" dt="2024-02-28T02:29:36.048" v="3763" actId="20577"/>
        <pc:sldMkLst>
          <pc:docMk/>
          <pc:sldMk cId="4161947085" sldId="1280"/>
        </pc:sldMkLst>
      </pc:sldChg>
      <pc:sldChg chg="modSp add mod">
        <pc:chgData name="Qu, Chengyi" userId="9f02c3db-5b00-4063-9ad4-7cdd84fdd2bb" providerId="ADAL" clId="{A681B8D5-D3E0-4919-80E1-C5B0C111E548}" dt="2024-02-28T02:16:02.307" v="2019" actId="207"/>
        <pc:sldMkLst>
          <pc:docMk/>
          <pc:sldMk cId="949571628" sldId="1281"/>
        </pc:sldMkLst>
      </pc:sldChg>
      <pc:sldChg chg="modSp new mod">
        <pc:chgData name="Qu, Chengyi" userId="9f02c3db-5b00-4063-9ad4-7cdd84fdd2bb" providerId="ADAL" clId="{A681B8D5-D3E0-4919-80E1-C5B0C111E548}" dt="2024-02-28T02:54:24.758" v="5803" actId="20577"/>
        <pc:sldMkLst>
          <pc:docMk/>
          <pc:sldMk cId="3677976281" sldId="1282"/>
        </pc:sldMkLst>
      </pc:sldChg>
      <pc:sldChg chg="modSp new mod">
        <pc:chgData name="Qu, Chengyi" userId="9f02c3db-5b00-4063-9ad4-7cdd84fdd2bb" providerId="ADAL" clId="{A681B8D5-D3E0-4919-80E1-C5B0C111E548}" dt="2024-02-28T02:36:12.485" v="4334" actId="20577"/>
        <pc:sldMkLst>
          <pc:docMk/>
          <pc:sldMk cId="4114087111" sldId="1283"/>
        </pc:sldMkLst>
      </pc:sldChg>
      <pc:sldChg chg="addSp delSp modSp new mod modClrScheme chgLayout">
        <pc:chgData name="Qu, Chengyi" userId="9f02c3db-5b00-4063-9ad4-7cdd84fdd2bb" providerId="ADAL" clId="{A681B8D5-D3E0-4919-80E1-C5B0C111E548}" dt="2024-02-28T02:38:06.488" v="4438" actId="20577"/>
        <pc:sldMkLst>
          <pc:docMk/>
          <pc:sldMk cId="4130976894" sldId="1284"/>
        </pc:sldMkLst>
      </pc:sldChg>
      <pc:sldChg chg="modSp add mod">
        <pc:chgData name="Qu, Chengyi" userId="9f02c3db-5b00-4063-9ad4-7cdd84fdd2bb" providerId="ADAL" clId="{A681B8D5-D3E0-4919-80E1-C5B0C111E548}" dt="2024-02-28T02:37:06.148" v="4337" actId="207"/>
        <pc:sldMkLst>
          <pc:docMk/>
          <pc:sldMk cId="3375103131" sldId="1285"/>
        </pc:sldMkLst>
      </pc:sldChg>
      <pc:sldChg chg="addSp delSp modSp new mod modClrScheme chgLayout">
        <pc:chgData name="Qu, Chengyi" userId="9f02c3db-5b00-4063-9ad4-7cdd84fdd2bb" providerId="ADAL" clId="{A681B8D5-D3E0-4919-80E1-C5B0C111E548}" dt="2024-02-28T02:41:15.144" v="4963" actId="20577"/>
        <pc:sldMkLst>
          <pc:docMk/>
          <pc:sldMk cId="3221475082" sldId="1286"/>
        </pc:sldMkLst>
      </pc:sldChg>
      <pc:sldChg chg="modSp new mod">
        <pc:chgData name="Qu, Chengyi" userId="9f02c3db-5b00-4063-9ad4-7cdd84fdd2bb" providerId="ADAL" clId="{A681B8D5-D3E0-4919-80E1-C5B0C111E548}" dt="2024-02-28T02:44:49.220" v="5373" actId="20577"/>
        <pc:sldMkLst>
          <pc:docMk/>
          <pc:sldMk cId="3120525038" sldId="1287"/>
        </pc:sldMkLst>
      </pc:sldChg>
      <pc:sldChg chg="modSp new del mod">
        <pc:chgData name="Qu, Chengyi" userId="9f02c3db-5b00-4063-9ad4-7cdd84fdd2bb" providerId="ADAL" clId="{A681B8D5-D3E0-4919-80E1-C5B0C111E548}" dt="2024-02-28T02:44:05.373" v="5358" actId="47"/>
        <pc:sldMkLst>
          <pc:docMk/>
          <pc:sldMk cId="3619582864" sldId="1287"/>
        </pc:sldMkLst>
      </pc:sldChg>
      <pc:sldChg chg="addSp modSp new mod">
        <pc:chgData name="Qu, Chengyi" userId="9f02c3db-5b00-4063-9ad4-7cdd84fdd2bb" providerId="ADAL" clId="{A681B8D5-D3E0-4919-80E1-C5B0C111E548}" dt="2024-02-28T02:52:01.452" v="5725" actId="20577"/>
        <pc:sldMkLst>
          <pc:docMk/>
          <pc:sldMk cId="2588792380" sldId="1288"/>
        </pc:sldMkLst>
      </pc:sldChg>
      <pc:sldChg chg="add del">
        <pc:chgData name="Qu, Chengyi" userId="9f02c3db-5b00-4063-9ad4-7cdd84fdd2bb" providerId="ADAL" clId="{A681B8D5-D3E0-4919-80E1-C5B0C111E548}" dt="2024-02-28T02:53:20.726" v="5802" actId="47"/>
        <pc:sldMkLst>
          <pc:docMk/>
          <pc:sldMk cId="4171769716" sldId="1289"/>
        </pc:sldMkLst>
      </pc:sldChg>
      <pc:sldChg chg="modSp new mod">
        <pc:chgData name="Qu, Chengyi" userId="9f02c3db-5b00-4063-9ad4-7cdd84fdd2bb" providerId="ADAL" clId="{A681B8D5-D3E0-4919-80E1-C5B0C111E548}" dt="2024-02-28T02:53:17.630" v="5801" actId="114"/>
        <pc:sldMkLst>
          <pc:docMk/>
          <pc:sldMk cId="38322588" sldId="1290"/>
        </pc:sldMkLst>
      </pc:sldChg>
      <pc:sldMasterChg chg="del delSldLayout">
        <pc:chgData name="Qu, Chengyi" userId="9f02c3db-5b00-4063-9ad4-7cdd84fdd2bb" providerId="ADAL" clId="{A681B8D5-D3E0-4919-80E1-C5B0C111E548}" dt="2024-02-28T00:58:13.222" v="353" actId="47"/>
        <pc:sldMasterMkLst>
          <pc:docMk/>
          <pc:sldMasterMk cId="481874104" sldId="2147483667"/>
        </pc:sldMasterMkLst>
        <pc:sldLayoutChg chg="del">
          <pc:chgData name="Qu, Chengyi" userId="9f02c3db-5b00-4063-9ad4-7cdd84fdd2bb" providerId="ADAL" clId="{A681B8D5-D3E0-4919-80E1-C5B0C111E548}" dt="2024-02-28T00:58:13.222" v="353" actId="47"/>
          <pc:sldLayoutMkLst>
            <pc:docMk/>
            <pc:sldMasterMk cId="481874104" sldId="2147483667"/>
            <pc:sldLayoutMk cId="3790666592" sldId="2147483668"/>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3974852885" sldId="2147483669"/>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365228270" sldId="2147483670"/>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832629846" sldId="2147483671"/>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866846496" sldId="2147483672"/>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608458951" sldId="2147483673"/>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844881848" sldId="2147483674"/>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555211856" sldId="2147483675"/>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098067528" sldId="2147483676"/>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926623382" sldId="2147483677"/>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049911616" sldId="2147483678"/>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88227722" sldId="2147483679"/>
          </pc:sldLayoutMkLst>
        </pc:sldLayoutChg>
      </pc:sldMasterChg>
    </pc:docChg>
  </pc:docChgLst>
  <pc:docChgLst>
    <pc:chgData name="Qu, Chengyi" userId="9f02c3db-5b00-4063-9ad4-7cdd84fdd2bb" providerId="ADAL" clId="{FD31D919-629D-4132-B9BD-403978D3AF56}"/>
    <pc:docChg chg="undo custSel addSld delSld modSld sldOrd">
      <pc:chgData name="Qu, Chengyi" userId="9f02c3db-5b00-4063-9ad4-7cdd84fdd2bb" providerId="ADAL" clId="{FD31D919-629D-4132-B9BD-403978D3AF56}" dt="2024-01-07T03:10:15.486" v="754" actId="20577"/>
      <pc:docMkLst>
        <pc:docMk/>
      </pc:docMkLst>
      <pc:sldChg chg="modSp mod">
        <pc:chgData name="Qu, Chengyi" userId="9f02c3db-5b00-4063-9ad4-7cdd84fdd2bb" providerId="ADAL" clId="{FD31D919-629D-4132-B9BD-403978D3AF56}" dt="2024-01-07T02:39:26.106" v="54" actId="20577"/>
        <pc:sldMkLst>
          <pc:docMk/>
          <pc:sldMk cId="553553694" sldId="258"/>
        </pc:sldMkLst>
      </pc:sldChg>
      <pc:sldChg chg="modSp mod">
        <pc:chgData name="Qu, Chengyi" userId="9f02c3db-5b00-4063-9ad4-7cdd84fdd2bb" providerId="ADAL" clId="{FD31D919-629D-4132-B9BD-403978D3AF56}" dt="2024-01-07T02:40:45.867" v="77" actId="20577"/>
        <pc:sldMkLst>
          <pc:docMk/>
          <pc:sldMk cId="4038715374" sldId="1255"/>
        </pc:sldMkLst>
      </pc:sldChg>
      <pc:sldChg chg="modSp mod">
        <pc:chgData name="Qu, Chengyi" userId="9f02c3db-5b00-4063-9ad4-7cdd84fdd2bb" providerId="ADAL" clId="{FD31D919-629D-4132-B9BD-403978D3AF56}" dt="2024-01-07T02:57:46.055" v="320" actId="20577"/>
        <pc:sldMkLst>
          <pc:docMk/>
          <pc:sldMk cId="239755599" sldId="1256"/>
        </pc:sldMkLst>
      </pc:sldChg>
      <pc:sldMasterChg chg="delSldLayout">
        <pc:chgData name="Qu, Chengyi" userId="9f02c3db-5b00-4063-9ad4-7cdd84fdd2bb" providerId="ADAL" clId="{FD31D919-629D-4132-B9BD-403978D3AF56}" dt="2024-01-07T02:40:28.652" v="55" actId="47"/>
        <pc:sldMasterMkLst>
          <pc:docMk/>
          <pc:sldMasterMk cId="2807116942" sldId="2147483648"/>
        </pc:sldMasterMkLst>
      </pc:sldMasterChg>
    </pc:docChg>
  </pc:docChgLst>
  <pc:docChgLst>
    <pc:chgData name="Qu, Chengyi" userId="9f02c3db-5b00-4063-9ad4-7cdd84fdd2bb" providerId="ADAL" clId="{71EBC684-37BE-40AE-943F-85B359DFBCAD}"/>
    <pc:docChg chg="undo custSel addSld delSld modSld sldOrd">
      <pc:chgData name="Qu, Chengyi" userId="9f02c3db-5b00-4063-9ad4-7cdd84fdd2bb" providerId="ADAL" clId="{71EBC684-37BE-40AE-943F-85B359DFBCAD}" dt="2024-01-09T16:40:24.173" v="390"/>
      <pc:docMkLst>
        <pc:docMk/>
      </pc:docMkLst>
      <pc:sldChg chg="modSp">
        <pc:chgData name="Qu, Chengyi" userId="9f02c3db-5b00-4063-9ad4-7cdd84fdd2bb" providerId="ADAL" clId="{71EBC684-37BE-40AE-943F-85B359DFBCAD}" dt="2024-01-09T16:03:38.752" v="43" actId="20577"/>
        <pc:sldMkLst>
          <pc:docMk/>
          <pc:sldMk cId="553553694" sldId="258"/>
        </pc:sldMkLst>
      </pc:sldChg>
      <pc:sldChg chg="modSp add del">
        <pc:chgData name="Qu, Chengyi" userId="9f02c3db-5b00-4063-9ad4-7cdd84fdd2bb" providerId="ADAL" clId="{71EBC684-37BE-40AE-943F-85B359DFBCAD}" dt="2024-01-09T16:33:06.416" v="367" actId="207"/>
        <pc:sldMkLst>
          <pc:docMk/>
          <pc:sldMk cId="0" sldId="261"/>
        </pc:sldMkLst>
      </pc:sldChg>
      <pc:sldChg chg="modSp add del">
        <pc:chgData name="Qu, Chengyi" userId="9f02c3db-5b00-4063-9ad4-7cdd84fdd2bb" providerId="ADAL" clId="{71EBC684-37BE-40AE-943F-85B359DFBCAD}" dt="2024-01-09T16:33:13.542" v="368" actId="207"/>
        <pc:sldMkLst>
          <pc:docMk/>
          <pc:sldMk cId="0" sldId="262"/>
        </pc:sldMkLst>
      </pc:sldChg>
      <pc:sldChg chg="modSp add del">
        <pc:chgData name="Qu, Chengyi" userId="9f02c3db-5b00-4063-9ad4-7cdd84fdd2bb" providerId="ADAL" clId="{71EBC684-37BE-40AE-943F-85B359DFBCAD}" dt="2024-01-09T16:33:21.854" v="369" actId="207"/>
        <pc:sldMkLst>
          <pc:docMk/>
          <pc:sldMk cId="0" sldId="263"/>
        </pc:sldMkLst>
      </pc:sldChg>
      <pc:sldChg chg="modSp add del">
        <pc:chgData name="Qu, Chengyi" userId="9f02c3db-5b00-4063-9ad4-7cdd84fdd2bb" providerId="ADAL" clId="{71EBC684-37BE-40AE-943F-85B359DFBCAD}" dt="2024-01-09T16:33:33.053" v="370" actId="207"/>
        <pc:sldMkLst>
          <pc:docMk/>
          <pc:sldMk cId="0" sldId="264"/>
        </pc:sldMkLst>
      </pc:sldChg>
      <pc:sldChg chg="modSp add del">
        <pc:chgData name="Qu, Chengyi" userId="9f02c3db-5b00-4063-9ad4-7cdd84fdd2bb" providerId="ADAL" clId="{71EBC684-37BE-40AE-943F-85B359DFBCAD}" dt="2024-01-09T16:33:57.054" v="371" actId="207"/>
        <pc:sldMkLst>
          <pc:docMk/>
          <pc:sldMk cId="0" sldId="265"/>
        </pc:sldMkLst>
      </pc:sldChg>
      <pc:sldChg chg="add">
        <pc:chgData name="Qu, Chengyi" userId="9f02c3db-5b00-4063-9ad4-7cdd84fdd2bb" providerId="ADAL" clId="{71EBC684-37BE-40AE-943F-85B359DFBCAD}" dt="2024-01-09T16:08:22.221" v="86"/>
        <pc:sldMkLst>
          <pc:docMk/>
          <pc:sldMk cId="1283235496" sldId="270"/>
        </pc:sldMkLst>
      </pc:sldChg>
      <pc:sldChg chg="add">
        <pc:chgData name="Qu, Chengyi" userId="9f02c3db-5b00-4063-9ad4-7cdd84fdd2bb" providerId="ADAL" clId="{71EBC684-37BE-40AE-943F-85B359DFBCAD}" dt="2024-01-09T16:08:22.221" v="86"/>
        <pc:sldMkLst>
          <pc:docMk/>
          <pc:sldMk cId="1976470243" sldId="271"/>
        </pc:sldMkLst>
      </pc:sldChg>
      <pc:sldChg chg="add">
        <pc:chgData name="Qu, Chengyi" userId="9f02c3db-5b00-4063-9ad4-7cdd84fdd2bb" providerId="ADAL" clId="{71EBC684-37BE-40AE-943F-85B359DFBCAD}" dt="2024-01-09T16:08:22.221" v="86"/>
        <pc:sldMkLst>
          <pc:docMk/>
          <pc:sldMk cId="2385946305" sldId="272"/>
        </pc:sldMkLst>
      </pc:sldChg>
      <pc:sldChg chg="add">
        <pc:chgData name="Qu, Chengyi" userId="9f02c3db-5b00-4063-9ad4-7cdd84fdd2bb" providerId="ADAL" clId="{71EBC684-37BE-40AE-943F-85B359DFBCAD}" dt="2024-01-09T16:08:22.221" v="86"/>
        <pc:sldMkLst>
          <pc:docMk/>
          <pc:sldMk cId="834100436" sldId="273"/>
        </pc:sldMkLst>
      </pc:sldChg>
      <pc:sldChg chg="del">
        <pc:chgData name="Qu, Chengyi" userId="9f02c3db-5b00-4063-9ad4-7cdd84fdd2bb" providerId="ADAL" clId="{71EBC684-37BE-40AE-943F-85B359DFBCAD}" dt="2024-01-09T16:08:30.571" v="104" actId="2696"/>
        <pc:sldMkLst>
          <pc:docMk/>
          <pc:sldMk cId="1167962290" sldId="274"/>
        </pc:sldMkLst>
      </pc:sldChg>
      <pc:sldChg chg="del">
        <pc:chgData name="Qu, Chengyi" userId="9f02c3db-5b00-4063-9ad4-7cdd84fdd2bb" providerId="ADAL" clId="{71EBC684-37BE-40AE-943F-85B359DFBCAD}" dt="2024-01-09T16:08:30.494" v="90" actId="2696"/>
        <pc:sldMkLst>
          <pc:docMk/>
          <pc:sldMk cId="506940129" sldId="275"/>
        </pc:sldMkLst>
      </pc:sldChg>
      <pc:sldChg chg="modSp add del">
        <pc:chgData name="Qu, Chengyi" userId="9f02c3db-5b00-4063-9ad4-7cdd84fdd2bb" providerId="ADAL" clId="{71EBC684-37BE-40AE-943F-85B359DFBCAD}" dt="2024-01-09T16:12:26.136" v="116" actId="207"/>
        <pc:sldMkLst>
          <pc:docMk/>
          <pc:sldMk cId="0" sldId="276"/>
        </pc:sldMkLst>
      </pc:sldChg>
      <pc:sldChg chg="add">
        <pc:chgData name="Qu, Chengyi" userId="9f02c3db-5b00-4063-9ad4-7cdd84fdd2bb" providerId="ADAL" clId="{71EBC684-37BE-40AE-943F-85B359DFBCAD}" dt="2024-01-09T16:08:22.221" v="86"/>
        <pc:sldMkLst>
          <pc:docMk/>
          <pc:sldMk cId="3925861337" sldId="280"/>
        </pc:sldMkLst>
      </pc:sldChg>
      <pc:sldChg chg="add">
        <pc:chgData name="Qu, Chengyi" userId="9f02c3db-5b00-4063-9ad4-7cdd84fdd2bb" providerId="ADAL" clId="{71EBC684-37BE-40AE-943F-85B359DFBCAD}" dt="2024-01-09T16:08:22.221" v="86"/>
        <pc:sldMkLst>
          <pc:docMk/>
          <pc:sldMk cId="1986486448" sldId="281"/>
        </pc:sldMkLst>
      </pc:sldChg>
      <pc:sldChg chg="add">
        <pc:chgData name="Qu, Chengyi" userId="9f02c3db-5b00-4063-9ad4-7cdd84fdd2bb" providerId="ADAL" clId="{71EBC684-37BE-40AE-943F-85B359DFBCAD}" dt="2024-01-09T16:08:22.221" v="86"/>
        <pc:sldMkLst>
          <pc:docMk/>
          <pc:sldMk cId="2836295078" sldId="282"/>
        </pc:sldMkLst>
      </pc:sldChg>
      <pc:sldChg chg="del">
        <pc:chgData name="Qu, Chengyi" userId="9f02c3db-5b00-4063-9ad4-7cdd84fdd2bb" providerId="ADAL" clId="{71EBC684-37BE-40AE-943F-85B359DFBCAD}" dt="2024-01-09T16:08:30.581" v="106" actId="2696"/>
        <pc:sldMkLst>
          <pc:docMk/>
          <pc:sldMk cId="2263096639" sldId="284"/>
        </pc:sldMkLst>
      </pc:sldChg>
      <pc:sldChg chg="del">
        <pc:chgData name="Qu, Chengyi" userId="9f02c3db-5b00-4063-9ad4-7cdd84fdd2bb" providerId="ADAL" clId="{71EBC684-37BE-40AE-943F-85B359DFBCAD}" dt="2024-01-09T16:08:30.607" v="110" actId="2696"/>
        <pc:sldMkLst>
          <pc:docMk/>
          <pc:sldMk cId="3164840039" sldId="290"/>
        </pc:sldMkLst>
      </pc:sldChg>
      <pc:sldChg chg="del">
        <pc:chgData name="Qu, Chengyi" userId="9f02c3db-5b00-4063-9ad4-7cdd84fdd2bb" providerId="ADAL" clId="{71EBC684-37BE-40AE-943F-85B359DFBCAD}" dt="2024-01-09T16:08:30.577" v="105" actId="2696"/>
        <pc:sldMkLst>
          <pc:docMk/>
          <pc:sldMk cId="828849643" sldId="292"/>
        </pc:sldMkLst>
      </pc:sldChg>
      <pc:sldChg chg="add">
        <pc:chgData name="Qu, Chengyi" userId="9f02c3db-5b00-4063-9ad4-7cdd84fdd2bb" providerId="ADAL" clId="{71EBC684-37BE-40AE-943F-85B359DFBCAD}" dt="2024-01-09T16:08:22.221" v="86"/>
        <pc:sldMkLst>
          <pc:docMk/>
          <pc:sldMk cId="4015059804" sldId="335"/>
        </pc:sldMkLst>
      </pc:sldChg>
      <pc:sldChg chg="del">
        <pc:chgData name="Qu, Chengyi" userId="9f02c3db-5b00-4063-9ad4-7cdd84fdd2bb" providerId="ADAL" clId="{71EBC684-37BE-40AE-943F-85B359DFBCAD}" dt="2024-01-09T16:08:30.488" v="89" actId="2696"/>
        <pc:sldMkLst>
          <pc:docMk/>
          <pc:sldMk cId="3586452947" sldId="385"/>
        </pc:sldMkLst>
      </pc:sldChg>
      <pc:sldChg chg="del">
        <pc:chgData name="Qu, Chengyi" userId="9f02c3db-5b00-4063-9ad4-7cdd84fdd2bb" providerId="ADAL" clId="{71EBC684-37BE-40AE-943F-85B359DFBCAD}" dt="2024-01-09T16:08:30.557" v="101" actId="2696"/>
        <pc:sldMkLst>
          <pc:docMk/>
          <pc:sldMk cId="2297114513" sldId="386"/>
        </pc:sldMkLst>
      </pc:sldChg>
      <pc:sldChg chg="del">
        <pc:chgData name="Qu, Chengyi" userId="9f02c3db-5b00-4063-9ad4-7cdd84fdd2bb" providerId="ADAL" clId="{71EBC684-37BE-40AE-943F-85B359DFBCAD}" dt="2024-01-09T16:08:30.542" v="98" actId="2696"/>
        <pc:sldMkLst>
          <pc:docMk/>
          <pc:sldMk cId="57844262" sldId="389"/>
        </pc:sldMkLst>
      </pc:sldChg>
      <pc:sldChg chg="add">
        <pc:chgData name="Qu, Chengyi" userId="9f02c3db-5b00-4063-9ad4-7cdd84fdd2bb" providerId="ADAL" clId="{71EBC684-37BE-40AE-943F-85B359DFBCAD}" dt="2024-01-09T16:08:22.221" v="86"/>
        <pc:sldMkLst>
          <pc:docMk/>
          <pc:sldMk cId="4242966397" sldId="390"/>
        </pc:sldMkLst>
      </pc:sldChg>
      <pc:sldChg chg="del">
        <pc:chgData name="Qu, Chengyi" userId="9f02c3db-5b00-4063-9ad4-7cdd84fdd2bb" providerId="ADAL" clId="{71EBC684-37BE-40AE-943F-85B359DFBCAD}" dt="2024-01-09T16:08:30.500" v="91" actId="2696"/>
        <pc:sldMkLst>
          <pc:docMk/>
          <pc:sldMk cId="313756204" sldId="392"/>
        </pc:sldMkLst>
      </pc:sldChg>
      <pc:sldChg chg="add">
        <pc:chgData name="Qu, Chengyi" userId="9f02c3db-5b00-4063-9ad4-7cdd84fdd2bb" providerId="ADAL" clId="{71EBC684-37BE-40AE-943F-85B359DFBCAD}" dt="2024-01-09T16:08:22.221" v="86"/>
        <pc:sldMkLst>
          <pc:docMk/>
          <pc:sldMk cId="2319081198" sldId="446"/>
        </pc:sldMkLst>
      </pc:sldChg>
      <pc:sldChg chg="add">
        <pc:chgData name="Qu, Chengyi" userId="9f02c3db-5b00-4063-9ad4-7cdd84fdd2bb" providerId="ADAL" clId="{71EBC684-37BE-40AE-943F-85B359DFBCAD}" dt="2024-01-09T16:07:30.569" v="85"/>
        <pc:sldMkLst>
          <pc:docMk/>
          <pc:sldMk cId="626454371" sldId="504"/>
        </pc:sldMkLst>
      </pc:sldChg>
      <pc:sldChg chg="del">
        <pc:chgData name="Qu, Chengyi" userId="9f02c3db-5b00-4063-9ad4-7cdd84fdd2bb" providerId="ADAL" clId="{71EBC684-37BE-40AE-943F-85B359DFBCAD}" dt="2024-01-09T16:08:30.505" v="92" actId="2696"/>
        <pc:sldMkLst>
          <pc:docMk/>
          <pc:sldMk cId="2570994425" sldId="505"/>
        </pc:sldMkLst>
      </pc:sldChg>
      <pc:sldChg chg="del">
        <pc:chgData name="Qu, Chengyi" userId="9f02c3db-5b00-4063-9ad4-7cdd84fdd2bb" providerId="ADAL" clId="{71EBC684-37BE-40AE-943F-85B359DFBCAD}" dt="2024-01-09T16:08:30.510" v="93" actId="2696"/>
        <pc:sldMkLst>
          <pc:docMk/>
          <pc:sldMk cId="951130442" sldId="506"/>
        </pc:sldMkLst>
      </pc:sldChg>
      <pc:sldChg chg="del">
        <pc:chgData name="Qu, Chengyi" userId="9f02c3db-5b00-4063-9ad4-7cdd84fdd2bb" providerId="ADAL" clId="{71EBC684-37BE-40AE-943F-85B359DFBCAD}" dt="2024-01-09T16:08:30.567" v="103" actId="2696"/>
        <pc:sldMkLst>
          <pc:docMk/>
          <pc:sldMk cId="735510040" sldId="509"/>
        </pc:sldMkLst>
      </pc:sldChg>
      <pc:sldChg chg="add">
        <pc:chgData name="Qu, Chengyi" userId="9f02c3db-5b00-4063-9ad4-7cdd84fdd2bb" providerId="ADAL" clId="{71EBC684-37BE-40AE-943F-85B359DFBCAD}" dt="2024-01-09T16:08:22.221" v="86"/>
        <pc:sldMkLst>
          <pc:docMk/>
          <pc:sldMk cId="1508545327" sldId="522"/>
        </pc:sldMkLst>
      </pc:sldChg>
      <pc:sldChg chg="add ord">
        <pc:chgData name="Qu, Chengyi" userId="9f02c3db-5b00-4063-9ad4-7cdd84fdd2bb" providerId="ADAL" clId="{71EBC684-37BE-40AE-943F-85B359DFBCAD}" dt="2024-01-09T16:40:24.173" v="390"/>
        <pc:sldMkLst>
          <pc:docMk/>
          <pc:sldMk cId="854743546" sldId="526"/>
        </pc:sldMkLst>
      </pc:sldChg>
      <pc:sldChg chg="add del">
        <pc:chgData name="Qu, Chengyi" userId="9f02c3db-5b00-4063-9ad4-7cdd84fdd2bb" providerId="ADAL" clId="{71EBC684-37BE-40AE-943F-85B359DFBCAD}" dt="2024-01-09T16:06:51.507" v="84"/>
        <pc:sldMkLst>
          <pc:docMk/>
          <pc:sldMk cId="4168855840" sldId="533"/>
        </pc:sldMkLst>
      </pc:sldChg>
      <pc:sldChg chg="addSp delSp modSp add">
        <pc:chgData name="Qu, Chengyi" userId="9f02c3db-5b00-4063-9ad4-7cdd84fdd2bb" providerId="ADAL" clId="{71EBC684-37BE-40AE-943F-85B359DFBCAD}" dt="2024-01-09T16:37:53.443" v="386" actId="1076"/>
        <pc:sldMkLst>
          <pc:docMk/>
          <pc:sldMk cId="1949189601" sldId="573"/>
        </pc:sldMkLst>
      </pc:sldChg>
      <pc:sldChg chg="del">
        <pc:chgData name="Qu, Chengyi" userId="9f02c3db-5b00-4063-9ad4-7cdd84fdd2bb" providerId="ADAL" clId="{71EBC684-37BE-40AE-943F-85B359DFBCAD}" dt="2024-01-09T16:08:30.522" v="95" actId="2696"/>
        <pc:sldMkLst>
          <pc:docMk/>
          <pc:sldMk cId="2316705036" sldId="603"/>
        </pc:sldMkLst>
      </pc:sldChg>
      <pc:sldChg chg="del">
        <pc:chgData name="Qu, Chengyi" userId="9f02c3db-5b00-4063-9ad4-7cdd84fdd2bb" providerId="ADAL" clId="{71EBC684-37BE-40AE-943F-85B359DFBCAD}" dt="2024-01-09T16:08:30.526" v="96" actId="2696"/>
        <pc:sldMkLst>
          <pc:docMk/>
          <pc:sldMk cId="2915450618" sldId="604"/>
        </pc:sldMkLst>
      </pc:sldChg>
      <pc:sldChg chg="del">
        <pc:chgData name="Qu, Chengyi" userId="9f02c3db-5b00-4063-9ad4-7cdd84fdd2bb" providerId="ADAL" clId="{71EBC684-37BE-40AE-943F-85B359DFBCAD}" dt="2024-01-09T16:08:30.551" v="99" actId="2696"/>
        <pc:sldMkLst>
          <pc:docMk/>
          <pc:sldMk cId="562797420" sldId="608"/>
        </pc:sldMkLst>
      </pc:sldChg>
      <pc:sldChg chg="del">
        <pc:chgData name="Qu, Chengyi" userId="9f02c3db-5b00-4063-9ad4-7cdd84fdd2bb" providerId="ADAL" clId="{71EBC684-37BE-40AE-943F-85B359DFBCAD}" dt="2024-01-09T16:08:30.517" v="94" actId="2696"/>
        <pc:sldMkLst>
          <pc:docMk/>
          <pc:sldMk cId="3938647246" sldId="867"/>
        </pc:sldMkLst>
      </pc:sldChg>
      <pc:sldChg chg="del">
        <pc:chgData name="Qu, Chengyi" userId="9f02c3db-5b00-4063-9ad4-7cdd84fdd2bb" providerId="ADAL" clId="{71EBC684-37BE-40AE-943F-85B359DFBCAD}" dt="2024-01-09T16:08:30.482" v="88" actId="2696"/>
        <pc:sldMkLst>
          <pc:docMk/>
          <pc:sldMk cId="1165219369" sldId="919"/>
        </pc:sldMkLst>
      </pc:sldChg>
      <pc:sldChg chg="addSp delSp modSp">
        <pc:chgData name="Qu, Chengyi" userId="9f02c3db-5b00-4063-9ad4-7cdd84fdd2bb" providerId="ADAL" clId="{71EBC684-37BE-40AE-943F-85B359DFBCAD}" dt="2024-01-09T16:04:58.638" v="77" actId="20577"/>
        <pc:sldMkLst>
          <pc:docMk/>
          <pc:sldMk cId="1987998376" sldId="964"/>
        </pc:sldMkLst>
      </pc:sldChg>
      <pc:sldChg chg="del">
        <pc:chgData name="Qu, Chengyi" userId="9f02c3db-5b00-4063-9ad4-7cdd84fdd2bb" providerId="ADAL" clId="{71EBC684-37BE-40AE-943F-85B359DFBCAD}" dt="2024-01-09T16:08:30.535" v="97" actId="2696"/>
        <pc:sldMkLst>
          <pc:docMk/>
          <pc:sldMk cId="3956557252" sldId="965"/>
        </pc:sldMkLst>
      </pc:sldChg>
      <pc:sldChg chg="add ord">
        <pc:chgData name="Qu, Chengyi" userId="9f02c3db-5b00-4063-9ad4-7cdd84fdd2bb" providerId="ADAL" clId="{71EBC684-37BE-40AE-943F-85B359DFBCAD}" dt="2024-01-09T16:40:24.173" v="390"/>
        <pc:sldMkLst>
          <pc:docMk/>
          <pc:sldMk cId="3628008649" sldId="971"/>
        </pc:sldMkLst>
      </pc:sldChg>
      <pc:sldChg chg="add ord">
        <pc:chgData name="Qu, Chengyi" userId="9f02c3db-5b00-4063-9ad4-7cdd84fdd2bb" providerId="ADAL" clId="{71EBC684-37BE-40AE-943F-85B359DFBCAD}" dt="2024-01-09T16:40:24.173" v="390"/>
        <pc:sldMkLst>
          <pc:docMk/>
          <pc:sldMk cId="3445340925" sldId="972"/>
        </pc:sldMkLst>
      </pc:sldChg>
      <pc:sldChg chg="del">
        <pc:chgData name="Qu, Chengyi" userId="9f02c3db-5b00-4063-9ad4-7cdd84fdd2bb" providerId="ADAL" clId="{71EBC684-37BE-40AE-943F-85B359DFBCAD}" dt="2024-01-09T16:08:30.473" v="87" actId="2696"/>
        <pc:sldMkLst>
          <pc:docMk/>
          <pc:sldMk cId="56815972" sldId="1257"/>
        </pc:sldMkLst>
      </pc:sldChg>
      <pc:sldChg chg="del">
        <pc:chgData name="Qu, Chengyi" userId="9f02c3db-5b00-4063-9ad4-7cdd84fdd2bb" providerId="ADAL" clId="{71EBC684-37BE-40AE-943F-85B359DFBCAD}" dt="2024-01-09T16:08:30.561" v="102" actId="2696"/>
        <pc:sldMkLst>
          <pc:docMk/>
          <pc:sldMk cId="2835061460" sldId="1258"/>
        </pc:sldMkLst>
      </pc:sldChg>
      <pc:sldChg chg="del">
        <pc:chgData name="Qu, Chengyi" userId="9f02c3db-5b00-4063-9ad4-7cdd84fdd2bb" providerId="ADAL" clId="{71EBC684-37BE-40AE-943F-85B359DFBCAD}" dt="2024-01-09T16:08:30.603" v="109" actId="2696"/>
        <pc:sldMkLst>
          <pc:docMk/>
          <pc:sldMk cId="1307588251" sldId="1259"/>
        </pc:sldMkLst>
      </pc:sldChg>
      <pc:sldChg chg="del">
        <pc:chgData name="Qu, Chengyi" userId="9f02c3db-5b00-4063-9ad4-7cdd84fdd2bb" providerId="ADAL" clId="{71EBC684-37BE-40AE-943F-85B359DFBCAD}" dt="2024-01-09T16:08:30.594" v="107" actId="2696"/>
        <pc:sldMkLst>
          <pc:docMk/>
          <pc:sldMk cId="1694100107" sldId="1260"/>
        </pc:sldMkLst>
      </pc:sldChg>
      <pc:sldChg chg="modSp add">
        <pc:chgData name="Qu, Chengyi" userId="9f02c3db-5b00-4063-9ad4-7cdd84fdd2bb" providerId="ADAL" clId="{71EBC684-37BE-40AE-943F-85B359DFBCAD}" dt="2024-01-09T16:05:16.829" v="79" actId="207"/>
        <pc:sldMkLst>
          <pc:docMk/>
          <pc:sldMk cId="1883330637" sldId="1261"/>
        </pc:sldMkLst>
      </pc:sldChg>
      <pc:sldChg chg="add del">
        <pc:chgData name="Qu, Chengyi" userId="9f02c3db-5b00-4063-9ad4-7cdd84fdd2bb" providerId="ADAL" clId="{71EBC684-37BE-40AE-943F-85B359DFBCAD}" dt="2024-01-09T16:06:51.178" v="83"/>
        <pc:sldMkLst>
          <pc:docMk/>
          <pc:sldMk cId="764943190" sldId="1262"/>
        </pc:sldMkLst>
      </pc:sldChg>
      <pc:sldChg chg="add">
        <pc:chgData name="Qu, Chengyi" userId="9f02c3db-5b00-4063-9ad4-7cdd84fdd2bb" providerId="ADAL" clId="{71EBC684-37BE-40AE-943F-85B359DFBCAD}" dt="2024-01-09T16:07:30.569" v="85"/>
        <pc:sldMkLst>
          <pc:docMk/>
          <pc:sldMk cId="2506038731" sldId="1262"/>
        </pc:sldMkLst>
      </pc:sldChg>
      <pc:sldChg chg="add">
        <pc:chgData name="Qu, Chengyi" userId="9f02c3db-5b00-4063-9ad4-7cdd84fdd2bb" providerId="ADAL" clId="{71EBC684-37BE-40AE-943F-85B359DFBCAD}" dt="2024-01-09T16:08:22.221" v="86"/>
        <pc:sldMkLst>
          <pc:docMk/>
          <pc:sldMk cId="612722790" sldId="1263"/>
        </pc:sldMkLst>
      </pc:sldChg>
      <pc:sldChg chg="modSp add">
        <pc:chgData name="Qu, Chengyi" userId="9f02c3db-5b00-4063-9ad4-7cdd84fdd2bb" providerId="ADAL" clId="{71EBC684-37BE-40AE-943F-85B359DFBCAD}" dt="2024-01-09T16:25:59.529" v="362" actId="20577"/>
        <pc:sldMkLst>
          <pc:docMk/>
          <pc:sldMk cId="84850273" sldId="1264"/>
        </pc:sldMkLst>
      </pc:sldChg>
      <pc:sldChg chg="modSp add del">
        <pc:chgData name="Qu, Chengyi" userId="9f02c3db-5b00-4063-9ad4-7cdd84fdd2bb" providerId="ADAL" clId="{71EBC684-37BE-40AE-943F-85B359DFBCAD}" dt="2024-01-09T16:37:16.482" v="376" actId="2696"/>
        <pc:sldMkLst>
          <pc:docMk/>
          <pc:sldMk cId="0" sldId="1265"/>
        </pc:sldMkLst>
      </pc:sldChg>
      <pc:sldChg chg="modSp add del">
        <pc:chgData name="Qu, Chengyi" userId="9f02c3db-5b00-4063-9ad4-7cdd84fdd2bb" providerId="ADAL" clId="{71EBC684-37BE-40AE-943F-85B359DFBCAD}" dt="2024-01-09T16:38:21.366" v="389" actId="20577"/>
        <pc:sldMkLst>
          <pc:docMk/>
          <pc:sldMk cId="0" sldId="1266"/>
        </pc:sldMkLst>
      </pc:sldChg>
      <pc:sldMasterChg chg="delSldLayout">
        <pc:chgData name="Qu, Chengyi" userId="9f02c3db-5b00-4063-9ad4-7cdd84fdd2bb" providerId="ADAL" clId="{71EBC684-37BE-40AE-943F-85B359DFBCAD}" dt="2024-01-09T16:08:30.595" v="108" actId="2696"/>
        <pc:sldMasterMkLst>
          <pc:docMk/>
          <pc:sldMasterMk cId="481874104" sldId="2147483667"/>
        </pc:sldMasterMkLst>
        <pc:sldLayoutChg chg="del">
          <pc:chgData name="Qu, Chengyi" userId="9f02c3db-5b00-4063-9ad4-7cdd84fdd2bb" providerId="ADAL" clId="{71EBC684-37BE-40AE-943F-85B359DFBCAD}" dt="2024-01-09T16:08:30.553" v="100" actId="2696"/>
          <pc:sldLayoutMkLst>
            <pc:docMk/>
            <pc:sldMasterMk cId="481874104" sldId="2147483667"/>
            <pc:sldLayoutMk cId="1386336603" sldId="2147483679"/>
          </pc:sldLayoutMkLst>
        </pc:sldLayoutChg>
        <pc:sldLayoutChg chg="del">
          <pc:chgData name="Qu, Chengyi" userId="9f02c3db-5b00-4063-9ad4-7cdd84fdd2bb" providerId="ADAL" clId="{71EBC684-37BE-40AE-943F-85B359DFBCAD}" dt="2024-01-09T16:08:30.595" v="108" actId="2696"/>
          <pc:sldLayoutMkLst>
            <pc:docMk/>
            <pc:sldMasterMk cId="481874104" sldId="2147483667"/>
            <pc:sldLayoutMk cId="1457830139" sldId="2147483680"/>
          </pc:sldLayoutMkLst>
        </pc:sldLayoutChg>
      </pc:sldMasterChg>
    </pc:docChg>
  </pc:docChgLst>
  <pc:docChgLst>
    <pc:chgData name="Qu, Chengyi" userId="9f02c3db-5b00-4063-9ad4-7cdd84fdd2bb" providerId="ADAL" clId="{50F0BEF5-9FE8-41F2-A36A-D05BB667A97D}"/>
    <pc:docChg chg="custSel delSld modSld">
      <pc:chgData name="Qu, Chengyi" userId="9f02c3db-5b00-4063-9ad4-7cdd84fdd2bb" providerId="ADAL" clId="{50F0BEF5-9FE8-41F2-A36A-D05BB667A97D}" dt="2025-02-05T22:11:01.926" v="344" actId="6549"/>
      <pc:docMkLst>
        <pc:docMk/>
      </pc:docMkLst>
      <pc:sldChg chg="modSp mod">
        <pc:chgData name="Qu, Chengyi" userId="9f02c3db-5b00-4063-9ad4-7cdd84fdd2bb" providerId="ADAL" clId="{50F0BEF5-9FE8-41F2-A36A-D05BB667A97D}" dt="2025-02-05T22:02:02.361" v="1" actId="20577"/>
        <pc:sldMkLst>
          <pc:docMk/>
          <pc:sldMk cId="1540095095" sldId="1267"/>
        </pc:sldMkLst>
        <pc:spChg chg="mod">
          <ac:chgData name="Qu, Chengyi" userId="9f02c3db-5b00-4063-9ad4-7cdd84fdd2bb" providerId="ADAL" clId="{50F0BEF5-9FE8-41F2-A36A-D05BB667A97D}" dt="2025-02-05T22:02:02.361" v="1" actId="20577"/>
          <ac:spMkLst>
            <pc:docMk/>
            <pc:sldMk cId="1540095095" sldId="1267"/>
            <ac:spMk id="3" creationId="{F2CD7C02-F216-B333-F407-92A30BDE7C88}"/>
          </ac:spMkLst>
        </pc:spChg>
      </pc:sldChg>
      <pc:sldChg chg="modSp mod">
        <pc:chgData name="Qu, Chengyi" userId="9f02c3db-5b00-4063-9ad4-7cdd84fdd2bb" providerId="ADAL" clId="{50F0BEF5-9FE8-41F2-A36A-D05BB667A97D}" dt="2025-02-05T22:08:34.086" v="204" actId="113"/>
        <pc:sldMkLst>
          <pc:docMk/>
          <pc:sldMk cId="4161947085" sldId="1280"/>
        </pc:sldMkLst>
        <pc:spChg chg="mod">
          <ac:chgData name="Qu, Chengyi" userId="9f02c3db-5b00-4063-9ad4-7cdd84fdd2bb" providerId="ADAL" clId="{50F0BEF5-9FE8-41F2-A36A-D05BB667A97D}" dt="2025-02-05T22:08:34.086" v="204" actId="113"/>
          <ac:spMkLst>
            <pc:docMk/>
            <pc:sldMk cId="4161947085" sldId="1280"/>
            <ac:spMk id="4" creationId="{007C1329-E88C-7BFA-3658-D07BFED49311}"/>
          </ac:spMkLst>
        </pc:spChg>
      </pc:sldChg>
      <pc:sldChg chg="del">
        <pc:chgData name="Qu, Chengyi" userId="9f02c3db-5b00-4063-9ad4-7cdd84fdd2bb" providerId="ADAL" clId="{50F0BEF5-9FE8-41F2-A36A-D05BB667A97D}" dt="2025-02-05T22:09:00.155" v="205" actId="47"/>
        <pc:sldMkLst>
          <pc:docMk/>
          <pc:sldMk cId="3677976281" sldId="1282"/>
        </pc:sldMkLst>
      </pc:sldChg>
      <pc:sldChg chg="modSp mod">
        <pc:chgData name="Qu, Chengyi" userId="9f02c3db-5b00-4063-9ad4-7cdd84fdd2bb" providerId="ADAL" clId="{50F0BEF5-9FE8-41F2-A36A-D05BB667A97D}" dt="2025-02-05T22:11:01.926" v="344" actId="6549"/>
        <pc:sldMkLst>
          <pc:docMk/>
          <pc:sldMk cId="4114087111" sldId="1283"/>
        </pc:sldMkLst>
        <pc:spChg chg="mod">
          <ac:chgData name="Qu, Chengyi" userId="9f02c3db-5b00-4063-9ad4-7cdd84fdd2bb" providerId="ADAL" clId="{50F0BEF5-9FE8-41F2-A36A-D05BB667A97D}" dt="2025-02-05T22:11:01.926" v="344" actId="6549"/>
          <ac:spMkLst>
            <pc:docMk/>
            <pc:sldMk cId="4114087111" sldId="1283"/>
            <ac:spMk id="3" creationId="{DBA681D2-9ED3-52D2-0396-0FBD7F7B7195}"/>
          </ac:spMkLst>
        </pc:spChg>
        <pc:spChg chg="mod">
          <ac:chgData name="Qu, Chengyi" userId="9f02c3db-5b00-4063-9ad4-7cdd84fdd2bb" providerId="ADAL" clId="{50F0BEF5-9FE8-41F2-A36A-D05BB667A97D}" dt="2025-02-05T22:09:19.286" v="208" actId="20577"/>
          <ac:spMkLst>
            <pc:docMk/>
            <pc:sldMk cId="4114087111" sldId="1283"/>
            <ac:spMk id="4" creationId="{174CBEC7-3131-8166-B85B-D97447525DC3}"/>
          </ac:spMkLst>
        </pc:spChg>
      </pc:sldChg>
      <pc:sldChg chg="modSp mod">
        <pc:chgData name="Qu, Chengyi" userId="9f02c3db-5b00-4063-9ad4-7cdd84fdd2bb" providerId="ADAL" clId="{50F0BEF5-9FE8-41F2-A36A-D05BB667A97D}" dt="2025-02-05T22:05:56.379" v="95" actId="20577"/>
        <pc:sldMkLst>
          <pc:docMk/>
          <pc:sldMk cId="4130976894" sldId="1284"/>
        </pc:sldMkLst>
        <pc:spChg chg="mod">
          <ac:chgData name="Qu, Chengyi" userId="9f02c3db-5b00-4063-9ad4-7cdd84fdd2bb" providerId="ADAL" clId="{50F0BEF5-9FE8-41F2-A36A-D05BB667A97D}" dt="2025-02-05T22:05:56.379" v="95" actId="20577"/>
          <ac:spMkLst>
            <pc:docMk/>
            <pc:sldMk cId="4130976894" sldId="1284"/>
            <ac:spMk id="5" creationId="{B21B841E-FD4B-7680-37CE-C0D986AACA5D}"/>
          </ac:spMkLst>
        </pc:spChg>
      </pc:sldChg>
      <pc:sldChg chg="modSp mod">
        <pc:chgData name="Qu, Chengyi" userId="9f02c3db-5b00-4063-9ad4-7cdd84fdd2bb" providerId="ADAL" clId="{50F0BEF5-9FE8-41F2-A36A-D05BB667A97D}" dt="2025-02-05T22:06:29.832" v="120" actId="20577"/>
        <pc:sldMkLst>
          <pc:docMk/>
          <pc:sldMk cId="3120525038" sldId="1287"/>
        </pc:sldMkLst>
        <pc:spChg chg="mod">
          <ac:chgData name="Qu, Chengyi" userId="9f02c3db-5b00-4063-9ad4-7cdd84fdd2bb" providerId="ADAL" clId="{50F0BEF5-9FE8-41F2-A36A-D05BB667A97D}" dt="2025-02-05T22:06:29.832" v="120" actId="20577"/>
          <ac:spMkLst>
            <pc:docMk/>
            <pc:sldMk cId="3120525038" sldId="1287"/>
            <ac:spMk id="3" creationId="{2910C3BC-0012-1EF8-91C5-72425EED5CA6}"/>
          </ac:spMkLst>
        </pc:spChg>
        <pc:spChg chg="mod">
          <ac:chgData name="Qu, Chengyi" userId="9f02c3db-5b00-4063-9ad4-7cdd84fdd2bb" providerId="ADAL" clId="{50F0BEF5-9FE8-41F2-A36A-D05BB667A97D}" dt="2025-02-05T22:05:40.855" v="94" actId="5793"/>
          <ac:spMkLst>
            <pc:docMk/>
            <pc:sldMk cId="3120525038" sldId="1287"/>
            <ac:spMk id="4" creationId="{61A131A7-4A2D-FBDF-EFDB-7685633E46DC}"/>
          </ac:spMkLst>
        </pc:spChg>
      </pc:sldChg>
      <pc:sldChg chg="modSp mod">
        <pc:chgData name="Qu, Chengyi" userId="9f02c3db-5b00-4063-9ad4-7cdd84fdd2bb" providerId="ADAL" clId="{50F0BEF5-9FE8-41F2-A36A-D05BB667A97D}" dt="2025-02-05T22:02:56.970" v="11" actId="6549"/>
        <pc:sldMkLst>
          <pc:docMk/>
          <pc:sldMk cId="2588792380" sldId="1288"/>
        </pc:sldMkLst>
        <pc:spChg chg="mod">
          <ac:chgData name="Qu, Chengyi" userId="9f02c3db-5b00-4063-9ad4-7cdd84fdd2bb" providerId="ADAL" clId="{50F0BEF5-9FE8-41F2-A36A-D05BB667A97D}" dt="2025-02-05T22:02:56.970" v="11" actId="6549"/>
          <ac:spMkLst>
            <pc:docMk/>
            <pc:sldMk cId="2588792380" sldId="1288"/>
            <ac:spMk id="4" creationId="{4758323B-8B3F-DA1C-6C34-A69BE6008DE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E49A57-252E-5856-0249-6E1EAAAF7E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5069BF-16CF-3C74-F2F3-606931B6C7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4CCDF5-1267-5645-AE4B-2A75F94B291A}" type="datetimeFigureOut">
              <a:rPr lang="en-US" smtClean="0"/>
              <a:t>2/5/2025</a:t>
            </a:fld>
            <a:endParaRPr lang="en-US"/>
          </a:p>
        </p:txBody>
      </p:sp>
      <p:sp>
        <p:nvSpPr>
          <p:cNvPr id="4" name="Footer Placeholder 3">
            <a:extLst>
              <a:ext uri="{FF2B5EF4-FFF2-40B4-BE49-F238E27FC236}">
                <a16:creationId xmlns:a16="http://schemas.microsoft.com/office/drawing/2014/main" id="{14C383E8-9CF2-B618-90AB-4456BAA66D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0A6E49-8BEC-E6BD-7A2D-565CDA1425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48DCE6-73C3-6547-87E9-607ADF5AB377}" type="slidenum">
              <a:rPr lang="en-US" smtClean="0"/>
              <a:t>‹#›</a:t>
            </a:fld>
            <a:endParaRPr lang="en-US"/>
          </a:p>
        </p:txBody>
      </p:sp>
    </p:spTree>
    <p:extLst>
      <p:ext uri="{BB962C8B-B14F-4D97-AF65-F5344CB8AC3E}">
        <p14:creationId xmlns:p14="http://schemas.microsoft.com/office/powerpoint/2010/main" val="316846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04B2-5B56-1C46-8F9D-E0702B1A86A5}"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60373-E21E-9E43-BB3A-0658B3FEE41A}" type="slidenum">
              <a:rPr lang="en-US" smtClean="0"/>
              <a:t>‹#›</a:t>
            </a:fld>
            <a:endParaRPr lang="en-US"/>
          </a:p>
        </p:txBody>
      </p:sp>
    </p:spTree>
    <p:extLst>
      <p:ext uri="{BB962C8B-B14F-4D97-AF65-F5344CB8AC3E}">
        <p14:creationId xmlns:p14="http://schemas.microsoft.com/office/powerpoint/2010/main" val="258560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D8DB9D91-12A9-6D85-5C4A-107079AA8707}"/>
              </a:ext>
            </a:extLst>
          </p:cNvPr>
          <p:cNvPicPr>
            <a:picLocks noChangeAspect="1"/>
          </p:cNvPicPr>
          <p:nvPr userDrawn="1"/>
        </p:nvPicPr>
        <p:blipFill>
          <a:blip r:embed="rId2"/>
          <a:stretch>
            <a:fillRect/>
          </a:stretch>
        </p:blipFill>
        <p:spPr>
          <a:xfrm>
            <a:off x="0" y="6683"/>
            <a:ext cx="12192000" cy="6844631"/>
          </a:xfrm>
          <a:prstGeom prst="rect">
            <a:avLst/>
          </a:prstGeom>
        </p:spPr>
      </p:pic>
      <p:sp>
        <p:nvSpPr>
          <p:cNvPr id="10" name="Text Placeholder 1">
            <a:extLst>
              <a:ext uri="{FF2B5EF4-FFF2-40B4-BE49-F238E27FC236}">
                <a16:creationId xmlns:a16="http://schemas.microsoft.com/office/drawing/2014/main" id="{BC0596B2-8BCF-CDB9-86A8-E5F1D3BA81E1}"/>
              </a:ext>
            </a:extLst>
          </p:cNvPr>
          <p:cNvSpPr>
            <a:spLocks noGrp="1"/>
          </p:cNvSpPr>
          <p:nvPr>
            <p:ph type="body" sz="quarter" idx="12" hasCustomPrompt="1"/>
          </p:nvPr>
        </p:nvSpPr>
        <p:spPr>
          <a:xfrm>
            <a:off x="2428461" y="4144617"/>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Title for Presentation</a:t>
            </a:r>
          </a:p>
          <a:p>
            <a:r>
              <a:rPr lang="en-US" sz="3600" dirty="0"/>
              <a:t>Line 2</a:t>
            </a:r>
          </a:p>
        </p:txBody>
      </p:sp>
      <p:sp>
        <p:nvSpPr>
          <p:cNvPr id="11" name="Text Placeholder 2">
            <a:extLst>
              <a:ext uri="{FF2B5EF4-FFF2-40B4-BE49-F238E27FC236}">
                <a16:creationId xmlns:a16="http://schemas.microsoft.com/office/drawing/2014/main" id="{B5FA1AF5-5DD9-B40B-465B-79A7653C5A5E}"/>
              </a:ext>
            </a:extLst>
          </p:cNvPr>
          <p:cNvSpPr>
            <a:spLocks noGrp="1"/>
          </p:cNvSpPr>
          <p:nvPr>
            <p:ph type="body" sz="quarter" idx="13" hasCustomPrompt="1"/>
          </p:nvPr>
        </p:nvSpPr>
        <p:spPr>
          <a:xfrm>
            <a:off x="3765550" y="5744152"/>
            <a:ext cx="4660900" cy="350227"/>
          </a:xfrm>
          <a:prstGeom prst="rect">
            <a:avLst/>
          </a:prstGeom>
        </p:spPr>
        <p:txBody>
          <a:bodyPr/>
          <a:lstStyle>
            <a:lvl1pPr marL="0" indent="0" algn="ctr">
              <a:buNone/>
              <a:defRPr b="0" i="0">
                <a:solidFill>
                  <a:srgbClr val="767171"/>
                </a:solidFill>
                <a:latin typeface="Arial" panose="020B0604020202020204" pitchFamily="34" charset="0"/>
                <a:cs typeface="Arial" panose="020B0604020202020204" pitchFamily="34" charset="0"/>
              </a:defRPr>
            </a:lvl1pPr>
          </a:lstStyle>
          <a:p>
            <a:r>
              <a:rPr lang="en-US" sz="2400" dirty="0"/>
              <a:t>Date xx, 202x</a:t>
            </a:r>
          </a:p>
        </p:txBody>
      </p:sp>
    </p:spTree>
    <p:extLst>
      <p:ext uri="{BB962C8B-B14F-4D97-AF65-F5344CB8AC3E}">
        <p14:creationId xmlns:p14="http://schemas.microsoft.com/office/powerpoint/2010/main" val="1216705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0" y="1600200"/>
            <a:ext cx="11277599"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14612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1" y="1600200"/>
            <a:ext cx="5638800"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1">
            <a:extLst>
              <a:ext uri="{FF2B5EF4-FFF2-40B4-BE49-F238E27FC236}">
                <a16:creationId xmlns:a16="http://schemas.microsoft.com/office/drawing/2014/main" id="{D8FF0C6D-7B44-4491-2943-59A5D94A7B3A}"/>
              </a:ext>
            </a:extLst>
          </p:cNvPr>
          <p:cNvSpPr>
            <a:spLocks noGrp="1"/>
          </p:cNvSpPr>
          <p:nvPr>
            <p:ph type="pic" sz="quarter" idx="13" hasCustomPrompt="1"/>
          </p:nvPr>
        </p:nvSpPr>
        <p:spPr>
          <a:xfrm>
            <a:off x="6799667" y="1593184"/>
            <a:ext cx="4935132" cy="3892550"/>
          </a:xfrm>
          <a:prstGeom prst="rect">
            <a:avLst/>
          </a:prstGeom>
        </p:spPr>
        <p:txBody>
          <a:bodyPr/>
          <a:lstStyle>
            <a:lvl1pPr marL="0" indent="0">
              <a:buNone/>
              <a:defRPr lang="en-US" sz="2800" b="0" i="0" kern="1200" dirty="0">
                <a:solidFill>
                  <a:srgbClr val="767171"/>
                </a:solidFill>
                <a:latin typeface="Arial" panose="020B0604020202020204" pitchFamily="34" charset="0"/>
                <a:ea typeface="+mn-ea"/>
                <a:cs typeface="Arial" panose="020B0604020202020204" pitchFamily="34" charset="0"/>
              </a:defRPr>
            </a:lvl1pPr>
          </a:lstStyle>
          <a:p>
            <a:r>
              <a:rPr lang="en-US" sz="2800" b="0" i="0" kern="1200" dirty="0">
                <a:solidFill>
                  <a:srgbClr val="767171"/>
                </a:solidFill>
                <a:latin typeface="Arial" panose="020B0604020202020204" pitchFamily="34" charset="0"/>
                <a:ea typeface="+mn-ea"/>
                <a:cs typeface="Arial" panose="020B0604020202020204" pitchFamily="34" charset="0"/>
              </a:rPr>
              <a:t>Picture</a:t>
            </a:r>
            <a:endParaRPr lang="en-US" dirty="0"/>
          </a:p>
        </p:txBody>
      </p:sp>
    </p:spTree>
    <p:extLst>
      <p:ext uri="{BB962C8B-B14F-4D97-AF65-F5344CB8AC3E}">
        <p14:creationId xmlns:p14="http://schemas.microsoft.com/office/powerpoint/2010/main" val="1126624539"/>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6BA7C3E-9407-286B-C955-92021F6E2054}"/>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Background pattern&#10;&#10;Description automatically generated">
            <a:extLst>
              <a:ext uri="{FF2B5EF4-FFF2-40B4-BE49-F238E27FC236}">
                <a16:creationId xmlns:a16="http://schemas.microsoft.com/office/drawing/2014/main" id="{DB1E25ED-196F-AD3E-730C-350C97EE93FD}"/>
              </a:ext>
            </a:extLst>
          </p:cNvPr>
          <p:cNvPicPr>
            <a:picLocks noChangeAspect="1"/>
          </p:cNvPicPr>
          <p:nvPr userDrawn="1"/>
        </p:nvPicPr>
        <p:blipFill rotWithShape="1">
          <a:blip r:embed="rId2"/>
          <a:srcRect r="50049"/>
          <a:stretch/>
        </p:blipFill>
        <p:spPr>
          <a:xfrm>
            <a:off x="0" y="6684"/>
            <a:ext cx="6096000" cy="6851316"/>
          </a:xfrm>
          <a:prstGeom prst="rect">
            <a:avLst/>
          </a:prstGeom>
        </p:spPr>
      </p:pic>
      <p:sp>
        <p:nvSpPr>
          <p:cNvPr id="10" name="Text Placeholder 12">
            <a:extLst>
              <a:ext uri="{FF2B5EF4-FFF2-40B4-BE49-F238E27FC236}">
                <a16:creationId xmlns:a16="http://schemas.microsoft.com/office/drawing/2014/main" id="{F3FDA9FC-5FAF-19E1-2999-FA81EB28D62B}"/>
              </a:ext>
            </a:extLst>
          </p:cNvPr>
          <p:cNvSpPr>
            <a:spLocks noGrp="1"/>
          </p:cNvSpPr>
          <p:nvPr>
            <p:ph type="body" sz="quarter" idx="10" hasCustomPrompt="1"/>
          </p:nvPr>
        </p:nvSpPr>
        <p:spPr>
          <a:xfrm>
            <a:off x="695833" y="2772348"/>
            <a:ext cx="4702175" cy="1846660"/>
          </a:xfrm>
          <a:prstGeom prst="rect">
            <a:avLst/>
          </a:prstGeom>
        </p:spPr>
        <p:txBody>
          <a:bodyPr/>
          <a:lstStyle>
            <a:lvl1pPr marL="0" indent="0" algn="ctr">
              <a:buNone/>
              <a:defRPr sz="3000" b="1" i="0">
                <a:solidFill>
                  <a:srgbClr val="767171"/>
                </a:solidFill>
                <a:latin typeface="Arial" panose="020B0604020202020204" pitchFamily="34" charset="0"/>
                <a:cs typeface="Arial" panose="020B0604020202020204" pitchFamily="34" charset="0"/>
              </a:defRPr>
            </a:lvl1pPr>
          </a:lstStyle>
          <a:p>
            <a:pPr lvl="0"/>
            <a:r>
              <a:rPr lang="en-US" dirty="0"/>
              <a:t>Long Title Goes Here</a:t>
            </a:r>
          </a:p>
          <a:p>
            <a:pPr lvl="0"/>
            <a:r>
              <a:rPr lang="en-US" dirty="0" err="1"/>
              <a:t>Xxxxxxx</a:t>
            </a:r>
            <a:endParaRPr lang="en-US" dirty="0"/>
          </a:p>
          <a:p>
            <a:pPr lvl="0"/>
            <a:r>
              <a:rPr lang="en-US" dirty="0" err="1"/>
              <a:t>Xxxxxxx</a:t>
            </a:r>
            <a:endParaRPr lang="en-US" dirty="0"/>
          </a:p>
        </p:txBody>
      </p:sp>
    </p:spTree>
    <p:extLst>
      <p:ext uri="{BB962C8B-B14F-4D97-AF65-F5344CB8AC3E}">
        <p14:creationId xmlns:p14="http://schemas.microsoft.com/office/powerpoint/2010/main" val="1331647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3" name="Rectangle 2">
            <a:extLst>
              <a:ext uri="{FF2B5EF4-FFF2-40B4-BE49-F238E27FC236}">
                <a16:creationId xmlns:a16="http://schemas.microsoft.com/office/drawing/2014/main" id="{EB4A8D20-7863-7BFB-62B7-82573F4C0688}"/>
              </a:ext>
            </a:extLst>
          </p:cNvPr>
          <p:cNvSpPr/>
          <p:nvPr userDrawn="1"/>
        </p:nvSpPr>
        <p:spPr>
          <a:xfrm>
            <a:off x="0" y="0"/>
            <a:ext cx="12192000" cy="5486400"/>
          </a:xfrm>
          <a:prstGeom prst="rect">
            <a:avLst/>
          </a:prstGeom>
          <a:solidFill>
            <a:srgbClr val="0061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
            <a:extLst>
              <a:ext uri="{FF2B5EF4-FFF2-40B4-BE49-F238E27FC236}">
                <a16:creationId xmlns:a16="http://schemas.microsoft.com/office/drawing/2014/main" id="{56D25ECA-C5BA-AE0A-264F-72583C103FA7}"/>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815154463"/>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2" name="Rectangle 1">
            <a:extLst>
              <a:ext uri="{FF2B5EF4-FFF2-40B4-BE49-F238E27FC236}">
                <a16:creationId xmlns:a16="http://schemas.microsoft.com/office/drawing/2014/main" id="{5BCF72C4-98D7-9FF3-70FE-096C982889BD}"/>
              </a:ext>
            </a:extLst>
          </p:cNvPr>
          <p:cNvSpPr/>
          <p:nvPr userDrawn="1"/>
        </p:nvSpPr>
        <p:spPr>
          <a:xfrm>
            <a:off x="0" y="0"/>
            <a:ext cx="12192000" cy="5486400"/>
          </a:xfrm>
          <a:prstGeom prst="rect">
            <a:avLst/>
          </a:prstGeom>
          <a:solidFill>
            <a:srgbClr val="BBB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995E"/>
              </a:highlight>
            </a:endParaRPr>
          </a:p>
        </p:txBody>
      </p:sp>
      <p:sp>
        <p:nvSpPr>
          <p:cNvPr id="4" name="Text Placeholder 1">
            <a:extLst>
              <a:ext uri="{FF2B5EF4-FFF2-40B4-BE49-F238E27FC236}">
                <a16:creationId xmlns:a16="http://schemas.microsoft.com/office/drawing/2014/main" id="{B88E2CF5-F61B-C587-8CED-45B374FC4C54}"/>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281238151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4A3350B-D6F5-E020-D657-C3F27D9B1240}"/>
              </a:ext>
            </a:extLst>
          </p:cNvPr>
          <p:cNvPicPr>
            <a:picLocks noChangeAspect="1"/>
          </p:cNvPicPr>
          <p:nvPr userDrawn="1"/>
        </p:nvPicPr>
        <p:blipFill>
          <a:blip r:embed="rId2"/>
          <a:stretch>
            <a:fillRect/>
          </a:stretch>
        </p:blipFill>
        <p:spPr>
          <a:xfrm>
            <a:off x="0" y="6682"/>
            <a:ext cx="12199526" cy="6848856"/>
          </a:xfrm>
          <a:prstGeom prst="rect">
            <a:avLst/>
          </a:prstGeom>
        </p:spPr>
      </p:pic>
      <p:sp>
        <p:nvSpPr>
          <p:cNvPr id="10" name="Text Placeholder 1">
            <a:extLst>
              <a:ext uri="{FF2B5EF4-FFF2-40B4-BE49-F238E27FC236}">
                <a16:creationId xmlns:a16="http://schemas.microsoft.com/office/drawing/2014/main" id="{67772414-34C0-529E-33AE-2D9DF25D3188}"/>
              </a:ext>
            </a:extLst>
          </p:cNvPr>
          <p:cNvSpPr>
            <a:spLocks noGrp="1"/>
          </p:cNvSpPr>
          <p:nvPr>
            <p:ph type="body" sz="quarter" idx="12" hasCustomPrompt="1"/>
          </p:nvPr>
        </p:nvSpPr>
        <p:spPr>
          <a:xfrm>
            <a:off x="2428461" y="2863661"/>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Divider Title Slide</a:t>
            </a:r>
          </a:p>
          <a:p>
            <a:r>
              <a:rPr lang="en-US" sz="3600" dirty="0"/>
              <a:t>Line 2</a:t>
            </a:r>
          </a:p>
        </p:txBody>
      </p:sp>
      <p:sp>
        <p:nvSpPr>
          <p:cNvPr id="11" name="Rectangle 10">
            <a:extLst>
              <a:ext uri="{FF2B5EF4-FFF2-40B4-BE49-F238E27FC236}">
                <a16:creationId xmlns:a16="http://schemas.microsoft.com/office/drawing/2014/main" id="{AF865473-E2AD-6245-4447-BAEF54B15394}"/>
              </a:ext>
            </a:extLst>
          </p:cNvPr>
          <p:cNvSpPr/>
          <p:nvPr userDrawn="1"/>
        </p:nvSpPr>
        <p:spPr>
          <a:xfrm>
            <a:off x="2428461" y="4275692"/>
            <a:ext cx="7335078" cy="99085"/>
          </a:xfrm>
          <a:prstGeom prst="rect">
            <a:avLst/>
          </a:prstGeom>
          <a:solidFill>
            <a:srgbClr val="006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4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5829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582725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4231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10186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512357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960784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116942"/>
      </p:ext>
    </p:extLst>
  </p:cSld>
  <p:clrMap bg1="lt1" tx1="dk1" bg2="lt2" tx2="dk2" accent1="accent1" accent2="accent2" accent3="accent3" accent4="accent4" accent5="accent5" accent6="accent6" hlink="hlink" folHlink="folHlink"/>
  <p:sldLayoutIdLst>
    <p:sldLayoutId id="2147483652" r:id="rId1"/>
    <p:sldLayoutId id="2147483650" r:id="rId2"/>
    <p:sldLayoutId id="2147483659" r:id="rId3"/>
    <p:sldLayoutId id="2147483655" r:id="rId4"/>
    <p:sldLayoutId id="2147483658" r:id="rId5"/>
    <p:sldLayoutId id="2147483660" r:id="rId6"/>
    <p:sldLayoutId id="2147483649" r:id="rId7"/>
    <p:sldLayoutId id="2147483662" r:id="rId8"/>
    <p:sldLayoutId id="2147483663" r:id="rId9"/>
    <p:sldLayoutId id="2147483664" r:id="rId10"/>
    <p:sldLayoutId id="2147483665" r:id="rId11"/>
    <p:sldLayoutId id="2147483666" r:id="rId12"/>
    <p:sldLayoutId id="214748368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9F3848-C4AB-A357-A9D7-DCEE0A411F90}"/>
              </a:ext>
            </a:extLst>
          </p:cNvPr>
          <p:cNvSpPr>
            <a:spLocks noGrp="1"/>
          </p:cNvSpPr>
          <p:nvPr>
            <p:ph type="body" sz="quarter" idx="12"/>
          </p:nvPr>
        </p:nvSpPr>
        <p:spPr>
          <a:xfrm>
            <a:off x="1366630" y="4113515"/>
            <a:ext cx="9458739" cy="1412031"/>
          </a:xfrm>
        </p:spPr>
        <p:txBody>
          <a:bodyPr/>
          <a:lstStyle/>
          <a:p>
            <a:r>
              <a:rPr lang="en-US" dirty="0"/>
              <a:t>CEN 3078 Group Project</a:t>
            </a:r>
          </a:p>
          <a:p>
            <a:r>
              <a:rPr lang="en-US" dirty="0"/>
              <a:t>Requirements Overview</a:t>
            </a:r>
          </a:p>
        </p:txBody>
      </p:sp>
      <p:sp>
        <p:nvSpPr>
          <p:cNvPr id="3" name="Text Placeholder 2">
            <a:extLst>
              <a:ext uri="{FF2B5EF4-FFF2-40B4-BE49-F238E27FC236}">
                <a16:creationId xmlns:a16="http://schemas.microsoft.com/office/drawing/2014/main" id="{F2CD7C02-F216-B333-F407-92A30BDE7C88}"/>
              </a:ext>
            </a:extLst>
          </p:cNvPr>
          <p:cNvSpPr>
            <a:spLocks noGrp="1"/>
          </p:cNvSpPr>
          <p:nvPr>
            <p:ph type="body" sz="quarter" idx="13"/>
          </p:nvPr>
        </p:nvSpPr>
        <p:spPr>
          <a:xfrm>
            <a:off x="3722007" y="5999189"/>
            <a:ext cx="4660900" cy="350227"/>
          </a:xfrm>
        </p:spPr>
        <p:txBody>
          <a:bodyPr/>
          <a:lstStyle/>
          <a:p>
            <a:r>
              <a:rPr lang="en-US" dirty="0"/>
              <a:t>Feb. 2025</a:t>
            </a:r>
          </a:p>
        </p:txBody>
      </p:sp>
    </p:spTree>
    <p:extLst>
      <p:ext uri="{BB962C8B-B14F-4D97-AF65-F5344CB8AC3E}">
        <p14:creationId xmlns:p14="http://schemas.microsoft.com/office/powerpoint/2010/main" val="1540095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EE9EAD-BB7E-A0C7-399B-C453EF913523}"/>
              </a:ext>
            </a:extLst>
          </p:cNvPr>
          <p:cNvSpPr>
            <a:spLocks noGrp="1"/>
          </p:cNvSpPr>
          <p:nvPr>
            <p:ph type="sldNum" sz="quarter" idx="12"/>
          </p:nvPr>
        </p:nvSpPr>
        <p:spPr/>
        <p:txBody>
          <a:bodyPr/>
          <a:lstStyle/>
          <a:p>
            <a:fld id="{19A1A663-AB5A-1C46-BB3F-DC91B87E1671}" type="slidenum">
              <a:rPr lang="en-US" smtClean="0"/>
              <a:pPr/>
              <a:t>2</a:t>
            </a:fld>
            <a:endParaRPr lang="en-US" dirty="0"/>
          </a:p>
        </p:txBody>
      </p:sp>
      <p:sp>
        <p:nvSpPr>
          <p:cNvPr id="3" name="Title 2">
            <a:extLst>
              <a:ext uri="{FF2B5EF4-FFF2-40B4-BE49-F238E27FC236}">
                <a16:creationId xmlns:a16="http://schemas.microsoft.com/office/drawing/2014/main" id="{7518EC52-445D-74D1-08EF-74EEC0D06E24}"/>
              </a:ext>
            </a:extLst>
          </p:cNvPr>
          <p:cNvSpPr>
            <a:spLocks noGrp="1"/>
          </p:cNvSpPr>
          <p:nvPr>
            <p:ph type="ctrTitle"/>
          </p:nvPr>
        </p:nvSpPr>
        <p:spPr/>
        <p:txBody>
          <a:bodyPr/>
          <a:lstStyle/>
          <a:p>
            <a:r>
              <a:rPr lang="en-US" dirty="0"/>
              <a:t>Logistics</a:t>
            </a:r>
          </a:p>
        </p:txBody>
      </p:sp>
      <p:sp>
        <p:nvSpPr>
          <p:cNvPr id="4" name="Content Placeholder 3">
            <a:extLst>
              <a:ext uri="{FF2B5EF4-FFF2-40B4-BE49-F238E27FC236}">
                <a16:creationId xmlns:a16="http://schemas.microsoft.com/office/drawing/2014/main" id="{FD27629D-BF9E-314C-306B-043C2A30CE5E}"/>
              </a:ext>
            </a:extLst>
          </p:cNvPr>
          <p:cNvSpPr>
            <a:spLocks noGrp="1"/>
          </p:cNvSpPr>
          <p:nvPr>
            <p:ph sz="quarter" idx="10"/>
          </p:nvPr>
        </p:nvSpPr>
        <p:spPr/>
        <p:txBody>
          <a:bodyPr/>
          <a:lstStyle/>
          <a:p>
            <a:r>
              <a:rPr lang="en-US" dirty="0"/>
              <a:t>5 people in one group</a:t>
            </a:r>
          </a:p>
          <a:p>
            <a:r>
              <a:rPr lang="en-US" dirty="0"/>
              <a:t>Each group choose one project topic</a:t>
            </a:r>
          </a:p>
          <a:p>
            <a:r>
              <a:rPr lang="en-US" dirty="0"/>
              <a:t>5 Project topics in total</a:t>
            </a:r>
          </a:p>
          <a:p>
            <a:r>
              <a:rPr lang="en-US" dirty="0"/>
              <a:t>Each project topic, we will have exactly two groups working on that</a:t>
            </a:r>
          </a:p>
          <a:p>
            <a:r>
              <a:rPr lang="en-US" dirty="0"/>
              <a:t>Group leader must select </a:t>
            </a:r>
          </a:p>
          <a:p>
            <a:r>
              <a:rPr lang="en-US" dirty="0"/>
              <a:t>Group leader MUST join leader meetings and report the process</a:t>
            </a:r>
          </a:p>
        </p:txBody>
      </p:sp>
    </p:spTree>
    <p:extLst>
      <p:ext uri="{BB962C8B-B14F-4D97-AF65-F5344CB8AC3E}">
        <p14:creationId xmlns:p14="http://schemas.microsoft.com/office/powerpoint/2010/main" val="3510678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0ACB2E-9147-EFFB-2176-834E9B6E6E85}"/>
              </a:ext>
            </a:extLst>
          </p:cNvPr>
          <p:cNvSpPr>
            <a:spLocks noGrp="1"/>
          </p:cNvSpPr>
          <p:nvPr>
            <p:ph type="sldNum" sz="quarter" idx="12"/>
          </p:nvPr>
        </p:nvSpPr>
        <p:spPr/>
        <p:txBody>
          <a:bodyPr/>
          <a:lstStyle/>
          <a:p>
            <a:fld id="{19A1A663-AB5A-1C46-BB3F-DC91B87E1671}" type="slidenum">
              <a:rPr lang="en-US" smtClean="0"/>
              <a:pPr/>
              <a:t>3</a:t>
            </a:fld>
            <a:endParaRPr lang="en-US" dirty="0"/>
          </a:p>
        </p:txBody>
      </p:sp>
      <p:sp>
        <p:nvSpPr>
          <p:cNvPr id="3" name="Title 2">
            <a:extLst>
              <a:ext uri="{FF2B5EF4-FFF2-40B4-BE49-F238E27FC236}">
                <a16:creationId xmlns:a16="http://schemas.microsoft.com/office/drawing/2014/main" id="{706231A7-013F-6A3F-3814-0C6F1C617958}"/>
              </a:ext>
            </a:extLst>
          </p:cNvPr>
          <p:cNvSpPr>
            <a:spLocks noGrp="1"/>
          </p:cNvSpPr>
          <p:nvPr>
            <p:ph type="ctrTitle"/>
          </p:nvPr>
        </p:nvSpPr>
        <p:spPr/>
        <p:txBody>
          <a:bodyPr/>
          <a:lstStyle/>
          <a:p>
            <a:r>
              <a:rPr lang="en-US" dirty="0"/>
              <a:t>Milestones</a:t>
            </a:r>
          </a:p>
        </p:txBody>
      </p:sp>
      <p:sp>
        <p:nvSpPr>
          <p:cNvPr id="5" name="Content Placeholder 3">
            <a:extLst>
              <a:ext uri="{FF2B5EF4-FFF2-40B4-BE49-F238E27FC236}">
                <a16:creationId xmlns:a16="http://schemas.microsoft.com/office/drawing/2014/main" id="{6EB96FA5-23C5-5062-BF9B-4B1DF59CCAAF}"/>
              </a:ext>
            </a:extLst>
          </p:cNvPr>
          <p:cNvSpPr>
            <a:spLocks noGrp="1"/>
          </p:cNvSpPr>
          <p:nvPr>
            <p:ph sz="quarter" idx="10"/>
          </p:nvPr>
        </p:nvSpPr>
        <p:spPr>
          <a:xfrm>
            <a:off x="457200" y="1600200"/>
            <a:ext cx="11277600" cy="3886200"/>
          </a:xfrm>
        </p:spPr>
        <p:txBody>
          <a:bodyPr/>
          <a:lstStyle/>
          <a:p>
            <a:pPr algn="l" fontAlgn="base"/>
            <a:r>
              <a:rPr lang="en-US" sz="1800" b="0" i="0" dirty="0">
                <a:solidFill>
                  <a:srgbClr val="000000"/>
                </a:solidFill>
                <a:effectLst/>
                <a:latin typeface="Aptos" panose="020B0004020202020204" pitchFamily="34" charset="0"/>
              </a:rPr>
              <a:t>Milestone 1: </a:t>
            </a:r>
            <a:r>
              <a:rPr lang="en-US" altLang="zh-CN" sz="1800" b="1" i="0" dirty="0">
                <a:solidFill>
                  <a:srgbClr val="000000"/>
                </a:solidFill>
                <a:effectLst/>
                <a:latin typeface="Aptos" panose="020B0004020202020204" pitchFamily="34" charset="0"/>
              </a:rPr>
              <a:t>February</a:t>
            </a:r>
            <a:r>
              <a:rPr lang="en-US" sz="1800" b="1" i="0" dirty="0">
                <a:solidFill>
                  <a:srgbClr val="000000"/>
                </a:solidFill>
                <a:effectLst/>
                <a:latin typeface="Aptos" panose="020B0004020202020204" pitchFamily="34" charset="0"/>
              </a:rPr>
              <a:t> 25</a:t>
            </a:r>
            <a:r>
              <a:rPr lang="en-US" sz="1800" b="1" i="0" baseline="30000" dirty="0">
                <a:solidFill>
                  <a:srgbClr val="000000"/>
                </a:solidFill>
                <a:effectLst/>
                <a:latin typeface="Aptos" panose="020B0004020202020204" pitchFamily="34" charset="0"/>
              </a:rPr>
              <a:t>th</a:t>
            </a:r>
            <a:r>
              <a:rPr lang="en-US" sz="1800" b="1" i="0" dirty="0">
                <a:solidFill>
                  <a:srgbClr val="000000"/>
                </a:solidFill>
                <a:effectLst/>
                <a:latin typeface="Aptos" panose="020B0004020202020204" pitchFamily="34" charset="0"/>
              </a:rPr>
              <a:t> </a:t>
            </a:r>
            <a:r>
              <a:rPr lang="en-US" sz="1800" b="0" i="0" dirty="0">
                <a:solidFill>
                  <a:srgbClr val="000000"/>
                </a:solidFill>
                <a:effectLst/>
                <a:latin typeface="Aptos" panose="020B0004020202020204" pitchFamily="34" charset="0"/>
              </a:rPr>
              <a:t>, each group should provide a research plan document detailing the tasks for each team member in the group. </a:t>
            </a:r>
            <a:endParaRPr lang="en-US" b="0" i="0" dirty="0">
              <a:solidFill>
                <a:srgbClr val="242424"/>
              </a:solidFill>
              <a:effectLst/>
              <a:latin typeface="Segoe UI" panose="020B0502040204020203" pitchFamily="34" charset="0"/>
            </a:endParaRPr>
          </a:p>
          <a:p>
            <a:pPr algn="l" fontAlgn="base"/>
            <a:r>
              <a:rPr lang="en-US" sz="1800" b="0" i="0" dirty="0">
                <a:solidFill>
                  <a:srgbClr val="000000"/>
                </a:solidFill>
                <a:effectLst/>
                <a:latin typeface="Aptos" panose="020B0004020202020204" pitchFamily="34" charset="0"/>
              </a:rPr>
              <a:t>Milestone 2 (Presentation Day): </a:t>
            </a:r>
            <a:r>
              <a:rPr lang="en-US" sz="1800" b="1" dirty="0">
                <a:solidFill>
                  <a:srgbClr val="000000"/>
                </a:solidFill>
                <a:latin typeface="Aptos" panose="020B0004020202020204" pitchFamily="34" charset="0"/>
              </a:rPr>
              <a:t>March</a:t>
            </a:r>
            <a:r>
              <a:rPr lang="en-US" sz="1800" b="1" i="0" dirty="0">
                <a:solidFill>
                  <a:srgbClr val="000000"/>
                </a:solidFill>
                <a:effectLst/>
                <a:latin typeface="Aptos" panose="020B0004020202020204" pitchFamily="34" charset="0"/>
              </a:rPr>
              <a:t> </a:t>
            </a:r>
            <a:r>
              <a:rPr lang="en-US" sz="1800" b="1" dirty="0">
                <a:solidFill>
                  <a:srgbClr val="000000"/>
                </a:solidFill>
                <a:latin typeface="Aptos" panose="020B0004020202020204" pitchFamily="34" charset="0"/>
              </a:rPr>
              <a:t>18</a:t>
            </a:r>
            <a:r>
              <a:rPr lang="en-US" sz="1800" b="1" baseline="30000" dirty="0">
                <a:solidFill>
                  <a:srgbClr val="000000"/>
                </a:solidFill>
                <a:latin typeface="Aptos" panose="020B0004020202020204" pitchFamily="34" charset="0"/>
              </a:rPr>
              <a:t>th</a:t>
            </a:r>
            <a:r>
              <a:rPr lang="en-US" sz="1800" b="1" dirty="0">
                <a:solidFill>
                  <a:srgbClr val="000000"/>
                </a:solidFill>
                <a:latin typeface="Aptos" panose="020B0004020202020204" pitchFamily="34" charset="0"/>
              </a:rPr>
              <a:t> or March 20</a:t>
            </a:r>
            <a:r>
              <a:rPr lang="en-US" sz="1800" b="1" baseline="30000" dirty="0">
                <a:solidFill>
                  <a:srgbClr val="000000"/>
                </a:solidFill>
                <a:latin typeface="Aptos" panose="020B0004020202020204" pitchFamily="34" charset="0"/>
              </a:rPr>
              <a:t>th</a:t>
            </a:r>
            <a:r>
              <a:rPr lang="en-US" sz="1800" b="1" dirty="0">
                <a:solidFill>
                  <a:srgbClr val="000000"/>
                </a:solidFill>
                <a:latin typeface="Aptos" panose="020B0004020202020204" pitchFamily="34" charset="0"/>
              </a:rPr>
              <a:t> </a:t>
            </a:r>
            <a:r>
              <a:rPr lang="en-US" sz="1800" b="0" i="0" dirty="0">
                <a:solidFill>
                  <a:srgbClr val="000000"/>
                </a:solidFill>
                <a:effectLst/>
                <a:latin typeface="Aptos" panose="020B0004020202020204" pitchFamily="34" charset="0"/>
              </a:rPr>
              <a:t>, mid-term evaluation presentation. Each group should present their process so far and plans for the final output in the class. Mentors can choose to join.</a:t>
            </a:r>
            <a:endParaRPr lang="en-US" b="0" i="0" dirty="0">
              <a:solidFill>
                <a:srgbClr val="242424"/>
              </a:solidFill>
              <a:effectLst/>
              <a:latin typeface="Segoe UI" panose="020B0502040204020203" pitchFamily="34" charset="0"/>
            </a:endParaRPr>
          </a:p>
          <a:p>
            <a:pPr algn="l" fontAlgn="base"/>
            <a:r>
              <a:rPr lang="en-US" sz="1800" b="0" i="0" dirty="0">
                <a:solidFill>
                  <a:srgbClr val="000000"/>
                </a:solidFill>
                <a:effectLst/>
                <a:latin typeface="Aptos" panose="020B0004020202020204" pitchFamily="34" charset="0"/>
              </a:rPr>
              <a:t>Milestone 3 (Presentation Day): </a:t>
            </a:r>
            <a:r>
              <a:rPr lang="en-US" sz="1800" b="1" i="0" dirty="0">
                <a:solidFill>
                  <a:srgbClr val="000000"/>
                </a:solidFill>
                <a:effectLst/>
                <a:latin typeface="Aptos" panose="020B0004020202020204" pitchFamily="34" charset="0"/>
              </a:rPr>
              <a:t>April 22</a:t>
            </a:r>
            <a:r>
              <a:rPr lang="en-US" sz="1800" b="1" i="0" baseline="30000" dirty="0">
                <a:solidFill>
                  <a:srgbClr val="000000"/>
                </a:solidFill>
                <a:effectLst/>
                <a:latin typeface="Aptos" panose="020B0004020202020204" pitchFamily="34" charset="0"/>
              </a:rPr>
              <a:t>nd</a:t>
            </a:r>
            <a:r>
              <a:rPr lang="en-US" sz="1800" b="1" i="0" dirty="0">
                <a:solidFill>
                  <a:srgbClr val="000000"/>
                </a:solidFill>
                <a:effectLst/>
                <a:latin typeface="Aptos" panose="020B0004020202020204" pitchFamily="34" charset="0"/>
              </a:rPr>
              <a:t> or April 24</a:t>
            </a:r>
            <a:r>
              <a:rPr lang="en-US" sz="1800" b="1" i="0" baseline="30000" dirty="0">
                <a:solidFill>
                  <a:srgbClr val="000000"/>
                </a:solidFill>
                <a:effectLst/>
                <a:latin typeface="Aptos" panose="020B0004020202020204" pitchFamily="34" charset="0"/>
              </a:rPr>
              <a:t>th</a:t>
            </a:r>
            <a:r>
              <a:rPr lang="en-US" sz="1800" b="1" i="0" dirty="0">
                <a:solidFill>
                  <a:srgbClr val="000000"/>
                </a:solidFill>
                <a:effectLst/>
                <a:latin typeface="Aptos" panose="020B0004020202020204" pitchFamily="34" charset="0"/>
              </a:rPr>
              <a:t> </a:t>
            </a:r>
            <a:r>
              <a:rPr lang="en-US" sz="1800" b="0" i="0" dirty="0">
                <a:solidFill>
                  <a:srgbClr val="000000"/>
                </a:solidFill>
                <a:effectLst/>
                <a:latin typeface="Aptos" panose="020B0004020202020204" pitchFamily="34" charset="0"/>
              </a:rPr>
              <a:t>, final presentation. Each group should present their final outputs to the class. Peer evaluation will be given by professors and students. Mentors should join in the presentation and present together with students. </a:t>
            </a:r>
            <a:endParaRPr lang="en-US" b="0" i="0" dirty="0">
              <a:solidFill>
                <a:srgbClr val="242424"/>
              </a:solidFill>
              <a:effectLst/>
              <a:latin typeface="Segoe UI" panose="020B0502040204020203" pitchFamily="34" charset="0"/>
            </a:endParaRPr>
          </a:p>
          <a:p>
            <a:pPr algn="l" fontAlgn="base"/>
            <a:r>
              <a:rPr lang="en-US" sz="1800" b="0" i="0" dirty="0">
                <a:solidFill>
                  <a:srgbClr val="000000"/>
                </a:solidFill>
                <a:effectLst/>
                <a:latin typeface="Aptos" panose="020B0004020202020204" pitchFamily="34" charset="0"/>
              </a:rPr>
              <a:t>Milestone 4</a:t>
            </a:r>
            <a:r>
              <a:rPr lang="en-US" sz="1800" i="0" dirty="0">
                <a:solidFill>
                  <a:srgbClr val="000000"/>
                </a:solidFill>
                <a:effectLst/>
                <a:latin typeface="Aptos" panose="020B0004020202020204" pitchFamily="34" charset="0"/>
              </a:rPr>
              <a:t>: </a:t>
            </a:r>
            <a:r>
              <a:rPr lang="en-US" sz="1800" b="1" i="0" dirty="0">
                <a:solidFill>
                  <a:srgbClr val="000000"/>
                </a:solidFill>
                <a:effectLst/>
                <a:latin typeface="Aptos" panose="020B0004020202020204" pitchFamily="34" charset="0"/>
              </a:rPr>
              <a:t>April 29</a:t>
            </a:r>
            <a:r>
              <a:rPr lang="en-US" sz="1800" b="1" i="0" baseline="30000" dirty="0">
                <a:solidFill>
                  <a:srgbClr val="000000"/>
                </a:solidFill>
                <a:effectLst/>
                <a:latin typeface="Aptos" panose="020B0004020202020204" pitchFamily="34" charset="0"/>
              </a:rPr>
              <a:t>th</a:t>
            </a:r>
            <a:r>
              <a:rPr lang="en-US" sz="1800" b="1" i="0" dirty="0">
                <a:solidFill>
                  <a:srgbClr val="000000"/>
                </a:solidFill>
                <a:effectLst/>
                <a:latin typeface="Aptos" panose="020B0004020202020204" pitchFamily="34" charset="0"/>
              </a:rPr>
              <a:t> </a:t>
            </a:r>
            <a:r>
              <a:rPr lang="en-US" sz="1800" b="0" i="0" dirty="0">
                <a:solidFill>
                  <a:srgbClr val="000000"/>
                </a:solidFill>
                <a:effectLst/>
                <a:latin typeface="Aptos" panose="020B0004020202020204" pitchFamily="34" charset="0"/>
              </a:rPr>
              <a:t>, final report. Each group should submit a final report of the project including a comprehensive description of the project method, algorithm/modeling details, and evaluation output. Mentors can guide the writing of the report.</a:t>
            </a:r>
            <a:endParaRPr lang="en-US" b="0" i="0" dirty="0">
              <a:solidFill>
                <a:srgbClr val="242424"/>
              </a:solidFill>
              <a:effectLst/>
              <a:latin typeface="Segoe UI" panose="020B0502040204020203" pitchFamily="34" charset="0"/>
            </a:endParaRPr>
          </a:p>
        </p:txBody>
      </p:sp>
    </p:spTree>
    <p:extLst>
      <p:ext uri="{BB962C8B-B14F-4D97-AF65-F5344CB8AC3E}">
        <p14:creationId xmlns:p14="http://schemas.microsoft.com/office/powerpoint/2010/main" val="52547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006BAC-183E-779B-D917-AD0532043805}"/>
              </a:ext>
            </a:extLst>
          </p:cNvPr>
          <p:cNvSpPr>
            <a:spLocks noGrp="1"/>
          </p:cNvSpPr>
          <p:nvPr>
            <p:ph type="sldNum" sz="quarter" idx="12"/>
          </p:nvPr>
        </p:nvSpPr>
        <p:spPr/>
        <p:txBody>
          <a:bodyPr/>
          <a:lstStyle/>
          <a:p>
            <a:fld id="{19A1A663-AB5A-1C46-BB3F-DC91B87E1671}" type="slidenum">
              <a:rPr lang="en-US" smtClean="0"/>
              <a:pPr/>
              <a:t>4</a:t>
            </a:fld>
            <a:endParaRPr lang="en-US" dirty="0"/>
          </a:p>
        </p:txBody>
      </p:sp>
      <p:sp>
        <p:nvSpPr>
          <p:cNvPr id="3" name="Title 2">
            <a:extLst>
              <a:ext uri="{FF2B5EF4-FFF2-40B4-BE49-F238E27FC236}">
                <a16:creationId xmlns:a16="http://schemas.microsoft.com/office/drawing/2014/main" id="{2032863F-603D-7E59-A4EE-387B9CF8561F}"/>
              </a:ext>
            </a:extLst>
          </p:cNvPr>
          <p:cNvSpPr>
            <a:spLocks noGrp="1"/>
          </p:cNvSpPr>
          <p:nvPr>
            <p:ph type="ctrTitle"/>
          </p:nvPr>
        </p:nvSpPr>
        <p:spPr/>
        <p:txBody>
          <a:bodyPr/>
          <a:lstStyle/>
          <a:p>
            <a:r>
              <a:rPr lang="en-US" dirty="0"/>
              <a:t>Team leader regular meetings – Meeting 1</a:t>
            </a:r>
          </a:p>
        </p:txBody>
      </p:sp>
      <p:sp>
        <p:nvSpPr>
          <p:cNvPr id="4" name="Content Placeholder 3">
            <a:extLst>
              <a:ext uri="{FF2B5EF4-FFF2-40B4-BE49-F238E27FC236}">
                <a16:creationId xmlns:a16="http://schemas.microsoft.com/office/drawing/2014/main" id="{FA2CBA40-AA79-4C66-F9B1-ED19B4B77CDB}"/>
              </a:ext>
            </a:extLst>
          </p:cNvPr>
          <p:cNvSpPr>
            <a:spLocks noGrp="1"/>
          </p:cNvSpPr>
          <p:nvPr>
            <p:ph sz="quarter" idx="10"/>
          </p:nvPr>
        </p:nvSpPr>
        <p:spPr>
          <a:xfrm>
            <a:off x="457200" y="1600200"/>
            <a:ext cx="11277599" cy="4293606"/>
          </a:xfrm>
        </p:spPr>
        <p:txBody>
          <a:bodyPr>
            <a:normAutofit lnSpcReduction="10000"/>
          </a:bodyPr>
          <a:lstStyle/>
          <a:p>
            <a:r>
              <a:rPr lang="en-US" dirty="0"/>
              <a:t>Time: Feb. 21</a:t>
            </a:r>
            <a:r>
              <a:rPr lang="en-US" baseline="30000" dirty="0"/>
              <a:t>st</a:t>
            </a:r>
            <a:r>
              <a:rPr lang="en-US" dirty="0"/>
              <a:t>, 11:00am to 12:00pm</a:t>
            </a:r>
          </a:p>
          <a:p>
            <a:r>
              <a:rPr lang="en-US" dirty="0"/>
              <a:t>Location: Online Teams meeting</a:t>
            </a:r>
          </a:p>
          <a:p>
            <a:r>
              <a:rPr lang="en-US" dirty="0"/>
              <a:t>Topics to be covered:</a:t>
            </a:r>
          </a:p>
          <a:p>
            <a:pPr lvl="1">
              <a:buFont typeface="+mj-lt"/>
              <a:buAutoNum type="arabicPeriod"/>
            </a:pPr>
            <a:r>
              <a:rPr lang="en-US" b="1" dirty="0"/>
              <a:t>Research Plan Progress</a:t>
            </a:r>
            <a:r>
              <a:rPr lang="en-US" dirty="0"/>
              <a:t>: Discuss the status of each group’s research plan document.</a:t>
            </a:r>
          </a:p>
          <a:p>
            <a:pPr lvl="1">
              <a:buFont typeface="+mj-lt"/>
              <a:buAutoNum type="arabicPeriod"/>
            </a:pPr>
            <a:r>
              <a:rPr lang="en-US" b="1" dirty="0"/>
              <a:t>Task Allocation</a:t>
            </a:r>
            <a:r>
              <a:rPr lang="en-US" dirty="0"/>
              <a:t>: Verify tasks are assigned to individual team members and are well-defined.</a:t>
            </a:r>
          </a:p>
          <a:p>
            <a:pPr lvl="1">
              <a:buFont typeface="+mj-lt"/>
              <a:buAutoNum type="arabicPeriod"/>
            </a:pPr>
            <a:r>
              <a:rPr lang="en-US" b="1" dirty="0"/>
              <a:t>Milestone Planning</a:t>
            </a:r>
            <a:r>
              <a:rPr lang="en-US" dirty="0"/>
              <a:t>: Ensure each group has set clear intermediate milestones for their project.</a:t>
            </a:r>
          </a:p>
          <a:p>
            <a:pPr lvl="1">
              <a:buFont typeface="+mj-lt"/>
              <a:buAutoNum type="arabicPeriod"/>
            </a:pPr>
            <a:r>
              <a:rPr lang="en-US" b="1" dirty="0"/>
              <a:t>Challenges</a:t>
            </a:r>
            <a:r>
              <a:rPr lang="en-US" dirty="0"/>
              <a:t>: Identify any challenges faced in planning and task delegation.</a:t>
            </a:r>
          </a:p>
          <a:p>
            <a:pPr lvl="1">
              <a:buFont typeface="+mj-lt"/>
              <a:buAutoNum type="arabicPeriod"/>
            </a:pPr>
            <a:r>
              <a:rPr lang="en-US" b="1" dirty="0"/>
              <a:t>Next Steps</a:t>
            </a:r>
            <a:r>
              <a:rPr lang="en-US" dirty="0"/>
              <a:t>: Set short-term goals to prepare for Milestone 1 presentation.</a:t>
            </a:r>
          </a:p>
          <a:p>
            <a:endParaRPr lang="en-US" dirty="0"/>
          </a:p>
        </p:txBody>
      </p:sp>
    </p:spTree>
    <p:extLst>
      <p:ext uri="{BB962C8B-B14F-4D97-AF65-F5344CB8AC3E}">
        <p14:creationId xmlns:p14="http://schemas.microsoft.com/office/powerpoint/2010/main" val="1313510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B59549-271C-B9A5-DE79-8972EE29C7DF}"/>
              </a:ext>
            </a:extLst>
          </p:cNvPr>
          <p:cNvSpPr>
            <a:spLocks noGrp="1"/>
          </p:cNvSpPr>
          <p:nvPr>
            <p:ph type="sldNum" sz="quarter" idx="12"/>
          </p:nvPr>
        </p:nvSpPr>
        <p:spPr/>
        <p:txBody>
          <a:bodyPr/>
          <a:lstStyle/>
          <a:p>
            <a:fld id="{19A1A663-AB5A-1C46-BB3F-DC91B87E1671}" type="slidenum">
              <a:rPr lang="en-US" smtClean="0"/>
              <a:pPr/>
              <a:t>5</a:t>
            </a:fld>
            <a:endParaRPr lang="en-US" dirty="0"/>
          </a:p>
        </p:txBody>
      </p:sp>
      <p:sp>
        <p:nvSpPr>
          <p:cNvPr id="5" name="Title 2">
            <a:extLst>
              <a:ext uri="{FF2B5EF4-FFF2-40B4-BE49-F238E27FC236}">
                <a16:creationId xmlns:a16="http://schemas.microsoft.com/office/drawing/2014/main" id="{332E13D4-8B50-15BB-3029-E99650EF0619}"/>
              </a:ext>
            </a:extLst>
          </p:cNvPr>
          <p:cNvSpPr>
            <a:spLocks noGrp="1"/>
          </p:cNvSpPr>
          <p:nvPr>
            <p:ph type="ctrTitle"/>
          </p:nvPr>
        </p:nvSpPr>
        <p:spPr>
          <a:xfrm>
            <a:off x="457200" y="571500"/>
            <a:ext cx="11277600" cy="736600"/>
          </a:xfrm>
        </p:spPr>
        <p:txBody>
          <a:bodyPr/>
          <a:lstStyle/>
          <a:p>
            <a:r>
              <a:rPr lang="en-US" dirty="0"/>
              <a:t>Team leader regular meetings – Meeting 2</a:t>
            </a:r>
          </a:p>
        </p:txBody>
      </p:sp>
      <p:sp>
        <p:nvSpPr>
          <p:cNvPr id="6" name="Content Placeholder 3">
            <a:extLst>
              <a:ext uri="{FF2B5EF4-FFF2-40B4-BE49-F238E27FC236}">
                <a16:creationId xmlns:a16="http://schemas.microsoft.com/office/drawing/2014/main" id="{324FE81F-BF2E-AC0E-A877-2B00013E6A0C}"/>
              </a:ext>
            </a:extLst>
          </p:cNvPr>
          <p:cNvSpPr>
            <a:spLocks noGrp="1"/>
          </p:cNvSpPr>
          <p:nvPr>
            <p:ph sz="quarter" idx="10"/>
          </p:nvPr>
        </p:nvSpPr>
        <p:spPr>
          <a:xfrm>
            <a:off x="457200" y="1600200"/>
            <a:ext cx="11277600" cy="4212126"/>
          </a:xfrm>
        </p:spPr>
        <p:txBody>
          <a:bodyPr>
            <a:normAutofit fontScale="92500"/>
          </a:bodyPr>
          <a:lstStyle/>
          <a:p>
            <a:r>
              <a:rPr lang="en-US" dirty="0"/>
              <a:t>Time: Mar. 14</a:t>
            </a:r>
            <a:r>
              <a:rPr lang="en-US" baseline="30000" dirty="0"/>
              <a:t>th</a:t>
            </a:r>
            <a:r>
              <a:rPr lang="en-US" dirty="0"/>
              <a:t>, 11:00am to 12:00pm</a:t>
            </a:r>
          </a:p>
          <a:p>
            <a:r>
              <a:rPr lang="en-US" dirty="0"/>
              <a:t>Location: Online Teams meeting</a:t>
            </a:r>
          </a:p>
          <a:p>
            <a:r>
              <a:rPr lang="en-US" dirty="0"/>
              <a:t>Topics to be covered:</a:t>
            </a:r>
          </a:p>
          <a:p>
            <a:pPr lvl="1">
              <a:buFont typeface="+mj-lt"/>
              <a:buAutoNum type="arabicPeriod"/>
            </a:pPr>
            <a:r>
              <a:rPr lang="en-US" b="1" dirty="0"/>
              <a:t>Feedback Review</a:t>
            </a:r>
            <a:r>
              <a:rPr lang="en-US" dirty="0"/>
              <a:t>: Discuss feedback from the research plan presentations.</a:t>
            </a:r>
          </a:p>
          <a:p>
            <a:pPr lvl="1">
              <a:buFont typeface="+mj-lt"/>
              <a:buAutoNum type="arabicPeriod"/>
            </a:pPr>
            <a:r>
              <a:rPr lang="en-US" b="1" dirty="0"/>
              <a:t>Progress Update</a:t>
            </a:r>
            <a:r>
              <a:rPr lang="en-US" dirty="0"/>
              <a:t>: Assess whether groups are meeting their intermediate milestones.</a:t>
            </a:r>
          </a:p>
          <a:p>
            <a:pPr lvl="1">
              <a:buFont typeface="+mj-lt"/>
              <a:buAutoNum type="arabicPeriod"/>
            </a:pPr>
            <a:r>
              <a:rPr lang="en-US" b="1" dirty="0"/>
              <a:t>Coordination Issues</a:t>
            </a:r>
            <a:r>
              <a:rPr lang="en-US" dirty="0"/>
              <a:t>: Address any coordination challenges or conflicts within teams.</a:t>
            </a:r>
          </a:p>
          <a:p>
            <a:pPr lvl="1">
              <a:buFont typeface="+mj-lt"/>
              <a:buAutoNum type="arabicPeriod"/>
            </a:pPr>
            <a:r>
              <a:rPr lang="en-US" b="1" dirty="0"/>
              <a:t>Mid-Term Preparation</a:t>
            </a:r>
            <a:r>
              <a:rPr lang="en-US" dirty="0"/>
              <a:t>: Outline expectations for the mid-term evaluation presentation and review draft content.</a:t>
            </a:r>
          </a:p>
          <a:p>
            <a:pPr lvl="1">
              <a:buFont typeface="+mj-lt"/>
              <a:buAutoNum type="arabicPeriod"/>
            </a:pPr>
            <a:r>
              <a:rPr lang="en-US" b="1" dirty="0"/>
              <a:t>Support Needed</a:t>
            </a:r>
            <a:r>
              <a:rPr lang="en-US" dirty="0"/>
              <a:t>: Determine if additional guidance or resources are required.</a:t>
            </a:r>
          </a:p>
          <a:p>
            <a:endParaRPr lang="en-US" dirty="0"/>
          </a:p>
        </p:txBody>
      </p:sp>
    </p:spTree>
    <p:extLst>
      <p:ext uri="{BB962C8B-B14F-4D97-AF65-F5344CB8AC3E}">
        <p14:creationId xmlns:p14="http://schemas.microsoft.com/office/powerpoint/2010/main" val="391182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2D0E4-B46E-003C-DA41-9A7D87EFAB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A9DA4D-B5C9-FA5B-C02E-306F7977BC8E}"/>
              </a:ext>
            </a:extLst>
          </p:cNvPr>
          <p:cNvSpPr>
            <a:spLocks noGrp="1"/>
          </p:cNvSpPr>
          <p:nvPr>
            <p:ph type="sldNum" sz="quarter" idx="12"/>
          </p:nvPr>
        </p:nvSpPr>
        <p:spPr/>
        <p:txBody>
          <a:bodyPr/>
          <a:lstStyle/>
          <a:p>
            <a:fld id="{19A1A663-AB5A-1C46-BB3F-DC91B87E1671}" type="slidenum">
              <a:rPr lang="en-US" smtClean="0"/>
              <a:pPr/>
              <a:t>6</a:t>
            </a:fld>
            <a:endParaRPr lang="en-US" dirty="0"/>
          </a:p>
        </p:txBody>
      </p:sp>
      <p:sp>
        <p:nvSpPr>
          <p:cNvPr id="5" name="Title 2">
            <a:extLst>
              <a:ext uri="{FF2B5EF4-FFF2-40B4-BE49-F238E27FC236}">
                <a16:creationId xmlns:a16="http://schemas.microsoft.com/office/drawing/2014/main" id="{1273DFFF-9C37-B092-B1EC-564E7663FA90}"/>
              </a:ext>
            </a:extLst>
          </p:cNvPr>
          <p:cNvSpPr>
            <a:spLocks noGrp="1"/>
          </p:cNvSpPr>
          <p:nvPr>
            <p:ph type="ctrTitle"/>
          </p:nvPr>
        </p:nvSpPr>
        <p:spPr>
          <a:xfrm>
            <a:off x="457200" y="571500"/>
            <a:ext cx="11277600" cy="736600"/>
          </a:xfrm>
        </p:spPr>
        <p:txBody>
          <a:bodyPr/>
          <a:lstStyle/>
          <a:p>
            <a:r>
              <a:rPr lang="en-US" dirty="0"/>
              <a:t>Team leader regular meetings – Meeting 3</a:t>
            </a:r>
          </a:p>
        </p:txBody>
      </p:sp>
      <p:sp>
        <p:nvSpPr>
          <p:cNvPr id="6" name="Content Placeholder 3">
            <a:extLst>
              <a:ext uri="{FF2B5EF4-FFF2-40B4-BE49-F238E27FC236}">
                <a16:creationId xmlns:a16="http://schemas.microsoft.com/office/drawing/2014/main" id="{B2569E34-9E62-E7FF-2C53-B825BC0ABF07}"/>
              </a:ext>
            </a:extLst>
          </p:cNvPr>
          <p:cNvSpPr>
            <a:spLocks noGrp="1"/>
          </p:cNvSpPr>
          <p:nvPr>
            <p:ph sz="quarter" idx="10"/>
          </p:nvPr>
        </p:nvSpPr>
        <p:spPr>
          <a:xfrm>
            <a:off x="457200" y="1600200"/>
            <a:ext cx="11277600" cy="4212126"/>
          </a:xfrm>
        </p:spPr>
        <p:txBody>
          <a:bodyPr>
            <a:normAutofit fontScale="92500"/>
          </a:bodyPr>
          <a:lstStyle/>
          <a:p>
            <a:r>
              <a:rPr lang="en-US" dirty="0"/>
              <a:t>Time: Apr. 11</a:t>
            </a:r>
            <a:r>
              <a:rPr lang="en-US" baseline="30000" dirty="0"/>
              <a:t>th</a:t>
            </a:r>
            <a:r>
              <a:rPr lang="en-US" dirty="0"/>
              <a:t>, 11:00am to 12:00pm</a:t>
            </a:r>
          </a:p>
          <a:p>
            <a:r>
              <a:rPr lang="en-US" dirty="0"/>
              <a:t>Location: Online Teams meeting</a:t>
            </a:r>
          </a:p>
          <a:p>
            <a:r>
              <a:rPr lang="en-US" dirty="0"/>
              <a:t>Topics to be covered:</a:t>
            </a:r>
          </a:p>
          <a:p>
            <a:pPr lvl="1">
              <a:buFont typeface="+mj-lt"/>
              <a:buAutoNum type="arabicPeriod"/>
            </a:pPr>
            <a:r>
              <a:rPr lang="en-US" b="1" dirty="0"/>
              <a:t>Mid-Term Recap</a:t>
            </a:r>
            <a:r>
              <a:rPr lang="en-US" dirty="0"/>
              <a:t>: Review progress and feedback from the mid-term evaluation.</a:t>
            </a:r>
          </a:p>
          <a:p>
            <a:pPr lvl="1">
              <a:buFont typeface="+mj-lt"/>
              <a:buAutoNum type="arabicPeriod"/>
            </a:pPr>
            <a:r>
              <a:rPr lang="en-US" b="1" dirty="0"/>
              <a:t>Final Deliverables</a:t>
            </a:r>
            <a:r>
              <a:rPr lang="en-US" dirty="0"/>
              <a:t>: Ensure each group has a clear plan for the final presentation and report.</a:t>
            </a:r>
          </a:p>
          <a:p>
            <a:pPr lvl="1">
              <a:buFont typeface="+mj-lt"/>
              <a:buAutoNum type="arabicPeriod"/>
            </a:pPr>
            <a:r>
              <a:rPr lang="en-US" b="1" dirty="0"/>
              <a:t>Peer Evaluation Prep</a:t>
            </a:r>
            <a:r>
              <a:rPr lang="en-US" dirty="0"/>
              <a:t>: Discuss strategies for improving peer evaluations.</a:t>
            </a:r>
          </a:p>
          <a:p>
            <a:pPr lvl="1">
              <a:buFont typeface="+mj-lt"/>
              <a:buAutoNum type="arabicPeriod"/>
            </a:pPr>
            <a:r>
              <a:rPr lang="en-US" b="1" dirty="0"/>
              <a:t>Mentor Involvement</a:t>
            </a:r>
            <a:r>
              <a:rPr lang="en-US" dirty="0"/>
              <a:t>: Confirm mentors’ roles in final presentations and report writing.</a:t>
            </a:r>
          </a:p>
          <a:p>
            <a:pPr lvl="1">
              <a:buFont typeface="+mj-lt"/>
              <a:buAutoNum type="arabicPeriod"/>
            </a:pPr>
            <a:r>
              <a:rPr lang="en-US" b="1" dirty="0"/>
              <a:t>Risk Assessment</a:t>
            </a:r>
            <a:r>
              <a:rPr lang="en-US" dirty="0"/>
              <a:t>: Identify and address any risks that could delay project completion.</a:t>
            </a:r>
          </a:p>
          <a:p>
            <a:endParaRPr lang="en-US" dirty="0"/>
          </a:p>
          <a:p>
            <a:endParaRPr lang="en-US" dirty="0"/>
          </a:p>
        </p:txBody>
      </p:sp>
    </p:spTree>
    <p:extLst>
      <p:ext uri="{BB962C8B-B14F-4D97-AF65-F5344CB8AC3E}">
        <p14:creationId xmlns:p14="http://schemas.microsoft.com/office/powerpoint/2010/main" val="548290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6E6448-6A19-32D7-C303-909624054016}"/>
              </a:ext>
            </a:extLst>
          </p:cNvPr>
          <p:cNvSpPr>
            <a:spLocks noGrp="1"/>
          </p:cNvSpPr>
          <p:nvPr>
            <p:ph type="sldNum" sz="quarter" idx="12"/>
          </p:nvPr>
        </p:nvSpPr>
        <p:spPr/>
        <p:txBody>
          <a:bodyPr/>
          <a:lstStyle/>
          <a:p>
            <a:fld id="{19A1A663-AB5A-1C46-BB3F-DC91B87E1671}" type="slidenum">
              <a:rPr lang="en-US" smtClean="0"/>
              <a:pPr/>
              <a:t>7</a:t>
            </a:fld>
            <a:endParaRPr lang="en-US" dirty="0"/>
          </a:p>
        </p:txBody>
      </p:sp>
      <p:sp>
        <p:nvSpPr>
          <p:cNvPr id="3" name="Title 2">
            <a:extLst>
              <a:ext uri="{FF2B5EF4-FFF2-40B4-BE49-F238E27FC236}">
                <a16:creationId xmlns:a16="http://schemas.microsoft.com/office/drawing/2014/main" id="{A0218E44-630A-D7CF-4A35-C28328CB898F}"/>
              </a:ext>
            </a:extLst>
          </p:cNvPr>
          <p:cNvSpPr>
            <a:spLocks noGrp="1"/>
          </p:cNvSpPr>
          <p:nvPr>
            <p:ph type="ctrTitle"/>
          </p:nvPr>
        </p:nvSpPr>
        <p:spPr/>
        <p:txBody>
          <a:bodyPr/>
          <a:lstStyle/>
          <a:p>
            <a:r>
              <a:rPr lang="en-US" dirty="0"/>
              <a:t>Presentations</a:t>
            </a:r>
          </a:p>
        </p:txBody>
      </p:sp>
      <p:sp>
        <p:nvSpPr>
          <p:cNvPr id="4" name="Content Placeholder 3">
            <a:extLst>
              <a:ext uri="{FF2B5EF4-FFF2-40B4-BE49-F238E27FC236}">
                <a16:creationId xmlns:a16="http://schemas.microsoft.com/office/drawing/2014/main" id="{1F6BBEDC-DDDA-2279-CA7D-6001F2FADAAF}"/>
              </a:ext>
            </a:extLst>
          </p:cNvPr>
          <p:cNvSpPr>
            <a:spLocks noGrp="1"/>
          </p:cNvSpPr>
          <p:nvPr>
            <p:ph sz="quarter" idx="10"/>
          </p:nvPr>
        </p:nvSpPr>
        <p:spPr/>
        <p:txBody>
          <a:bodyPr/>
          <a:lstStyle/>
          <a:p>
            <a:r>
              <a:rPr lang="en-US" dirty="0"/>
              <a:t>Two presentation – Mid-term and Final</a:t>
            </a:r>
          </a:p>
          <a:p>
            <a:r>
              <a:rPr lang="en-US" dirty="0"/>
              <a:t>Mid-term presentation time: </a:t>
            </a:r>
            <a:r>
              <a:rPr lang="en-US" sz="2800" b="1" dirty="0">
                <a:solidFill>
                  <a:srgbClr val="000000"/>
                </a:solidFill>
                <a:latin typeface="Aptos" panose="020B0004020202020204" pitchFamily="34" charset="0"/>
              </a:rPr>
              <a:t>March</a:t>
            </a:r>
            <a:r>
              <a:rPr lang="en-US" sz="2800" b="1" i="0" dirty="0">
                <a:solidFill>
                  <a:srgbClr val="000000"/>
                </a:solidFill>
                <a:effectLst/>
                <a:latin typeface="Aptos" panose="020B0004020202020204" pitchFamily="34" charset="0"/>
              </a:rPr>
              <a:t> </a:t>
            </a:r>
            <a:r>
              <a:rPr lang="en-US" sz="2800" b="1" dirty="0">
                <a:solidFill>
                  <a:srgbClr val="000000"/>
                </a:solidFill>
                <a:latin typeface="Aptos" panose="020B0004020202020204" pitchFamily="34" charset="0"/>
              </a:rPr>
              <a:t>18</a:t>
            </a:r>
            <a:r>
              <a:rPr lang="en-US" sz="2800" b="1" baseline="30000" dirty="0">
                <a:solidFill>
                  <a:srgbClr val="000000"/>
                </a:solidFill>
                <a:latin typeface="Aptos" panose="020B0004020202020204" pitchFamily="34" charset="0"/>
              </a:rPr>
              <a:t>th</a:t>
            </a:r>
            <a:r>
              <a:rPr lang="en-US" sz="2800" b="1" dirty="0">
                <a:solidFill>
                  <a:srgbClr val="000000"/>
                </a:solidFill>
                <a:latin typeface="Aptos" panose="020B0004020202020204" pitchFamily="34" charset="0"/>
              </a:rPr>
              <a:t> or March 20</a:t>
            </a:r>
            <a:r>
              <a:rPr lang="en-US" sz="2800" b="1" baseline="30000" dirty="0">
                <a:solidFill>
                  <a:srgbClr val="000000"/>
                </a:solidFill>
                <a:latin typeface="Aptos" panose="020B0004020202020204" pitchFamily="34" charset="0"/>
              </a:rPr>
              <a:t>th</a:t>
            </a:r>
            <a:r>
              <a:rPr lang="en-US" sz="2800" b="1" dirty="0">
                <a:solidFill>
                  <a:srgbClr val="000000"/>
                </a:solidFill>
                <a:latin typeface="Aptos" panose="020B0004020202020204" pitchFamily="34" charset="0"/>
              </a:rPr>
              <a:t> </a:t>
            </a:r>
          </a:p>
          <a:p>
            <a:r>
              <a:rPr lang="en-US" dirty="0"/>
              <a:t>Final presentation time: </a:t>
            </a:r>
            <a:r>
              <a:rPr lang="en-US" sz="2800" b="1" i="0" dirty="0">
                <a:solidFill>
                  <a:srgbClr val="000000"/>
                </a:solidFill>
                <a:effectLst/>
                <a:latin typeface="Aptos" panose="020B0004020202020204" pitchFamily="34" charset="0"/>
              </a:rPr>
              <a:t>April 22</a:t>
            </a:r>
            <a:r>
              <a:rPr lang="en-US" sz="2800" b="1" i="0" baseline="30000" dirty="0">
                <a:solidFill>
                  <a:srgbClr val="000000"/>
                </a:solidFill>
                <a:effectLst/>
                <a:latin typeface="Aptos" panose="020B0004020202020204" pitchFamily="34" charset="0"/>
              </a:rPr>
              <a:t>nd</a:t>
            </a:r>
            <a:r>
              <a:rPr lang="en-US" sz="2800" b="1" i="0" dirty="0">
                <a:solidFill>
                  <a:srgbClr val="000000"/>
                </a:solidFill>
                <a:effectLst/>
                <a:latin typeface="Aptos" panose="020B0004020202020204" pitchFamily="34" charset="0"/>
              </a:rPr>
              <a:t> or April 24</a:t>
            </a:r>
            <a:r>
              <a:rPr lang="en-US" sz="2800" b="1" i="0" baseline="30000" dirty="0">
                <a:solidFill>
                  <a:srgbClr val="000000"/>
                </a:solidFill>
                <a:effectLst/>
                <a:latin typeface="Aptos" panose="020B0004020202020204" pitchFamily="34" charset="0"/>
              </a:rPr>
              <a:t>th</a:t>
            </a:r>
            <a:r>
              <a:rPr lang="en-US" sz="2800" b="1" i="0" dirty="0">
                <a:solidFill>
                  <a:srgbClr val="000000"/>
                </a:solidFill>
                <a:effectLst/>
                <a:latin typeface="Aptos" panose="020B0004020202020204" pitchFamily="34" charset="0"/>
              </a:rPr>
              <a:t> </a:t>
            </a:r>
          </a:p>
          <a:p>
            <a:r>
              <a:rPr lang="en-US" dirty="0"/>
              <a:t>EVERY team member should present your contributions during the two presentation</a:t>
            </a:r>
          </a:p>
          <a:p>
            <a:r>
              <a:rPr lang="en-US" dirty="0"/>
              <a:t>Mentors may join to help</a:t>
            </a:r>
          </a:p>
          <a:p>
            <a:r>
              <a:rPr lang="en-US" dirty="0"/>
              <a:t>Each presentation worth 50 points, and count for 5 points toward final score.</a:t>
            </a:r>
          </a:p>
          <a:p>
            <a:endParaRPr lang="en-US" dirty="0"/>
          </a:p>
          <a:p>
            <a:endParaRPr lang="en-US" dirty="0"/>
          </a:p>
        </p:txBody>
      </p:sp>
    </p:spTree>
    <p:extLst>
      <p:ext uri="{BB962C8B-B14F-4D97-AF65-F5344CB8AC3E}">
        <p14:creationId xmlns:p14="http://schemas.microsoft.com/office/powerpoint/2010/main" val="1728774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5F6C21-E547-2064-7B2C-B1846E9B5C57}"/>
              </a:ext>
            </a:extLst>
          </p:cNvPr>
          <p:cNvSpPr>
            <a:spLocks noGrp="1"/>
          </p:cNvSpPr>
          <p:nvPr>
            <p:ph type="sldNum" sz="quarter" idx="12"/>
          </p:nvPr>
        </p:nvSpPr>
        <p:spPr/>
        <p:txBody>
          <a:bodyPr/>
          <a:lstStyle/>
          <a:p>
            <a:fld id="{19A1A663-AB5A-1C46-BB3F-DC91B87E1671}" type="slidenum">
              <a:rPr lang="en-US" smtClean="0"/>
              <a:pPr/>
              <a:t>8</a:t>
            </a:fld>
            <a:endParaRPr lang="en-US" dirty="0"/>
          </a:p>
        </p:txBody>
      </p:sp>
      <p:sp>
        <p:nvSpPr>
          <p:cNvPr id="3" name="Title 2">
            <a:extLst>
              <a:ext uri="{FF2B5EF4-FFF2-40B4-BE49-F238E27FC236}">
                <a16:creationId xmlns:a16="http://schemas.microsoft.com/office/drawing/2014/main" id="{183737DD-5DB2-0500-AC71-C0F34BCCF701}"/>
              </a:ext>
            </a:extLst>
          </p:cNvPr>
          <p:cNvSpPr>
            <a:spLocks noGrp="1"/>
          </p:cNvSpPr>
          <p:nvPr>
            <p:ph type="ctrTitle"/>
          </p:nvPr>
        </p:nvSpPr>
        <p:spPr/>
        <p:txBody>
          <a:bodyPr/>
          <a:lstStyle/>
          <a:p>
            <a:r>
              <a:rPr lang="en-US" dirty="0"/>
              <a:t>Presentation 1 – Mid-term presentation</a:t>
            </a:r>
          </a:p>
        </p:txBody>
      </p:sp>
      <p:sp>
        <p:nvSpPr>
          <p:cNvPr id="4" name="Content Placeholder 3">
            <a:extLst>
              <a:ext uri="{FF2B5EF4-FFF2-40B4-BE49-F238E27FC236}">
                <a16:creationId xmlns:a16="http://schemas.microsoft.com/office/drawing/2014/main" id="{1417992E-39FB-6A0A-2D59-4802B2AE4D03}"/>
              </a:ext>
            </a:extLst>
          </p:cNvPr>
          <p:cNvSpPr>
            <a:spLocks noGrp="1"/>
          </p:cNvSpPr>
          <p:nvPr>
            <p:ph sz="quarter" idx="10"/>
          </p:nvPr>
        </p:nvSpPr>
        <p:spPr>
          <a:xfrm>
            <a:off x="457200" y="1600199"/>
            <a:ext cx="11277599" cy="4248339"/>
          </a:xfrm>
        </p:spPr>
        <p:txBody>
          <a:bodyPr>
            <a:normAutofit fontScale="92500" lnSpcReduction="20000"/>
          </a:bodyPr>
          <a:lstStyle/>
          <a:p>
            <a:pPr>
              <a:buFont typeface="Arial" panose="020B0604020202020204" pitchFamily="34" charset="0"/>
              <a:buChar char="•"/>
            </a:pPr>
            <a:r>
              <a:rPr lang="en-US" b="1" dirty="0"/>
              <a:t>Goal</a:t>
            </a:r>
            <a:r>
              <a:rPr lang="en-US" dirty="0"/>
              <a:t>: Present progress so far and plans for final deliverables.</a:t>
            </a:r>
          </a:p>
          <a:p>
            <a:pPr>
              <a:buFont typeface="Arial" panose="020B0604020202020204" pitchFamily="34" charset="0"/>
              <a:buChar char="•"/>
            </a:pPr>
            <a:r>
              <a:rPr lang="en-US" b="1" dirty="0"/>
              <a:t>Key Components</a:t>
            </a:r>
            <a:r>
              <a:rPr lang="en-US" dirty="0"/>
              <a:t>:</a:t>
            </a:r>
          </a:p>
          <a:p>
            <a:pPr marL="742950" lvl="1" indent="-285750">
              <a:buFont typeface="Arial" panose="020B0604020202020204" pitchFamily="34" charset="0"/>
              <a:buChar char="•"/>
            </a:pPr>
            <a:r>
              <a:rPr lang="en-US" dirty="0"/>
              <a:t>Recap of Objectives: Briefly restate project goals.</a:t>
            </a:r>
          </a:p>
          <a:p>
            <a:pPr marL="742950" lvl="1" indent="-285750">
              <a:buFont typeface="Arial" panose="020B0604020202020204" pitchFamily="34" charset="0"/>
              <a:buChar char="•"/>
            </a:pPr>
            <a:r>
              <a:rPr lang="en-US" dirty="0"/>
              <a:t>Achievements: Share progress made since the research plan.</a:t>
            </a:r>
          </a:p>
          <a:p>
            <a:pPr marL="742950" lvl="1" indent="-285750">
              <a:buFont typeface="Arial" panose="020B0604020202020204" pitchFamily="34" charset="0"/>
              <a:buChar char="•"/>
            </a:pPr>
            <a:r>
              <a:rPr lang="en-US" dirty="0"/>
              <a:t>Challenges: Discuss difficulties encountered and solutions implemented.</a:t>
            </a:r>
          </a:p>
          <a:p>
            <a:pPr marL="742950" lvl="1" indent="-285750">
              <a:buFont typeface="Arial" panose="020B0604020202020204" pitchFamily="34" charset="0"/>
              <a:buChar char="•"/>
            </a:pPr>
            <a:r>
              <a:rPr lang="en-US" dirty="0"/>
              <a:t>Updated Timeline: Adjustments to the project plan.</a:t>
            </a:r>
          </a:p>
          <a:p>
            <a:pPr marL="742950" lvl="1" indent="-285750">
              <a:buFont typeface="Arial" panose="020B0604020202020204" pitchFamily="34" charset="0"/>
              <a:buChar char="•"/>
            </a:pPr>
            <a:r>
              <a:rPr lang="en-US" dirty="0"/>
              <a:t>Plans for Final Output: Outline final deliverables and next steps.</a:t>
            </a:r>
          </a:p>
          <a:p>
            <a:pPr>
              <a:buFont typeface="Arial" panose="020B0604020202020204" pitchFamily="34" charset="0"/>
              <a:buChar char="•"/>
            </a:pPr>
            <a:r>
              <a:rPr lang="en-US" b="1" dirty="0"/>
              <a:t>Duration</a:t>
            </a:r>
            <a:r>
              <a:rPr lang="en-US" dirty="0"/>
              <a:t>: 15 minutes per group.</a:t>
            </a:r>
          </a:p>
          <a:p>
            <a:pPr>
              <a:buFont typeface="Arial" panose="020B0604020202020204" pitchFamily="34" charset="0"/>
              <a:buChar char="•"/>
            </a:pPr>
            <a:r>
              <a:rPr lang="en-US" b="1" dirty="0"/>
              <a:t>Evaluation Criteria</a:t>
            </a:r>
            <a:r>
              <a:rPr lang="en-US" dirty="0"/>
              <a:t>:</a:t>
            </a:r>
          </a:p>
          <a:p>
            <a:pPr marL="742950" lvl="1" indent="-285750">
              <a:buFont typeface="Arial" panose="020B0604020202020204" pitchFamily="34" charset="0"/>
              <a:buChar char="•"/>
            </a:pPr>
            <a:r>
              <a:rPr lang="en-US" dirty="0"/>
              <a:t>Content clarity and relevance.</a:t>
            </a:r>
          </a:p>
          <a:p>
            <a:pPr marL="742950" lvl="1" indent="-285750">
              <a:buFont typeface="Arial" panose="020B0604020202020204" pitchFamily="34" charset="0"/>
              <a:buChar char="•"/>
            </a:pPr>
            <a:r>
              <a:rPr lang="en-US" dirty="0"/>
              <a:t>Demonstration of progress.</a:t>
            </a:r>
          </a:p>
          <a:p>
            <a:pPr marL="742950" lvl="1" indent="-285750">
              <a:buFont typeface="Arial" panose="020B0604020202020204" pitchFamily="34" charset="0"/>
              <a:buChar char="•"/>
            </a:pPr>
            <a:r>
              <a:rPr lang="en-US" dirty="0"/>
              <a:t>Team participation.</a:t>
            </a:r>
          </a:p>
          <a:p>
            <a:endParaRPr lang="en-US" dirty="0"/>
          </a:p>
        </p:txBody>
      </p:sp>
    </p:spTree>
    <p:extLst>
      <p:ext uri="{BB962C8B-B14F-4D97-AF65-F5344CB8AC3E}">
        <p14:creationId xmlns:p14="http://schemas.microsoft.com/office/powerpoint/2010/main" val="15711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AC6853-C8AA-04A1-ADAC-C7FE2B6A71F0}"/>
              </a:ext>
            </a:extLst>
          </p:cNvPr>
          <p:cNvSpPr>
            <a:spLocks noGrp="1"/>
          </p:cNvSpPr>
          <p:nvPr>
            <p:ph type="sldNum" sz="quarter" idx="12"/>
          </p:nvPr>
        </p:nvSpPr>
        <p:spPr/>
        <p:txBody>
          <a:bodyPr/>
          <a:lstStyle/>
          <a:p>
            <a:fld id="{19A1A663-AB5A-1C46-BB3F-DC91B87E1671}" type="slidenum">
              <a:rPr lang="en-US" smtClean="0"/>
              <a:pPr/>
              <a:t>9</a:t>
            </a:fld>
            <a:endParaRPr lang="en-US" dirty="0"/>
          </a:p>
        </p:txBody>
      </p:sp>
      <p:sp>
        <p:nvSpPr>
          <p:cNvPr id="3" name="Title 2">
            <a:extLst>
              <a:ext uri="{FF2B5EF4-FFF2-40B4-BE49-F238E27FC236}">
                <a16:creationId xmlns:a16="http://schemas.microsoft.com/office/drawing/2014/main" id="{022A498F-0D16-F47A-1982-6D8F15E77D96}"/>
              </a:ext>
            </a:extLst>
          </p:cNvPr>
          <p:cNvSpPr>
            <a:spLocks noGrp="1"/>
          </p:cNvSpPr>
          <p:nvPr>
            <p:ph type="ctrTitle"/>
          </p:nvPr>
        </p:nvSpPr>
        <p:spPr/>
        <p:txBody>
          <a:bodyPr/>
          <a:lstStyle/>
          <a:p>
            <a:r>
              <a:rPr lang="en-US" dirty="0"/>
              <a:t>Presentation 2 – Final Presentation</a:t>
            </a:r>
          </a:p>
        </p:txBody>
      </p:sp>
      <p:sp>
        <p:nvSpPr>
          <p:cNvPr id="4" name="Content Placeholder 3">
            <a:extLst>
              <a:ext uri="{FF2B5EF4-FFF2-40B4-BE49-F238E27FC236}">
                <a16:creationId xmlns:a16="http://schemas.microsoft.com/office/drawing/2014/main" id="{A489DE70-5355-43E9-2A4B-69840AF53DCA}"/>
              </a:ext>
            </a:extLst>
          </p:cNvPr>
          <p:cNvSpPr>
            <a:spLocks noGrp="1"/>
          </p:cNvSpPr>
          <p:nvPr>
            <p:ph sz="quarter" idx="10"/>
          </p:nvPr>
        </p:nvSpPr>
        <p:spPr>
          <a:xfrm>
            <a:off x="457200" y="1600200"/>
            <a:ext cx="11277599" cy="4366034"/>
          </a:xfrm>
        </p:spPr>
        <p:txBody>
          <a:bodyPr>
            <a:normAutofit fontScale="92500" lnSpcReduction="20000"/>
          </a:bodyPr>
          <a:lstStyle/>
          <a:p>
            <a:pPr>
              <a:buFont typeface="Arial" panose="020B0604020202020204" pitchFamily="34" charset="0"/>
              <a:buChar char="•"/>
            </a:pPr>
            <a:r>
              <a:rPr lang="en-US" b="1" dirty="0"/>
              <a:t>Goal</a:t>
            </a:r>
            <a:r>
              <a:rPr lang="en-US" dirty="0"/>
              <a:t>: Showcase final project outputs and results.</a:t>
            </a:r>
          </a:p>
          <a:p>
            <a:pPr>
              <a:buFont typeface="Arial" panose="020B0604020202020204" pitchFamily="34" charset="0"/>
              <a:buChar char="•"/>
            </a:pPr>
            <a:r>
              <a:rPr lang="en-US" b="1" dirty="0"/>
              <a:t>Key Components</a:t>
            </a:r>
            <a:r>
              <a:rPr lang="en-US" dirty="0"/>
              <a:t>:</a:t>
            </a:r>
          </a:p>
          <a:p>
            <a:pPr marL="742950" lvl="1" indent="-285750">
              <a:buFont typeface="Arial" panose="020B0604020202020204" pitchFamily="34" charset="0"/>
              <a:buChar char="•"/>
            </a:pPr>
            <a:r>
              <a:rPr lang="en-US" dirty="0"/>
              <a:t>Summary of Objectives: Restate the project’s purpose.</a:t>
            </a:r>
          </a:p>
          <a:p>
            <a:pPr marL="742950" lvl="1" indent="-285750">
              <a:buFont typeface="Arial" panose="020B0604020202020204" pitchFamily="34" charset="0"/>
              <a:buChar char="•"/>
            </a:pPr>
            <a:r>
              <a:rPr lang="en-US" dirty="0"/>
              <a:t>Final Outputs: Demonstrate and explain deliverables.</a:t>
            </a:r>
          </a:p>
          <a:p>
            <a:pPr marL="742950" lvl="1" indent="-285750">
              <a:buFont typeface="Arial" panose="020B0604020202020204" pitchFamily="34" charset="0"/>
              <a:buChar char="•"/>
            </a:pPr>
            <a:r>
              <a:rPr lang="en-US" dirty="0"/>
              <a:t>Evaluation Results: Highlight performance metrics or findings.</a:t>
            </a:r>
          </a:p>
          <a:p>
            <a:pPr marL="742950" lvl="1" indent="-285750">
              <a:buFont typeface="Arial" panose="020B0604020202020204" pitchFamily="34" charset="0"/>
              <a:buChar char="•"/>
            </a:pPr>
            <a:r>
              <a:rPr lang="en-US" dirty="0"/>
              <a:t>Reflection: Discuss lessons learned and areas for improvement.</a:t>
            </a:r>
          </a:p>
          <a:p>
            <a:pPr marL="742950" lvl="1" indent="-285750">
              <a:buFont typeface="Arial" panose="020B0604020202020204" pitchFamily="34" charset="0"/>
              <a:buChar char="•"/>
            </a:pPr>
            <a:r>
              <a:rPr lang="en-US" dirty="0"/>
              <a:t>Team Collaboration: Show how the team worked together.</a:t>
            </a:r>
          </a:p>
          <a:p>
            <a:pPr>
              <a:buFont typeface="Arial" panose="020B0604020202020204" pitchFamily="34" charset="0"/>
              <a:buChar char="•"/>
            </a:pPr>
            <a:r>
              <a:rPr lang="en-US" b="1" dirty="0"/>
              <a:t>Duration</a:t>
            </a:r>
            <a:r>
              <a:rPr lang="en-US" dirty="0"/>
              <a:t>: 15 minutes per group.</a:t>
            </a:r>
          </a:p>
          <a:p>
            <a:pPr>
              <a:buFont typeface="Arial" panose="020B0604020202020204" pitchFamily="34" charset="0"/>
              <a:buChar char="•"/>
            </a:pPr>
            <a:r>
              <a:rPr lang="en-US" b="1" dirty="0"/>
              <a:t>Evaluation Criteria</a:t>
            </a:r>
            <a:r>
              <a:rPr lang="en-US" dirty="0"/>
              <a:t>:</a:t>
            </a:r>
          </a:p>
          <a:p>
            <a:pPr marL="742950" lvl="1" indent="-285750">
              <a:buFont typeface="Arial" panose="020B0604020202020204" pitchFamily="34" charset="0"/>
              <a:buChar char="•"/>
            </a:pPr>
            <a:r>
              <a:rPr lang="en-US" dirty="0"/>
              <a:t>Quality and completeness of outputs.</a:t>
            </a:r>
          </a:p>
          <a:p>
            <a:pPr marL="742950" lvl="1" indent="-285750">
              <a:buFont typeface="Arial" panose="020B0604020202020204" pitchFamily="34" charset="0"/>
              <a:buChar char="•"/>
            </a:pPr>
            <a:r>
              <a:rPr lang="en-US" dirty="0"/>
              <a:t>Presentation organization and flow.</a:t>
            </a:r>
          </a:p>
          <a:p>
            <a:pPr marL="742950" lvl="1" indent="-285750">
              <a:buFont typeface="Arial" panose="020B0604020202020204" pitchFamily="34" charset="0"/>
              <a:buChar char="•"/>
            </a:pPr>
            <a:r>
              <a:rPr lang="en-US" dirty="0"/>
              <a:t>Team collaboration and delivery.</a:t>
            </a:r>
          </a:p>
          <a:p>
            <a:endParaRPr lang="en-US" dirty="0"/>
          </a:p>
        </p:txBody>
      </p:sp>
    </p:spTree>
    <p:extLst>
      <p:ext uri="{BB962C8B-B14F-4D97-AF65-F5344CB8AC3E}">
        <p14:creationId xmlns:p14="http://schemas.microsoft.com/office/powerpoint/2010/main" val="528093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4AF3F0-87F5-28D6-7076-B04B8E846BCD}"/>
              </a:ext>
            </a:extLst>
          </p:cNvPr>
          <p:cNvSpPr>
            <a:spLocks noGrp="1"/>
          </p:cNvSpPr>
          <p:nvPr>
            <p:ph type="sldNum" sz="quarter" idx="12"/>
          </p:nvPr>
        </p:nvSpPr>
        <p:spPr/>
        <p:txBody>
          <a:bodyPr/>
          <a:lstStyle/>
          <a:p>
            <a:fld id="{19A1A663-AB5A-1C46-BB3F-DC91B87E1671}" type="slidenum">
              <a:rPr lang="en-US" smtClean="0"/>
              <a:pPr/>
              <a:t>10</a:t>
            </a:fld>
            <a:endParaRPr lang="en-US" dirty="0"/>
          </a:p>
        </p:txBody>
      </p:sp>
      <p:sp>
        <p:nvSpPr>
          <p:cNvPr id="3" name="Title 2">
            <a:extLst>
              <a:ext uri="{FF2B5EF4-FFF2-40B4-BE49-F238E27FC236}">
                <a16:creationId xmlns:a16="http://schemas.microsoft.com/office/drawing/2014/main" id="{96887548-B8FF-D54B-F3FE-1F1952E0C108}"/>
              </a:ext>
            </a:extLst>
          </p:cNvPr>
          <p:cNvSpPr>
            <a:spLocks noGrp="1"/>
          </p:cNvSpPr>
          <p:nvPr>
            <p:ph type="ctrTitle"/>
          </p:nvPr>
        </p:nvSpPr>
        <p:spPr/>
        <p:txBody>
          <a:bodyPr/>
          <a:lstStyle/>
          <a:p>
            <a:r>
              <a:rPr lang="en-US" dirty="0"/>
              <a:t>Project grading policy – From Syllabus</a:t>
            </a:r>
          </a:p>
        </p:txBody>
      </p:sp>
      <p:sp>
        <p:nvSpPr>
          <p:cNvPr id="4" name="Content Placeholder 3">
            <a:extLst>
              <a:ext uri="{FF2B5EF4-FFF2-40B4-BE49-F238E27FC236}">
                <a16:creationId xmlns:a16="http://schemas.microsoft.com/office/drawing/2014/main" id="{3588FFD7-E5F9-67E6-3506-C73BF53E5B90}"/>
              </a:ext>
            </a:extLst>
          </p:cNvPr>
          <p:cNvSpPr>
            <a:spLocks noGrp="1"/>
          </p:cNvSpPr>
          <p:nvPr>
            <p:ph sz="quarter" idx="10"/>
          </p:nvPr>
        </p:nvSpPr>
        <p:spPr>
          <a:xfrm>
            <a:off x="457200" y="1600199"/>
            <a:ext cx="11277599" cy="4275499"/>
          </a:xfrm>
        </p:spPr>
        <p:txBody>
          <a:bodyPr/>
          <a:lstStyle/>
          <a:p>
            <a:r>
              <a:rPr lang="en-US" dirty="0"/>
              <a:t>Will be based on the type of project but in general breaks down as: </a:t>
            </a:r>
          </a:p>
          <a:p>
            <a:r>
              <a:rPr lang="en-US" dirty="0"/>
              <a:t>Individual Grade: Based on your contribution to the Project and Presentation: 5 pts </a:t>
            </a:r>
          </a:p>
          <a:p>
            <a:r>
              <a:rPr lang="en-US" dirty="0"/>
              <a:t>Group Grade: </a:t>
            </a:r>
          </a:p>
          <a:p>
            <a:pPr lvl="1"/>
            <a:r>
              <a:rPr lang="en-US" dirty="0"/>
              <a:t>Success or detailed analysis of failure of project: 2 pts </a:t>
            </a:r>
          </a:p>
          <a:p>
            <a:pPr lvl="1"/>
            <a:r>
              <a:rPr lang="en-US" dirty="0"/>
              <a:t>Meetings attended and students display communication: 1 pt </a:t>
            </a:r>
          </a:p>
          <a:p>
            <a:pPr lvl="1"/>
            <a:r>
              <a:rPr lang="en-US" dirty="0"/>
              <a:t>Details and citations/examples included: 5 pts </a:t>
            </a:r>
          </a:p>
          <a:p>
            <a:pPr lvl="1"/>
            <a:r>
              <a:rPr lang="en-US" dirty="0"/>
              <a:t>Artifacts for the project are created, turned in, and make sense: 2 pts</a:t>
            </a:r>
          </a:p>
          <a:p>
            <a:pPr lvl="1"/>
            <a:r>
              <a:rPr lang="en-US" dirty="0"/>
              <a:t>Presentation: 5 pts</a:t>
            </a:r>
          </a:p>
        </p:txBody>
      </p:sp>
      <p:sp>
        <p:nvSpPr>
          <p:cNvPr id="5" name="Rectangle 4">
            <a:extLst>
              <a:ext uri="{FF2B5EF4-FFF2-40B4-BE49-F238E27FC236}">
                <a16:creationId xmlns:a16="http://schemas.microsoft.com/office/drawing/2014/main" id="{9A803B4F-4566-446B-A1CC-EDB1A0E2F7B1}"/>
              </a:ext>
            </a:extLst>
          </p:cNvPr>
          <p:cNvSpPr/>
          <p:nvPr/>
        </p:nvSpPr>
        <p:spPr>
          <a:xfrm>
            <a:off x="697117" y="2136618"/>
            <a:ext cx="10194202" cy="88723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8983EE9-0A5B-FCBA-F759-4564435F4DFC}"/>
              </a:ext>
            </a:extLst>
          </p:cNvPr>
          <p:cNvSpPr/>
          <p:nvPr/>
        </p:nvSpPr>
        <p:spPr>
          <a:xfrm>
            <a:off x="697117" y="4988460"/>
            <a:ext cx="3883936" cy="51604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6CA915B-0947-003F-7E4F-FD1648262427}"/>
              </a:ext>
            </a:extLst>
          </p:cNvPr>
          <p:cNvSpPr txBox="1"/>
          <p:nvPr/>
        </p:nvSpPr>
        <p:spPr>
          <a:xfrm>
            <a:off x="7610949" y="5250076"/>
            <a:ext cx="3213980" cy="954107"/>
          </a:xfrm>
          <a:prstGeom prst="rect">
            <a:avLst/>
          </a:prstGeom>
          <a:noFill/>
          <a:ln w="57150">
            <a:solidFill>
              <a:srgbClr val="FF0000"/>
            </a:solidFill>
          </a:ln>
        </p:spPr>
        <p:txBody>
          <a:bodyPr wrap="square" rtlCol="0">
            <a:spAutoFit/>
          </a:bodyPr>
          <a:lstStyle/>
          <a:p>
            <a:r>
              <a:rPr lang="en-US" sz="2800" dirty="0">
                <a:solidFill>
                  <a:srgbClr val="FF0000"/>
                </a:solidFill>
              </a:rPr>
              <a:t>Points given during the presentation.</a:t>
            </a:r>
          </a:p>
        </p:txBody>
      </p:sp>
      <p:cxnSp>
        <p:nvCxnSpPr>
          <p:cNvPr id="9" name="Straight Arrow Connector 8">
            <a:extLst>
              <a:ext uri="{FF2B5EF4-FFF2-40B4-BE49-F238E27FC236}">
                <a16:creationId xmlns:a16="http://schemas.microsoft.com/office/drawing/2014/main" id="{877C34FC-9A3D-4271-3E01-F28538A18C94}"/>
              </a:ext>
            </a:extLst>
          </p:cNvPr>
          <p:cNvCxnSpPr>
            <a:stCxn id="7" idx="0"/>
          </p:cNvCxnSpPr>
          <p:nvPr/>
        </p:nvCxnSpPr>
        <p:spPr>
          <a:xfrm flipH="1" flipV="1">
            <a:off x="5510545" y="3012273"/>
            <a:ext cx="3707394" cy="22378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C73A043-A00B-8623-C133-BBA9AF1FA5C4}"/>
              </a:ext>
            </a:extLst>
          </p:cNvPr>
          <p:cNvCxnSpPr>
            <a:cxnSpLocks/>
            <a:stCxn id="7" idx="1"/>
            <a:endCxn id="6" idx="3"/>
          </p:cNvCxnSpPr>
          <p:nvPr/>
        </p:nvCxnSpPr>
        <p:spPr>
          <a:xfrm flipH="1" flipV="1">
            <a:off x="4581053" y="5246484"/>
            <a:ext cx="3029896" cy="4806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01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1EE536-5EB3-9657-B1D1-EA9F279A4A52}"/>
              </a:ext>
            </a:extLst>
          </p:cNvPr>
          <p:cNvSpPr>
            <a:spLocks noGrp="1"/>
          </p:cNvSpPr>
          <p:nvPr>
            <p:ph type="sldNum" sz="quarter" idx="12"/>
          </p:nvPr>
        </p:nvSpPr>
        <p:spPr/>
        <p:txBody>
          <a:bodyPr/>
          <a:lstStyle/>
          <a:p>
            <a:fld id="{19A1A663-AB5A-1C46-BB3F-DC91B87E1671}" type="slidenum">
              <a:rPr lang="en-US" smtClean="0"/>
              <a:pPr/>
              <a:t>11</a:t>
            </a:fld>
            <a:endParaRPr lang="en-US" dirty="0"/>
          </a:p>
        </p:txBody>
      </p:sp>
      <p:sp>
        <p:nvSpPr>
          <p:cNvPr id="3" name="Title 2">
            <a:extLst>
              <a:ext uri="{FF2B5EF4-FFF2-40B4-BE49-F238E27FC236}">
                <a16:creationId xmlns:a16="http://schemas.microsoft.com/office/drawing/2014/main" id="{0970FBA2-12AA-8BF9-3675-592B4C906930}"/>
              </a:ext>
            </a:extLst>
          </p:cNvPr>
          <p:cNvSpPr>
            <a:spLocks noGrp="1"/>
          </p:cNvSpPr>
          <p:nvPr>
            <p:ph type="ctrTitle"/>
          </p:nvPr>
        </p:nvSpPr>
        <p:spPr/>
        <p:txBody>
          <a:bodyPr/>
          <a:lstStyle/>
          <a:p>
            <a:r>
              <a:rPr lang="en-US" dirty="0"/>
              <a:t>Final Output – 100 points = 10 points to final grade</a:t>
            </a:r>
          </a:p>
        </p:txBody>
      </p:sp>
      <p:sp>
        <p:nvSpPr>
          <p:cNvPr id="4" name="Content Placeholder 3">
            <a:extLst>
              <a:ext uri="{FF2B5EF4-FFF2-40B4-BE49-F238E27FC236}">
                <a16:creationId xmlns:a16="http://schemas.microsoft.com/office/drawing/2014/main" id="{D11561B3-0B1A-09D2-6AEA-4013A0CFE05D}"/>
              </a:ext>
            </a:extLst>
          </p:cNvPr>
          <p:cNvSpPr>
            <a:spLocks noGrp="1"/>
          </p:cNvSpPr>
          <p:nvPr>
            <p:ph sz="quarter" idx="10"/>
          </p:nvPr>
        </p:nvSpPr>
        <p:spPr>
          <a:xfrm>
            <a:off x="457200" y="1307939"/>
            <a:ext cx="11277599" cy="4622081"/>
          </a:xfrm>
        </p:spPr>
        <p:txBody>
          <a:bodyPr>
            <a:normAutofit fontScale="62500" lnSpcReduction="20000"/>
          </a:bodyPr>
          <a:lstStyle/>
          <a:p>
            <a:pPr marL="0" indent="0">
              <a:buNone/>
            </a:pPr>
            <a:r>
              <a:rPr lang="en-US" sz="4400" b="1" dirty="0"/>
              <a:t>Components of Final Output</a:t>
            </a:r>
            <a:r>
              <a:rPr lang="en-US" sz="4400" dirty="0"/>
              <a:t>:</a:t>
            </a:r>
            <a:endParaRPr lang="en-US" sz="4400" b="1" dirty="0"/>
          </a:p>
          <a:p>
            <a:pPr marL="285750" indent="-285750"/>
            <a:r>
              <a:rPr lang="en-US" b="1" dirty="0"/>
              <a:t>Final Presentation Slides</a:t>
            </a:r>
            <a:r>
              <a:rPr lang="en-US" dirty="0"/>
              <a:t>:</a:t>
            </a:r>
          </a:p>
          <a:p>
            <a:pPr lvl="1"/>
            <a:r>
              <a:rPr lang="en-US" dirty="0"/>
              <a:t>Clearly summarize project objectives, methods, and findings.</a:t>
            </a:r>
          </a:p>
          <a:p>
            <a:pPr lvl="1"/>
            <a:r>
              <a:rPr lang="en-US" dirty="0"/>
              <a:t>Include visuals to support data and results.</a:t>
            </a:r>
          </a:p>
          <a:p>
            <a:pPr lvl="1"/>
            <a:r>
              <a:rPr lang="en-US" dirty="0"/>
              <a:t>Ensure professional design and organized flow.</a:t>
            </a:r>
          </a:p>
          <a:p>
            <a:pPr marL="285750" indent="-285750"/>
            <a:r>
              <a:rPr lang="en-US" b="1" dirty="0"/>
              <a:t>Final Code</a:t>
            </a:r>
            <a:r>
              <a:rPr lang="en-US" dirty="0"/>
              <a:t>:</a:t>
            </a:r>
          </a:p>
          <a:p>
            <a:pPr lvl="1"/>
            <a:r>
              <a:rPr lang="en-US" dirty="0"/>
              <a:t>Fully functional and well-documented.</a:t>
            </a:r>
          </a:p>
          <a:p>
            <a:pPr lvl="1"/>
            <a:r>
              <a:rPr lang="en-US" dirty="0"/>
              <a:t>Includes comments to explain key sections.</a:t>
            </a:r>
          </a:p>
          <a:p>
            <a:pPr lvl="1"/>
            <a:r>
              <a:rPr lang="en-US" dirty="0"/>
              <a:t>Organized in a repository for easy access and review.</a:t>
            </a:r>
          </a:p>
          <a:p>
            <a:pPr marL="285750" indent="-285750"/>
            <a:r>
              <a:rPr lang="en-US" b="1" dirty="0"/>
              <a:t>Final Report</a:t>
            </a:r>
            <a:r>
              <a:rPr lang="en-US" dirty="0"/>
              <a:t>:</a:t>
            </a:r>
          </a:p>
          <a:p>
            <a:pPr lvl="1"/>
            <a:r>
              <a:rPr lang="en-US" dirty="0"/>
              <a:t>Comprehensive description of the project.</a:t>
            </a:r>
          </a:p>
          <a:p>
            <a:pPr lvl="1"/>
            <a:r>
              <a:rPr lang="en-US" dirty="0"/>
              <a:t>Includes:</a:t>
            </a:r>
          </a:p>
          <a:p>
            <a:pPr lvl="2"/>
            <a:r>
              <a:rPr lang="en-US" dirty="0"/>
              <a:t>Objectives and scope.</a:t>
            </a:r>
          </a:p>
          <a:p>
            <a:pPr lvl="2"/>
            <a:r>
              <a:rPr lang="en-US" dirty="0"/>
              <a:t>Detailed methodology and processes.</a:t>
            </a:r>
          </a:p>
          <a:p>
            <a:pPr lvl="2"/>
            <a:r>
              <a:rPr lang="en-US" dirty="0"/>
              <a:t>Algorithm/modeling details.</a:t>
            </a:r>
          </a:p>
          <a:p>
            <a:pPr lvl="2"/>
            <a:r>
              <a:rPr lang="en-US" dirty="0"/>
              <a:t>Challenges and solutions.</a:t>
            </a:r>
          </a:p>
          <a:p>
            <a:pPr lvl="2"/>
            <a:r>
              <a:rPr lang="en-US" dirty="0"/>
              <a:t>Results and evaluation metrics.</a:t>
            </a:r>
          </a:p>
          <a:p>
            <a:pPr lvl="2"/>
            <a:r>
              <a:rPr lang="en-US" dirty="0"/>
              <a:t>Reflection on team collaboration and lessons learned.</a:t>
            </a:r>
          </a:p>
          <a:p>
            <a:pPr lvl="1"/>
            <a:r>
              <a:rPr lang="en-US" dirty="0"/>
              <a:t>Must follow professional formatting and citation standards.</a:t>
            </a:r>
          </a:p>
          <a:p>
            <a:pPr marL="0" indent="0">
              <a:buNone/>
            </a:pPr>
            <a:endParaRPr lang="en-US" dirty="0"/>
          </a:p>
        </p:txBody>
      </p:sp>
      <p:sp>
        <p:nvSpPr>
          <p:cNvPr id="5" name="TextBox 4">
            <a:extLst>
              <a:ext uri="{FF2B5EF4-FFF2-40B4-BE49-F238E27FC236}">
                <a16:creationId xmlns:a16="http://schemas.microsoft.com/office/drawing/2014/main" id="{29BBAEFF-E158-5227-81D4-DF0E34CCDEC4}"/>
              </a:ext>
            </a:extLst>
          </p:cNvPr>
          <p:cNvSpPr txBox="1"/>
          <p:nvPr/>
        </p:nvSpPr>
        <p:spPr>
          <a:xfrm>
            <a:off x="7659231" y="3003426"/>
            <a:ext cx="3250194" cy="1231106"/>
          </a:xfrm>
          <a:prstGeom prst="rect">
            <a:avLst/>
          </a:prstGeom>
          <a:noFill/>
        </p:spPr>
        <p:txBody>
          <a:bodyPr wrap="square" rtlCol="0">
            <a:spAutoFit/>
          </a:bodyPr>
          <a:lstStyle/>
          <a:p>
            <a:r>
              <a:rPr lang="en-US" sz="2800" b="1" dirty="0">
                <a:solidFill>
                  <a:srgbClr val="FF0000"/>
                </a:solidFill>
              </a:rPr>
              <a:t>Submission Deadline: April 29th.</a:t>
            </a:r>
          </a:p>
          <a:p>
            <a:endParaRPr lang="en-US" dirty="0"/>
          </a:p>
        </p:txBody>
      </p:sp>
    </p:spTree>
    <p:extLst>
      <p:ext uri="{BB962C8B-B14F-4D97-AF65-F5344CB8AC3E}">
        <p14:creationId xmlns:p14="http://schemas.microsoft.com/office/powerpoint/2010/main" val="3157873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14D0B2-272A-4F66-61EE-41ACB24AC7CF}"/>
              </a:ext>
            </a:extLst>
          </p:cNvPr>
          <p:cNvSpPr>
            <a:spLocks noGrp="1"/>
          </p:cNvSpPr>
          <p:nvPr>
            <p:ph type="sldNum" sz="quarter" idx="12"/>
          </p:nvPr>
        </p:nvSpPr>
        <p:spPr/>
        <p:txBody>
          <a:bodyPr/>
          <a:lstStyle/>
          <a:p>
            <a:fld id="{19A1A663-AB5A-1C46-BB3F-DC91B87E1671}" type="slidenum">
              <a:rPr lang="en-US" smtClean="0"/>
              <a:pPr/>
              <a:t>12</a:t>
            </a:fld>
            <a:endParaRPr lang="en-US" dirty="0"/>
          </a:p>
        </p:txBody>
      </p:sp>
      <p:sp>
        <p:nvSpPr>
          <p:cNvPr id="3" name="Text Placeholder 2">
            <a:extLst>
              <a:ext uri="{FF2B5EF4-FFF2-40B4-BE49-F238E27FC236}">
                <a16:creationId xmlns:a16="http://schemas.microsoft.com/office/drawing/2014/main" id="{0D696E2A-C14E-FEA5-522A-D9ED674B331A}"/>
              </a:ext>
            </a:extLst>
          </p:cNvPr>
          <p:cNvSpPr>
            <a:spLocks noGrp="1"/>
          </p:cNvSpPr>
          <p:nvPr>
            <p:ph type="body" sz="quarter" idx="13"/>
          </p:nvPr>
        </p:nvSpPr>
        <p:spPr/>
        <p:txBody>
          <a:bodyPr/>
          <a:lstStyle/>
          <a:p>
            <a:r>
              <a:rPr lang="en-US" dirty="0"/>
              <a:t>Any questions?</a:t>
            </a:r>
          </a:p>
        </p:txBody>
      </p:sp>
    </p:spTree>
    <p:extLst>
      <p:ext uri="{BB962C8B-B14F-4D97-AF65-F5344CB8AC3E}">
        <p14:creationId xmlns:p14="http://schemas.microsoft.com/office/powerpoint/2010/main" val="938786212"/>
      </p:ext>
    </p:extLst>
  </p:cSld>
  <p:clrMapOvr>
    <a:masterClrMapping/>
  </p:clrMapOvr>
</p:sld>
</file>

<file path=ppt/theme/theme1.xml><?xml version="1.0" encoding="utf-8"?>
<a:theme xmlns:a="http://schemas.openxmlformats.org/drawingml/2006/main" name="Office Theme">
  <a:themeElements>
    <a:clrScheme name="FGCU BLU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2223</TotalTime>
  <Words>960</Words>
  <Application>Microsoft Office PowerPoint</Application>
  <PresentationFormat>Widescreen</PresentationFormat>
  <Paragraphs>118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Segoe UI</vt:lpstr>
      <vt:lpstr>Office Theme</vt:lpstr>
      <vt:lpstr>PowerPoint Presentation</vt:lpstr>
      <vt:lpstr>Logistics</vt:lpstr>
      <vt:lpstr>Milestones</vt:lpstr>
      <vt:lpstr>Team leader regular meetings – Meeting 1</vt:lpstr>
      <vt:lpstr>Team leader regular meetings – Meeting 2</vt:lpstr>
      <vt:lpstr>Team leader regular meetings – Meeting 3</vt:lpstr>
      <vt:lpstr>Presentations</vt:lpstr>
      <vt:lpstr>Presentation 1 – Mid-term presentation</vt:lpstr>
      <vt:lpstr>Presentation 2 – Final Presentation</vt:lpstr>
      <vt:lpstr>Project grading policy – From Syllabus</vt:lpstr>
      <vt:lpstr>Final Output – 100 points = 10 points to final grade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Patterson, Maria</dc:creator>
  <cp:lastModifiedBy>Qu, Chengyi</cp:lastModifiedBy>
  <cp:revision>30</cp:revision>
  <dcterms:created xsi:type="dcterms:W3CDTF">2022-11-16T16:52:58Z</dcterms:created>
  <dcterms:modified xsi:type="dcterms:W3CDTF">2025-02-05T22:49:14Z</dcterms:modified>
</cp:coreProperties>
</file>
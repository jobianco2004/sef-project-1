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679A9390-0F3A-463A-B35A-44380DB205B9}"/>
    <pc:docChg chg="modSld">
      <pc:chgData name="Qu, Chengyi" userId="9f02c3db-5b00-4063-9ad4-7cdd84fdd2bb" providerId="ADAL" clId="{679A9390-0F3A-463A-B35A-44380DB205B9}" dt="2025-02-06T00:47:30.179" v="0" actId="20577"/>
      <pc:docMkLst>
        <pc:docMk/>
      </pc:docMkLst>
      <pc:sldChg chg="modSp mod">
        <pc:chgData name="Qu, Chengyi" userId="9f02c3db-5b00-4063-9ad4-7cdd84fdd2bb" providerId="ADAL" clId="{679A9390-0F3A-463A-B35A-44380DB205B9}" dt="2025-02-06T00:47:30.179" v="0" actId="20577"/>
        <pc:sldMkLst>
          <pc:docMk/>
          <pc:sldMk cId="3247107124" sldId="256"/>
        </pc:sldMkLst>
        <pc:spChg chg="mod">
          <ac:chgData name="Qu, Chengyi" userId="9f02c3db-5b00-4063-9ad4-7cdd84fdd2bb" providerId="ADAL" clId="{679A9390-0F3A-463A-B35A-44380DB205B9}" dt="2025-02-06T00:47:30.179" v="0" actId="20577"/>
          <ac:spMkLst>
            <pc:docMk/>
            <pc:sldMk cId="3247107124" sldId="256"/>
            <ac:spMk id="2" creationId="{CE581631-827F-C4BB-51BC-D90B9290FC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A7E3-1ACB-61BF-4992-46DDDFA6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AA2EF-ACEF-3F22-E407-913C7FEB8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46CF-3F5F-188D-F1E8-9E9727E9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ABFB0-4C75-B482-5307-585356AB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5F108-7DDA-69A8-0F6B-3168624B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6984-F2B3-B6DC-BD52-11004B4E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12F5-F366-028E-6117-4E455556C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D38E9-50F1-CDBD-3007-493B6F44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CE92E-77CD-612C-B733-4AFC6F6C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D1F5A-B41A-BDBE-0B03-29B8A03C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9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2910-9848-9920-1906-AB3BBD6A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822B4-D6E7-D882-08DF-F856A9DC5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DBC2E-463C-8840-4501-8CDB93D3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6424-8127-7E94-F130-3902C21A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5173E-F778-2A19-E2B3-AD27013A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47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3984-D7A9-A202-F14E-3390328E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8E560-5C20-FBCE-6DC0-04916B7F3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CB56-1303-102E-AFA9-F9C1FAB15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CD2E6-0060-431C-0CE0-51645D4C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B73FB-3821-EB12-5C8F-8C0B65D1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92078-12F2-5F0C-C2B0-A0700A1F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9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D69-73AD-A078-DB55-2E00F909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F888F-312A-C8A9-55FE-469827A75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111F1-4172-1C5A-B879-632A45A9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0ED72-25C9-5572-5743-7D301A350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FB333-973F-071D-D0AC-3FEB5346D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BCBD9-A4C1-680C-7F12-565ED59A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7C6C0-4F48-FF84-3C5F-F7470026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BD104-63EA-8E44-28A8-5A4E1110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3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2935-6314-390F-42AB-0C48EE857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53D7F-60AF-5D74-A770-6B288E8D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6BE64-E6E7-C97D-D0CC-CFA19868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EF55E-F62C-0F15-A960-BC82077D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8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A1027-F402-FD14-D8B8-BE43C098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95DB2-524C-7459-56E5-2CE6C1CD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AF913-A736-5DD9-1B47-2E64DA54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91AC-07A1-2C46-4696-B168196E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77093-200D-4BFE-61FA-19532879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450AD-7836-F08B-C552-68BA9B18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407CF-6089-8127-BE24-66AA763C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D6E91-DEE5-3150-95E4-AF0BCE38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5487D-4495-0444-B959-7FEC529F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9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C92F-067C-DA74-7E4F-5ED097D9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20A27-0E74-83AF-310A-920E6081B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79052-0EAD-C484-2AED-684A7EF4E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68449-B15A-2D07-AB36-60E6ABB2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58D73-40A2-0928-DB05-7DAD08DE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54342-07C6-0101-1B1C-7FBFD3D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0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8D7B-A797-064C-9F0E-611ADF08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856CF-FF21-60E9-533A-F862FE455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356A3-863C-B12B-4420-A02AE2E5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0D2DC-A982-C7E3-0BDC-4BAD3000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C8247-5963-FFBA-B278-B94A7FFE4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6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FA7F2D-966F-CA2E-47FD-46E14E638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BF9FA-4DE4-6A69-3679-957A0C125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A125-2844-7E6C-DC3D-C3C1314A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C416-36B4-E7D1-8CB7-D111AD81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B16FE-4654-81A2-7D17-7D15C88E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0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2F6A1-92A1-C858-6BE8-A1C034D24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1B735-8383-620C-093D-D46799495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9DFD8-7FB2-FBEC-C1A2-C90D225B5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9D609-7046-46BF-95FA-DC0BB7060E3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21611-D8D1-96FC-38DA-3E2446F5F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8418-C35C-0096-BF1B-0C745C656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752BB-7DA1-4271-A9BD-282538245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1631-827F-C4BB-51BC-D90B9290F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FL-Home System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89386-ADDA-7D63-F5A3-721DDC4DD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0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ED60-0A98-67CF-57B0-07A413D6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ACA5-ABAD-C9FF-D2C2-13A2F33BC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Senior citizens, who are often unfamiliar with the complexities of modern cyber security, are particularly vulnerable to cyberattacks.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Phishing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alware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dentity theft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vulnerabilities not only compromise their personal information but also pose significant risks to their financial and emotional well-being.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an urgent need for accessible and user-friendly tools that can safeguard this demographic from malicious online activities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2364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8DD8-EA36-61F3-6247-725A5960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&amp;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68FF-A1BE-06E8-EE0A-C2E47A10E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53" y="1638556"/>
            <a:ext cx="10862847" cy="4915667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user-friendly app designed to monitor and manage smart home systems for senior citizens.</a:t>
            </a:r>
          </a:p>
          <a:p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app provides a centralized platform where users can oversee all connected devices, receive alerts about unusual activities, and control device settings to enhance security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f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eatures include automatic updates and encryption of data transmissions.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smart system securely collects via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Federated Learning (FL)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analyzes data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multiple users to identify common settings, preferences, and needs among seniors with specific health conditions.</a:t>
            </a:r>
          </a:p>
          <a:p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Utilizes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loud resources such as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Chameleon Cloud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empower machine learning algorithms, training, and testing. </a:t>
            </a:r>
          </a:p>
          <a:p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app is designed to provide an intuitive interfaces with voice command capabilities, cross-platform support with various IoT applications and systems, and intuitive UI customization to tailor to any user’s appeal and handicap.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049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2F36-2982-916A-0FF8-916C6844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Tech Stack - Main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44CE-05FE-B114-A33F-D739D68E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17" y="1690688"/>
            <a:ext cx="10752383" cy="4486275"/>
          </a:xfrm>
        </p:spPr>
        <p:txBody>
          <a:bodyPr/>
          <a:lstStyle/>
          <a:p>
            <a:r>
              <a:rPr lang="en-US" dirty="0"/>
              <a:t>Front End: </a:t>
            </a:r>
          </a:p>
          <a:p>
            <a:pPr lvl="1"/>
            <a:r>
              <a:rPr lang="en-US" i="1" dirty="0"/>
              <a:t>React Native </a:t>
            </a:r>
            <a:r>
              <a:rPr lang="en-US" dirty="0"/>
              <a:t>for iOS and Android.</a:t>
            </a:r>
          </a:p>
          <a:p>
            <a:pPr lvl="1"/>
            <a:r>
              <a:rPr lang="en-US" i="1" dirty="0"/>
              <a:t>Electron.js </a:t>
            </a:r>
            <a:r>
              <a:rPr lang="en-US" dirty="0"/>
              <a:t>for Desktop.</a:t>
            </a:r>
          </a:p>
          <a:p>
            <a:pPr lvl="1"/>
            <a:endParaRPr lang="en-US" dirty="0"/>
          </a:p>
          <a:p>
            <a:r>
              <a:rPr lang="en-US" dirty="0"/>
              <a:t>Back End:</a:t>
            </a:r>
          </a:p>
          <a:p>
            <a:pPr lvl="1"/>
            <a:r>
              <a:rPr lang="en-US" i="1" dirty="0"/>
              <a:t>Django (Python) </a:t>
            </a:r>
            <a:r>
              <a:rPr lang="en-US" dirty="0"/>
              <a:t>for backend API and logic handling.</a:t>
            </a:r>
          </a:p>
          <a:p>
            <a:pPr lvl="1"/>
            <a:r>
              <a:rPr lang="en-US" i="1" dirty="0"/>
              <a:t>Apple HomeKit, Google Home, Amazon Smart Home</a:t>
            </a:r>
            <a:r>
              <a:rPr lang="en-US" dirty="0"/>
              <a:t>, and other </a:t>
            </a:r>
            <a:r>
              <a:rPr lang="en-US" dirty="0" err="1"/>
              <a:t>apis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Database:</a:t>
            </a:r>
          </a:p>
          <a:p>
            <a:pPr lvl="2"/>
            <a:r>
              <a:rPr lang="en-US" i="1" dirty="0"/>
              <a:t>CSV</a:t>
            </a:r>
            <a:r>
              <a:rPr lang="en-US" dirty="0"/>
              <a:t> for datasets for training models</a:t>
            </a:r>
          </a:p>
          <a:p>
            <a:pPr lvl="2"/>
            <a:r>
              <a:rPr lang="en-US" i="1" dirty="0"/>
              <a:t>Object based </a:t>
            </a:r>
            <a:r>
              <a:rPr lang="en-US" dirty="0"/>
              <a:t>Database</a:t>
            </a:r>
          </a:p>
          <a:p>
            <a:pPr lvl="2"/>
            <a:r>
              <a:rPr lang="en-US" i="1" dirty="0"/>
              <a:t>Firebase</a:t>
            </a:r>
            <a:r>
              <a:rPr lang="en-US" dirty="0"/>
              <a:t> real-time database features good for updating smart home settings.</a:t>
            </a:r>
          </a:p>
        </p:txBody>
      </p:sp>
    </p:spTree>
    <p:extLst>
      <p:ext uri="{BB962C8B-B14F-4D97-AF65-F5344CB8AC3E}">
        <p14:creationId xmlns:p14="http://schemas.microsoft.com/office/powerpoint/2010/main" val="204437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8147-33E1-08F1-25C8-8E9FC2A0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Methods: Tech Stack </a:t>
            </a:r>
            <a:br>
              <a:rPr lang="en-US" dirty="0"/>
            </a:br>
            <a:r>
              <a:rPr lang="en-US" dirty="0"/>
              <a:t>Backend System &amp;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28225-F5DB-01BB-09AB-B6253C5A0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Cloud Services:</a:t>
            </a:r>
          </a:p>
          <a:p>
            <a:pPr lvl="1"/>
            <a:r>
              <a:rPr lang="en-US" i="1" dirty="0"/>
              <a:t>Chameleon Cloud </a:t>
            </a:r>
            <a:r>
              <a:rPr lang="en-US" dirty="0"/>
              <a:t>offloading federated learning and hosting resources</a:t>
            </a:r>
          </a:p>
          <a:p>
            <a:pPr lvl="1"/>
            <a:r>
              <a:rPr lang="en-US" i="1" dirty="0"/>
              <a:t>AWS Lambda </a:t>
            </a:r>
            <a:r>
              <a:rPr lang="en-US" dirty="0"/>
              <a:t>serverless function for event driven action, e.g. sending alerts</a:t>
            </a:r>
          </a:p>
          <a:p>
            <a:pPr lvl="1"/>
            <a:r>
              <a:rPr lang="en-US" i="1" dirty="0"/>
              <a:t>AWS IoT Core </a:t>
            </a:r>
            <a:r>
              <a:rPr lang="en-US" dirty="0"/>
              <a:t>or </a:t>
            </a:r>
            <a:r>
              <a:rPr lang="en-US" i="1" dirty="0"/>
              <a:t>Azure IoT Hub </a:t>
            </a:r>
            <a:r>
              <a:rPr lang="en-US" dirty="0"/>
              <a:t>for storing IoT information and metrics.</a:t>
            </a:r>
          </a:p>
          <a:p>
            <a:pPr lvl="1"/>
            <a:endParaRPr lang="en-US" dirty="0"/>
          </a:p>
          <a:p>
            <a:r>
              <a:rPr lang="en-US" dirty="0"/>
              <a:t>Security and Communication:</a:t>
            </a:r>
          </a:p>
          <a:p>
            <a:pPr lvl="1"/>
            <a:r>
              <a:rPr lang="en-US" i="1" dirty="0"/>
              <a:t>AES-256</a:t>
            </a:r>
            <a:r>
              <a:rPr lang="en-US" dirty="0"/>
              <a:t> to encrypt transmissions</a:t>
            </a:r>
          </a:p>
          <a:p>
            <a:pPr lvl="1"/>
            <a:r>
              <a:rPr lang="en-US" i="1" dirty="0"/>
              <a:t>SSL/TLS </a:t>
            </a:r>
            <a:r>
              <a:rPr lang="en-US" dirty="0"/>
              <a:t>to safely transmit data</a:t>
            </a:r>
          </a:p>
          <a:p>
            <a:pPr lvl="1"/>
            <a:r>
              <a:rPr lang="en-US" i="1" dirty="0"/>
              <a:t>Wireshark/Nmap </a:t>
            </a:r>
            <a:r>
              <a:rPr lang="en-US" dirty="0"/>
              <a:t>to view into Wi-Fi and monitor network</a:t>
            </a:r>
          </a:p>
          <a:p>
            <a:pPr lvl="1"/>
            <a:r>
              <a:rPr lang="en-US" i="1" dirty="0"/>
              <a:t>Snort </a:t>
            </a:r>
            <a:r>
              <a:rPr lang="en-US" dirty="0"/>
              <a:t>or</a:t>
            </a:r>
            <a:r>
              <a:rPr lang="en-US" i="1" dirty="0"/>
              <a:t> Suricata </a:t>
            </a:r>
            <a:r>
              <a:rPr lang="en-US" dirty="0"/>
              <a:t>as a baseline IDS to compare with novelty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18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8147-33E1-08F1-25C8-8E9FC2A0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Methods: Tech Stack </a:t>
            </a:r>
            <a:br>
              <a:rPr lang="en-US" dirty="0"/>
            </a:br>
            <a:r>
              <a:rPr lang="en-US" dirty="0"/>
              <a:t>Backend System &amp; Algorithms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28225-F5DB-01BB-09AB-B6253C5A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758"/>
            <a:ext cx="10515600" cy="47622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Machine Learning Algorithm</a:t>
            </a:r>
          </a:p>
          <a:p>
            <a:pPr lvl="1"/>
            <a:r>
              <a:rPr lang="en-US" dirty="0"/>
              <a:t>Federated Learning framework</a:t>
            </a:r>
          </a:p>
          <a:p>
            <a:pPr lvl="2" algn="just"/>
            <a:r>
              <a:rPr lang="en-US" b="1" i="1" dirty="0"/>
              <a:t>TensorFlow Federated</a:t>
            </a:r>
            <a:r>
              <a:rPr lang="en-US" i="1" dirty="0"/>
              <a:t>, </a:t>
            </a:r>
            <a:r>
              <a:rPr lang="en-US" i="1" dirty="0" err="1"/>
              <a:t>Pysyft</a:t>
            </a:r>
            <a:r>
              <a:rPr lang="en-US" i="1" dirty="0"/>
              <a:t>,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b="1" i="1" dirty="0"/>
              <a:t>FLWR</a:t>
            </a:r>
            <a:r>
              <a:rPr lang="en-US" i="1" dirty="0"/>
              <a:t> </a:t>
            </a:r>
            <a:r>
              <a:rPr lang="en-US" dirty="0"/>
              <a:t>as the possible frameworks due to intuitive </a:t>
            </a:r>
            <a:r>
              <a:rPr lang="en-US" dirty="0" err="1"/>
              <a:t>apis</a:t>
            </a:r>
            <a:r>
              <a:rPr lang="en-US" dirty="0"/>
              <a:t> and compatibility. Possibly TensorFlow.</a:t>
            </a:r>
          </a:p>
          <a:p>
            <a:pPr lvl="2"/>
            <a:r>
              <a:rPr lang="en-US" i="1" dirty="0" err="1"/>
              <a:t>gRPC</a:t>
            </a:r>
            <a:r>
              <a:rPr lang="en-US" dirty="0"/>
              <a:t> for efficient, secure, and scalable communication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Adversarial Pre-training</a:t>
            </a:r>
          </a:p>
          <a:p>
            <a:pPr lvl="2"/>
            <a:r>
              <a:rPr lang="en-US" dirty="0"/>
              <a:t>Secure Aggregation</a:t>
            </a:r>
          </a:p>
          <a:p>
            <a:pPr lvl="2"/>
            <a:r>
              <a:rPr lang="en-US" dirty="0"/>
              <a:t>Secure Multiparty Computing</a:t>
            </a:r>
          </a:p>
          <a:p>
            <a:pPr lvl="2"/>
            <a:r>
              <a:rPr lang="en-US" dirty="0"/>
              <a:t>Differential Privacy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Utility</a:t>
            </a:r>
          </a:p>
          <a:p>
            <a:pPr lvl="2"/>
            <a:r>
              <a:rPr lang="en-US" dirty="0"/>
              <a:t>Regularization (</a:t>
            </a:r>
            <a:r>
              <a:rPr lang="en-US" i="1" dirty="0"/>
              <a:t>Kernel </a:t>
            </a:r>
            <a:r>
              <a:rPr lang="en-US" i="1" dirty="0" err="1"/>
              <a:t>Regularizer</a:t>
            </a:r>
            <a:r>
              <a:rPr lang="en-US" i="1" dirty="0"/>
              <a:t>, Dropouts, </a:t>
            </a:r>
            <a:r>
              <a:rPr lang="en-US" i="1" dirty="0" err="1"/>
              <a:t>BatchNormalization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Model Pruning (</a:t>
            </a:r>
            <a:r>
              <a:rPr lang="en-US" i="1" dirty="0" err="1"/>
              <a:t>Tmot</a:t>
            </a:r>
            <a:r>
              <a:rPr lang="en-US" i="1" dirty="0"/>
              <a:t>, </a:t>
            </a:r>
            <a:r>
              <a:rPr lang="en-US" i="1" dirty="0" err="1"/>
              <a:t>pysyft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9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0138-B9DA-EC84-8748-4D7F8560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81"/>
            <a:ext cx="10515600" cy="975769"/>
          </a:xfrm>
        </p:spPr>
        <p:txBody>
          <a:bodyPr/>
          <a:lstStyle/>
          <a:p>
            <a:pPr algn="ctr"/>
            <a:r>
              <a:rPr lang="en-US" dirty="0"/>
              <a:t>Methods: Infrastructure of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DFCE78-B8E1-4075-7DBA-399914706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0828" y="1094442"/>
            <a:ext cx="1039034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5DECBF-874B-8F72-F44D-5D01AE099E9E}"/>
              </a:ext>
            </a:extLst>
          </p:cNvPr>
          <p:cNvSpPr txBox="1"/>
          <p:nvPr/>
        </p:nvSpPr>
        <p:spPr>
          <a:xfrm>
            <a:off x="1198330" y="5527122"/>
            <a:ext cx="169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Edge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E9C38-C819-3B93-9CEF-7398F2F4DA31}"/>
              </a:ext>
            </a:extLst>
          </p:cNvPr>
          <p:cNvSpPr txBox="1"/>
          <p:nvPr/>
        </p:nvSpPr>
        <p:spPr>
          <a:xfrm>
            <a:off x="3221603" y="5456936"/>
            <a:ext cx="270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Edge Systems </a:t>
            </a:r>
          </a:p>
          <a:p>
            <a:pPr algn="ctr"/>
            <a:r>
              <a:rPr lang="en-US" b="1" dirty="0"/>
              <a:t>&amp; Servers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A7326-341A-C46D-619D-9DF610BDEA0A}"/>
              </a:ext>
            </a:extLst>
          </p:cNvPr>
          <p:cNvSpPr txBox="1"/>
          <p:nvPr/>
        </p:nvSpPr>
        <p:spPr>
          <a:xfrm>
            <a:off x="5993717" y="5445780"/>
            <a:ext cx="270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Cloud Systems </a:t>
            </a:r>
          </a:p>
          <a:p>
            <a:pPr algn="ctr"/>
            <a:r>
              <a:rPr lang="en-US" b="1" dirty="0"/>
              <a:t>&amp; Servers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3C3DD-2A3D-80A6-3DEC-8DAA8A5E173C}"/>
              </a:ext>
            </a:extLst>
          </p:cNvPr>
          <p:cNvSpPr txBox="1"/>
          <p:nvPr/>
        </p:nvSpPr>
        <p:spPr>
          <a:xfrm>
            <a:off x="9045297" y="5456936"/>
            <a:ext cx="2308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Machine Learning Framework &amp; Libraries</a:t>
            </a:r>
          </a:p>
        </p:txBody>
      </p:sp>
    </p:spTree>
    <p:extLst>
      <p:ext uri="{BB962C8B-B14F-4D97-AF65-F5344CB8AC3E}">
        <p14:creationId xmlns:p14="http://schemas.microsoft.com/office/powerpoint/2010/main" val="175164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8FA2-362C-7D60-791A-BBA4EC55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Planned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D96A7-DD0A-72BA-B36A-4C63ED8D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610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Testing Detection of Network Intrusions with machine learning model and compare against Snort or </a:t>
            </a:r>
            <a:r>
              <a:rPr lang="en-US" sz="2800" dirty="0"/>
              <a:t>Suricata.</a:t>
            </a:r>
          </a:p>
          <a:p>
            <a:pPr lvl="1"/>
            <a:r>
              <a:rPr lang="en-US" dirty="0"/>
              <a:t>Measures:</a:t>
            </a:r>
          </a:p>
          <a:p>
            <a:pPr lvl="2"/>
            <a:r>
              <a:rPr lang="en-US" dirty="0"/>
              <a:t>Model Performance such as accuracy, precision, recall, loss, ROC.</a:t>
            </a:r>
          </a:p>
          <a:p>
            <a:pPr lvl="2"/>
            <a:r>
              <a:rPr lang="en-US" dirty="0"/>
              <a:t>Hardware Resource consumption such as CPU utilizing and RAM usage.</a:t>
            </a:r>
          </a:p>
          <a:p>
            <a:pPr lvl="2"/>
            <a:endParaRPr lang="en-US" dirty="0"/>
          </a:p>
          <a:p>
            <a:r>
              <a:rPr lang="en-US" dirty="0"/>
              <a:t>Testing Defense Strategies on model against a Network and Data Poisoning attack pipelines.</a:t>
            </a:r>
          </a:p>
          <a:p>
            <a:pPr lvl="1"/>
            <a:r>
              <a:rPr lang="en-US" dirty="0"/>
              <a:t>Measures:</a:t>
            </a:r>
          </a:p>
          <a:p>
            <a:pPr lvl="2"/>
            <a:r>
              <a:rPr lang="en-US" dirty="0"/>
              <a:t>Model Performance such as accuracy, precision, recall, loss, ROC.</a:t>
            </a:r>
          </a:p>
          <a:p>
            <a:pPr lvl="2"/>
            <a:r>
              <a:rPr lang="en-US" dirty="0"/>
              <a:t>Hardware Resource consumption such as CPU utilizing and RAM usage.</a:t>
            </a:r>
          </a:p>
          <a:p>
            <a:pPr lvl="2"/>
            <a:r>
              <a:rPr lang="en-US" dirty="0"/>
              <a:t>Measures Network Metrics such as latency, RTT, and Bandwidth.</a:t>
            </a:r>
          </a:p>
          <a:p>
            <a:pPr lvl="2"/>
            <a:endParaRPr lang="en-US" dirty="0"/>
          </a:p>
          <a:p>
            <a:r>
              <a:rPr lang="en-US" dirty="0"/>
              <a:t> Testing User Validation and Verification of Visuals and Interactions of the Application Menu and Notifications.</a:t>
            </a:r>
          </a:p>
          <a:p>
            <a:pPr lvl="1"/>
            <a:r>
              <a:rPr lang="en-US" dirty="0"/>
              <a:t>Measures:</a:t>
            </a:r>
          </a:p>
          <a:p>
            <a:pPr lvl="2"/>
            <a:r>
              <a:rPr lang="en-US" dirty="0"/>
              <a:t>Speed and Performance of the Application and Menu.</a:t>
            </a:r>
          </a:p>
          <a:p>
            <a:pPr lvl="2"/>
            <a:r>
              <a:rPr lang="en-US" dirty="0"/>
              <a:t>Speed of Comprehension of the menu and interaction.</a:t>
            </a:r>
          </a:p>
          <a:p>
            <a:pPr lvl="2"/>
            <a:r>
              <a:rPr lang="en-US" dirty="0"/>
              <a:t>User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223575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608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FL-Home System Application</vt:lpstr>
      <vt:lpstr>Problem &amp; Motivation</vt:lpstr>
      <vt:lpstr>Solution &amp; Novelty</vt:lpstr>
      <vt:lpstr>Methods: Tech Stack - Main Application</vt:lpstr>
      <vt:lpstr>Methods: Tech Stack  Backend System &amp; Algorithms</vt:lpstr>
      <vt:lpstr>Methods: Tech Stack  Backend System &amp; Algorithms Continued</vt:lpstr>
      <vt:lpstr>Methods: Infrastructure of Application</vt:lpstr>
      <vt:lpstr>Planned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Kostage</dc:creator>
  <cp:lastModifiedBy>Qu, Chengyi</cp:lastModifiedBy>
  <cp:revision>2</cp:revision>
  <dcterms:created xsi:type="dcterms:W3CDTF">2024-09-28T22:50:55Z</dcterms:created>
  <dcterms:modified xsi:type="dcterms:W3CDTF">2025-02-06T00:47:39Z</dcterms:modified>
</cp:coreProperties>
</file>
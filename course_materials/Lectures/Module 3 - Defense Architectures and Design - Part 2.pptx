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7" r:id="rId2"/>
    <p:sldMasterId id="2147483679" r:id="rId3"/>
  </p:sldMasterIdLst>
  <p:notesMasterIdLst>
    <p:notesMasterId r:id="rId29"/>
  </p:notesMasterIdLst>
  <p:handoutMasterIdLst>
    <p:handoutMasterId r:id="rId30"/>
  </p:handoutMasterIdLst>
  <p:sldIdLst>
    <p:sldId id="258" r:id="rId4"/>
    <p:sldId id="259" r:id="rId5"/>
    <p:sldId id="902" r:id="rId6"/>
    <p:sldId id="301" r:id="rId7"/>
    <p:sldId id="317" r:id="rId8"/>
    <p:sldId id="318" r:id="rId9"/>
    <p:sldId id="322" r:id="rId10"/>
    <p:sldId id="323" r:id="rId11"/>
    <p:sldId id="319" r:id="rId12"/>
    <p:sldId id="321" r:id="rId13"/>
    <p:sldId id="316" r:id="rId14"/>
    <p:sldId id="901" r:id="rId15"/>
    <p:sldId id="271" r:id="rId16"/>
    <p:sldId id="891" r:id="rId17"/>
    <p:sldId id="892" r:id="rId18"/>
    <p:sldId id="895" r:id="rId19"/>
    <p:sldId id="897" r:id="rId20"/>
    <p:sldId id="898" r:id="rId21"/>
    <p:sldId id="899" r:id="rId22"/>
    <p:sldId id="893" r:id="rId23"/>
    <p:sldId id="903" r:id="rId24"/>
    <p:sldId id="904" r:id="rId25"/>
    <p:sldId id="905" r:id="rId26"/>
    <p:sldId id="906" r:id="rId27"/>
    <p:sldId id="907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2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199"/>
    <a:srgbClr val="767171"/>
    <a:srgbClr val="0099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4D3893-4355-49B1-AAD6-1550B921869F}" v="5" dt="2025-03-10T12:27:30.7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22"/>
    <p:restoredTop sz="94694"/>
  </p:normalViewPr>
  <p:slideViewPr>
    <p:cSldViewPr snapToGrid="0" showGuides="1">
      <p:cViewPr varScale="1">
        <p:scale>
          <a:sx n="152" d="100"/>
          <a:sy n="152" d="100"/>
        </p:scale>
        <p:origin x="1104" y="132"/>
      </p:cViewPr>
      <p:guideLst>
        <p:guide orient="horz" pos="352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9" d="100"/>
          <a:sy n="99" d="100"/>
        </p:scale>
        <p:origin x="427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microsoft.com/office/2015/10/relationships/revisionInfo" Target="revisionInfo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u, Chengyi" userId="9f02c3db-5b00-4063-9ad4-7cdd84fdd2bb" providerId="ADAL" clId="{2AD67459-F6B2-4EB7-BD08-89A77A9534CE}"/>
    <pc:docChg chg="undo custSel addSld delSld modSld">
      <pc:chgData name="Qu, Chengyi" userId="9f02c3db-5b00-4063-9ad4-7cdd84fdd2bb" providerId="ADAL" clId="{2AD67459-F6B2-4EB7-BD08-89A77A9534CE}" dt="2024-01-30T21:52:58.093" v="198" actId="20577"/>
      <pc:docMkLst>
        <pc:docMk/>
      </pc:docMkLst>
      <pc:sldChg chg="modSp mod">
        <pc:chgData name="Qu, Chengyi" userId="9f02c3db-5b00-4063-9ad4-7cdd84fdd2bb" providerId="ADAL" clId="{2AD67459-F6B2-4EB7-BD08-89A77A9534CE}" dt="2024-01-30T21:52:17.455" v="179" actId="20577"/>
        <pc:sldMkLst>
          <pc:docMk/>
          <pc:sldMk cId="0" sldId="256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4285260508" sldId="272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1026168530" sldId="274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1305972062" sldId="275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2242056526" sldId="276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1552594960" sldId="279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1989998856" sldId="280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2246992091" sldId="281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2387288212" sldId="305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3887296429" sldId="306"/>
        </pc:sldMkLst>
      </pc:sldChg>
      <pc:sldChg chg="add">
        <pc:chgData name="Qu, Chengyi" userId="9f02c3db-5b00-4063-9ad4-7cdd84fdd2bb" providerId="ADAL" clId="{2AD67459-F6B2-4EB7-BD08-89A77A9534CE}" dt="2024-01-30T20:10:32.734" v="1"/>
        <pc:sldMkLst>
          <pc:docMk/>
          <pc:sldMk cId="4266121674" sldId="310"/>
        </pc:sldMkLst>
      </pc:sldChg>
      <pc:sldChg chg="modSp add mod">
        <pc:chgData name="Qu, Chengyi" userId="9f02c3db-5b00-4063-9ad4-7cdd84fdd2bb" providerId="ADAL" clId="{2AD67459-F6B2-4EB7-BD08-89A77A9534CE}" dt="2024-01-30T20:10:32.921" v="3" actId="27636"/>
        <pc:sldMkLst>
          <pc:docMk/>
          <pc:sldMk cId="397340874" sldId="311"/>
        </pc:sldMkLst>
      </pc:sldChg>
      <pc:sldChg chg="modSp add mod">
        <pc:chgData name="Qu, Chengyi" userId="9f02c3db-5b00-4063-9ad4-7cdd84fdd2bb" providerId="ADAL" clId="{2AD67459-F6B2-4EB7-BD08-89A77A9534CE}" dt="2024-01-30T20:10:32.896" v="2" actId="27636"/>
        <pc:sldMkLst>
          <pc:docMk/>
          <pc:sldMk cId="1891869304" sldId="312"/>
        </pc:sldMkLst>
      </pc:sldChg>
      <pc:sldChg chg="modSp add mod">
        <pc:chgData name="Qu, Chengyi" userId="9f02c3db-5b00-4063-9ad4-7cdd84fdd2bb" providerId="ADAL" clId="{2AD67459-F6B2-4EB7-BD08-89A77A9534CE}" dt="2024-01-30T20:17:11.845" v="12" actId="1076"/>
        <pc:sldMkLst>
          <pc:docMk/>
          <pc:sldMk cId="2140572250" sldId="313"/>
        </pc:sldMkLst>
      </pc:sldChg>
      <pc:sldChg chg="modSp add del mod">
        <pc:chgData name="Qu, Chengyi" userId="9f02c3db-5b00-4063-9ad4-7cdd84fdd2bb" providerId="ADAL" clId="{2AD67459-F6B2-4EB7-BD08-89A77A9534CE}" dt="2024-01-30T20:17:18.068" v="13" actId="47"/>
        <pc:sldMkLst>
          <pc:docMk/>
          <pc:sldMk cId="4049178258" sldId="314"/>
        </pc:sldMkLst>
      </pc:sldChg>
      <pc:sldChg chg="modSp add mod">
        <pc:chgData name="Qu, Chengyi" userId="9f02c3db-5b00-4063-9ad4-7cdd84fdd2bb" providerId="ADAL" clId="{2AD67459-F6B2-4EB7-BD08-89A77A9534CE}" dt="2024-01-30T20:12:43.317" v="8" actId="27636"/>
        <pc:sldMkLst>
          <pc:docMk/>
          <pc:sldMk cId="2771919027" sldId="315"/>
        </pc:sldMkLst>
      </pc:sldChg>
      <pc:sldChg chg="add del">
        <pc:chgData name="Qu, Chengyi" userId="9f02c3db-5b00-4063-9ad4-7cdd84fdd2bb" providerId="ADAL" clId="{2AD67459-F6B2-4EB7-BD08-89A77A9534CE}" dt="2024-01-30T20:17:20.382" v="14" actId="47"/>
        <pc:sldMkLst>
          <pc:docMk/>
          <pc:sldMk cId="4017082117" sldId="316"/>
        </pc:sldMkLst>
      </pc:sldChg>
      <pc:sldChg chg="modSp add mod modClrScheme chgLayout">
        <pc:chgData name="Qu, Chengyi" userId="9f02c3db-5b00-4063-9ad4-7cdd84fdd2bb" providerId="ADAL" clId="{2AD67459-F6B2-4EB7-BD08-89A77A9534CE}" dt="2024-01-30T20:17:54.972" v="22" actId="1076"/>
        <pc:sldMkLst>
          <pc:docMk/>
          <pc:sldMk cId="2610447627" sldId="317"/>
        </pc:sldMkLst>
      </pc:sldChg>
      <pc:sldChg chg="modSp add mod">
        <pc:chgData name="Qu, Chengyi" userId="9f02c3db-5b00-4063-9ad4-7cdd84fdd2bb" providerId="ADAL" clId="{2AD67459-F6B2-4EB7-BD08-89A77A9534CE}" dt="2024-01-30T20:24:01.196" v="24" actId="403"/>
        <pc:sldMkLst>
          <pc:docMk/>
          <pc:sldMk cId="1554699303" sldId="318"/>
        </pc:sldMkLst>
      </pc:sldChg>
      <pc:sldChg chg="modSp add mod">
        <pc:chgData name="Qu, Chengyi" userId="9f02c3db-5b00-4063-9ad4-7cdd84fdd2bb" providerId="ADAL" clId="{2AD67459-F6B2-4EB7-BD08-89A77A9534CE}" dt="2024-01-30T20:12:43.356" v="11" actId="27636"/>
        <pc:sldMkLst>
          <pc:docMk/>
          <pc:sldMk cId="4261292706" sldId="319"/>
        </pc:sldMkLst>
      </pc:sldChg>
      <pc:sldChg chg="modSp add mod">
        <pc:chgData name="Qu, Chengyi" userId="9f02c3db-5b00-4063-9ad4-7cdd84fdd2bb" providerId="ADAL" clId="{2AD67459-F6B2-4EB7-BD08-89A77A9534CE}" dt="2024-01-30T21:07:46.277" v="121" actId="113"/>
        <pc:sldMkLst>
          <pc:docMk/>
          <pc:sldMk cId="4160575002" sldId="321"/>
        </pc:sldMkLst>
      </pc:sldChg>
      <pc:sldChg chg="modSp add mod">
        <pc:chgData name="Qu, Chengyi" userId="9f02c3db-5b00-4063-9ad4-7cdd84fdd2bb" providerId="ADAL" clId="{2AD67459-F6B2-4EB7-BD08-89A77A9534CE}" dt="2024-01-30T21:47:14.427" v="126" actId="113"/>
        <pc:sldMkLst>
          <pc:docMk/>
          <pc:sldMk cId="2042401734" sldId="322"/>
        </pc:sldMkLst>
      </pc:sldChg>
      <pc:sldChg chg="modSp add mod">
        <pc:chgData name="Qu, Chengyi" userId="9f02c3db-5b00-4063-9ad4-7cdd84fdd2bb" providerId="ADAL" clId="{2AD67459-F6B2-4EB7-BD08-89A77A9534CE}" dt="2024-01-30T21:47:22.124" v="132" actId="113"/>
        <pc:sldMkLst>
          <pc:docMk/>
          <pc:sldMk cId="29790647" sldId="323"/>
        </pc:sldMkLst>
      </pc:sldChg>
      <pc:sldChg chg="modSp add mod">
        <pc:chgData name="Qu, Chengyi" userId="9f02c3db-5b00-4063-9ad4-7cdd84fdd2bb" providerId="ADAL" clId="{2AD67459-F6B2-4EB7-BD08-89A77A9534CE}" dt="2024-01-30T21:47:18.372" v="129" actId="113"/>
        <pc:sldMkLst>
          <pc:docMk/>
          <pc:sldMk cId="3123380444" sldId="324"/>
        </pc:sldMkLst>
      </pc:sldChg>
      <pc:sldChg chg="modSp add mod">
        <pc:chgData name="Qu, Chengyi" userId="9f02c3db-5b00-4063-9ad4-7cdd84fdd2bb" providerId="ADAL" clId="{2AD67459-F6B2-4EB7-BD08-89A77A9534CE}" dt="2024-01-30T21:47:27.153" v="135" actId="113"/>
        <pc:sldMkLst>
          <pc:docMk/>
          <pc:sldMk cId="1014335648" sldId="325"/>
        </pc:sldMkLst>
      </pc:sldChg>
      <pc:sldChg chg="add del">
        <pc:chgData name="Qu, Chengyi" userId="9f02c3db-5b00-4063-9ad4-7cdd84fdd2bb" providerId="ADAL" clId="{2AD67459-F6B2-4EB7-BD08-89A77A9534CE}" dt="2024-01-30T20:46:03.667" v="26"/>
        <pc:sldMkLst>
          <pc:docMk/>
          <pc:sldMk cId="0" sldId="329"/>
        </pc:sldMkLst>
      </pc:sldChg>
      <pc:sldChg chg="del">
        <pc:chgData name="Qu, Chengyi" userId="9f02c3db-5b00-4063-9ad4-7cdd84fdd2bb" providerId="ADAL" clId="{2AD67459-F6B2-4EB7-BD08-89A77A9534CE}" dt="2024-01-30T20:49:47.305" v="48"/>
        <pc:sldMkLst>
          <pc:docMk/>
          <pc:sldMk cId="0" sldId="337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1987998376" sldId="964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81497876" sldId="965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1391119021" sldId="966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438849163" sldId="967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3951012725" sldId="968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233124414" sldId="1007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2645911935" sldId="1083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147584997" sldId="1084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2680331947" sldId="1085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2696498074" sldId="1086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94232623" sldId="1257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2434809446" sldId="1258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2914323500" sldId="1259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1876543634" sldId="1260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2325914770" sldId="1261"/>
        </pc:sldMkLst>
      </pc:sldChg>
      <pc:sldChg chg="addSp delSp modSp add mod">
        <pc:chgData name="Qu, Chengyi" userId="9f02c3db-5b00-4063-9ad4-7cdd84fdd2bb" providerId="ADAL" clId="{2AD67459-F6B2-4EB7-BD08-89A77A9534CE}" dt="2024-01-30T20:47:30.088" v="47" actId="207"/>
        <pc:sldMkLst>
          <pc:docMk/>
          <pc:sldMk cId="2288592048" sldId="1269"/>
        </pc:sldMkLst>
      </pc:sldChg>
      <pc:sldChg chg="modSp new mod">
        <pc:chgData name="Qu, Chengyi" userId="9f02c3db-5b00-4063-9ad4-7cdd84fdd2bb" providerId="ADAL" clId="{2AD67459-F6B2-4EB7-BD08-89A77A9534CE}" dt="2024-01-30T21:04:21.904" v="117" actId="20577"/>
        <pc:sldMkLst>
          <pc:docMk/>
          <pc:sldMk cId="2843450976" sldId="1270"/>
        </pc:sldMkLst>
      </pc:sldChg>
      <pc:sldChg chg="modSp new mod">
        <pc:chgData name="Qu, Chengyi" userId="9f02c3db-5b00-4063-9ad4-7cdd84fdd2bb" providerId="ADAL" clId="{2AD67459-F6B2-4EB7-BD08-89A77A9534CE}" dt="2024-01-30T20:59:39.501" v="116" actId="113"/>
        <pc:sldMkLst>
          <pc:docMk/>
          <pc:sldMk cId="566162244" sldId="1271"/>
        </pc:sldMkLst>
      </pc:sldChg>
      <pc:sldChg chg="modSp new mod">
        <pc:chgData name="Qu, Chengyi" userId="9f02c3db-5b00-4063-9ad4-7cdd84fdd2bb" providerId="ADAL" clId="{2AD67459-F6B2-4EB7-BD08-89A77A9534CE}" dt="2024-01-30T21:50:27.716" v="156" actId="20577"/>
        <pc:sldMkLst>
          <pc:docMk/>
          <pc:sldMk cId="605728639" sldId="1272"/>
        </pc:sldMkLst>
      </pc:sldChg>
      <pc:sldChg chg="modSp new mod">
        <pc:chgData name="Qu, Chengyi" userId="9f02c3db-5b00-4063-9ad4-7cdd84fdd2bb" providerId="ADAL" clId="{2AD67459-F6B2-4EB7-BD08-89A77A9534CE}" dt="2024-01-30T21:52:58.093" v="198" actId="20577"/>
        <pc:sldMkLst>
          <pc:docMk/>
          <pc:sldMk cId="2574300258" sldId="1273"/>
        </pc:sldMkLst>
      </pc:sldChg>
      <pc:sldMasterChg chg="delSldLayout">
        <pc:chgData name="Qu, Chengyi" userId="9f02c3db-5b00-4063-9ad4-7cdd84fdd2bb" providerId="ADAL" clId="{2AD67459-F6B2-4EB7-BD08-89A77A9534CE}" dt="2024-01-30T20:07:42.571" v="0" actId="47"/>
        <pc:sldMasterMkLst>
          <pc:docMk/>
          <pc:sldMasterMk cId="2807116942" sldId="2147483648"/>
        </pc:sldMasterMkLst>
        <pc:sldLayoutChg chg="del">
          <pc:chgData name="Qu, Chengyi" userId="9f02c3db-5b00-4063-9ad4-7cdd84fdd2bb" providerId="ADAL" clId="{2AD67459-F6B2-4EB7-BD08-89A77A9534CE}" dt="2024-01-30T20:07:42.571" v="0" actId="47"/>
          <pc:sldLayoutMkLst>
            <pc:docMk/>
            <pc:sldMasterMk cId="2807116942" sldId="2147483648"/>
            <pc:sldLayoutMk cId="2582956718" sldId="2147483662"/>
          </pc:sldLayoutMkLst>
        </pc:sldLayoutChg>
        <pc:sldLayoutChg chg="del">
          <pc:chgData name="Qu, Chengyi" userId="9f02c3db-5b00-4063-9ad4-7cdd84fdd2bb" providerId="ADAL" clId="{2AD67459-F6B2-4EB7-BD08-89A77A9534CE}" dt="2024-01-30T20:07:42.571" v="0" actId="47"/>
          <pc:sldLayoutMkLst>
            <pc:docMk/>
            <pc:sldMasterMk cId="2807116942" sldId="2147483648"/>
            <pc:sldLayoutMk cId="2960784913" sldId="2147483680"/>
          </pc:sldLayoutMkLst>
        </pc:sldLayoutChg>
      </pc:sldMasterChg>
    </pc:docChg>
  </pc:docChgLst>
  <pc:docChgLst>
    <pc:chgData name="Qu, Chengyi" userId="9f02c3db-5b00-4063-9ad4-7cdd84fdd2bb" providerId="ADAL" clId="{FD31D919-629D-4132-B9BD-403978D3AF56}"/>
    <pc:docChg chg="undo custSel addSld delSld modSld sldOrd">
      <pc:chgData name="Qu, Chengyi" userId="9f02c3db-5b00-4063-9ad4-7cdd84fdd2bb" providerId="ADAL" clId="{FD31D919-629D-4132-B9BD-403978D3AF56}" dt="2024-01-07T03:10:15.486" v="754" actId="20577"/>
      <pc:docMkLst>
        <pc:docMk/>
      </pc:docMkLst>
      <pc:sldChg chg="modSp mod">
        <pc:chgData name="Qu, Chengyi" userId="9f02c3db-5b00-4063-9ad4-7cdd84fdd2bb" providerId="ADAL" clId="{FD31D919-629D-4132-B9BD-403978D3AF56}" dt="2024-01-07T02:39:26.106" v="54" actId="20577"/>
        <pc:sldMkLst>
          <pc:docMk/>
          <pc:sldMk cId="553553694" sldId="258"/>
        </pc:sldMkLst>
      </pc:sldChg>
      <pc:sldChg chg="modSp mod">
        <pc:chgData name="Qu, Chengyi" userId="9f02c3db-5b00-4063-9ad4-7cdd84fdd2bb" providerId="ADAL" clId="{FD31D919-629D-4132-B9BD-403978D3AF56}" dt="2024-01-07T02:40:45.867" v="77" actId="20577"/>
        <pc:sldMkLst>
          <pc:docMk/>
          <pc:sldMk cId="4038715374" sldId="1255"/>
        </pc:sldMkLst>
      </pc:sldChg>
      <pc:sldChg chg="modSp mod">
        <pc:chgData name="Qu, Chengyi" userId="9f02c3db-5b00-4063-9ad4-7cdd84fdd2bb" providerId="ADAL" clId="{FD31D919-629D-4132-B9BD-403978D3AF56}" dt="2024-01-07T02:57:46.055" v="320" actId="20577"/>
        <pc:sldMkLst>
          <pc:docMk/>
          <pc:sldMk cId="239755599" sldId="1256"/>
        </pc:sldMkLst>
      </pc:sldChg>
      <pc:sldMasterChg chg="delSldLayout">
        <pc:chgData name="Qu, Chengyi" userId="9f02c3db-5b00-4063-9ad4-7cdd84fdd2bb" providerId="ADAL" clId="{FD31D919-629D-4132-B9BD-403978D3AF56}" dt="2024-01-07T02:40:28.652" v="55" actId="47"/>
        <pc:sldMasterMkLst>
          <pc:docMk/>
          <pc:sldMasterMk cId="2807116942" sldId="2147483648"/>
        </pc:sldMasterMkLst>
      </pc:sldMasterChg>
    </pc:docChg>
  </pc:docChgLst>
  <pc:docChgLst>
    <pc:chgData name="Qu, Chengyi" userId="9f02c3db-5b00-4063-9ad4-7cdd84fdd2bb" providerId="ADAL" clId="{F8FF537E-3FA4-425A-8CC6-8B253AE02F38}"/>
    <pc:docChg chg="undo addSld delSld modSld delMainMaster">
      <pc:chgData name="Qu, Chengyi" userId="9f02c3db-5b00-4063-9ad4-7cdd84fdd2bb" providerId="ADAL" clId="{F8FF537E-3FA4-425A-8CC6-8B253AE02F38}" dt="2024-03-17T01:34:31.638" v="40" actId="207"/>
      <pc:docMkLst>
        <pc:docMk/>
      </pc:docMkLst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0" sldId="256"/>
        </pc:sldMkLst>
      </pc:sldChg>
      <pc:sldChg chg="modSp mod">
        <pc:chgData name="Qu, Chengyi" userId="9f02c3db-5b00-4063-9ad4-7cdd84fdd2bb" providerId="ADAL" clId="{F8FF537E-3FA4-425A-8CC6-8B253AE02F38}" dt="2024-03-17T01:16:33.051" v="6" actId="20577"/>
        <pc:sldMkLst>
          <pc:docMk/>
          <pc:sldMk cId="553553694" sldId="258"/>
        </pc:sldMkLst>
      </pc:sldChg>
      <pc:sldChg chg="addSp modSp new mod">
        <pc:chgData name="Qu, Chengyi" userId="9f02c3db-5b00-4063-9ad4-7cdd84fdd2bb" providerId="ADAL" clId="{F8FF537E-3FA4-425A-8CC6-8B253AE02F38}" dt="2024-03-17T01:34:23.421" v="38" actId="14100"/>
        <pc:sldMkLst>
          <pc:docMk/>
          <pc:sldMk cId="2669928344" sldId="259"/>
        </pc:sldMkLst>
      </pc:sldChg>
      <pc:sldChg chg="modSp add mod">
        <pc:chgData name="Qu, Chengyi" userId="9f02c3db-5b00-4063-9ad4-7cdd84fdd2bb" providerId="ADAL" clId="{F8FF537E-3FA4-425A-8CC6-8B253AE02F38}" dt="2024-03-17T01:17:25.703" v="18" actId="207"/>
        <pc:sldMkLst>
          <pc:docMk/>
          <pc:sldMk cId="1941321543" sldId="260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0" sldId="262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0" sldId="263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1111655096" sldId="271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0" sldId="272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1765183426" sldId="375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874442202" sldId="378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401799665" sldId="385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259734074" sldId="409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3096335365" sldId="411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874146617" sldId="413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680690281" sldId="420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2559417828" sldId="421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3816176851" sldId="433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1364292571" sldId="434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2735504479" sldId="435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1250773627" sldId="436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763282045" sldId="437"/>
        </pc:sldMkLst>
      </pc:sldChg>
      <pc:sldChg chg="del">
        <pc:chgData name="Qu, Chengyi" userId="9f02c3db-5b00-4063-9ad4-7cdd84fdd2bb" providerId="ADAL" clId="{F8FF537E-3FA4-425A-8CC6-8B253AE02F38}" dt="2024-03-17T01:27:26.639" v="21"/>
        <pc:sldMkLst>
          <pc:docMk/>
          <pc:sldMk cId="671256825" sldId="892"/>
        </pc:sldMkLst>
      </pc:sldChg>
      <pc:sldChg chg="del">
        <pc:chgData name="Qu, Chengyi" userId="9f02c3db-5b00-4063-9ad4-7cdd84fdd2bb" providerId="ADAL" clId="{F8FF537E-3FA4-425A-8CC6-8B253AE02F38}" dt="2024-03-17T01:27:26.639" v="21"/>
        <pc:sldMkLst>
          <pc:docMk/>
          <pc:sldMk cId="300381930" sldId="893"/>
        </pc:sldMkLst>
      </pc:sldChg>
      <pc:sldChg chg="del">
        <pc:chgData name="Qu, Chengyi" userId="9f02c3db-5b00-4063-9ad4-7cdd84fdd2bb" providerId="ADAL" clId="{F8FF537E-3FA4-425A-8CC6-8B253AE02F38}" dt="2024-03-17T01:27:26.639" v="21"/>
        <pc:sldMkLst>
          <pc:docMk/>
          <pc:sldMk cId="2575865210" sldId="895"/>
        </pc:sldMkLst>
      </pc:sldChg>
      <pc:sldChg chg="del">
        <pc:chgData name="Qu, Chengyi" userId="9f02c3db-5b00-4063-9ad4-7cdd84fdd2bb" providerId="ADAL" clId="{F8FF537E-3FA4-425A-8CC6-8B253AE02F38}" dt="2024-03-17T01:27:26.639" v="21"/>
        <pc:sldMkLst>
          <pc:docMk/>
          <pc:sldMk cId="2815186426" sldId="897"/>
        </pc:sldMkLst>
      </pc:sldChg>
      <pc:sldChg chg="del">
        <pc:chgData name="Qu, Chengyi" userId="9f02c3db-5b00-4063-9ad4-7cdd84fdd2bb" providerId="ADAL" clId="{F8FF537E-3FA4-425A-8CC6-8B253AE02F38}" dt="2024-03-17T01:27:26.639" v="21"/>
        <pc:sldMkLst>
          <pc:docMk/>
          <pc:sldMk cId="3569851906" sldId="898"/>
        </pc:sldMkLst>
      </pc:sldChg>
      <pc:sldChg chg="del">
        <pc:chgData name="Qu, Chengyi" userId="9f02c3db-5b00-4063-9ad4-7cdd84fdd2bb" providerId="ADAL" clId="{F8FF537E-3FA4-425A-8CC6-8B253AE02F38}" dt="2024-03-17T01:27:26.639" v="21"/>
        <pc:sldMkLst>
          <pc:docMk/>
          <pc:sldMk cId="2302419998" sldId="899"/>
        </pc:sldMkLst>
      </pc:sldChg>
      <pc:sldChg chg="modSp add mod">
        <pc:chgData name="Qu, Chengyi" userId="9f02c3db-5b00-4063-9ad4-7cdd84fdd2bb" providerId="ADAL" clId="{F8FF537E-3FA4-425A-8CC6-8B253AE02F38}" dt="2024-03-17T01:34:31.638" v="40" actId="207"/>
        <pc:sldMkLst>
          <pc:docMk/>
          <pc:sldMk cId="3706262246" sldId="900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4038715374" sldId="1255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239755599" sldId="1256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2120514358" sldId="1257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919834031" sldId="1258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2632825530" sldId="1259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3745870871" sldId="1260"/>
        </pc:sldMkLst>
      </pc:sldChg>
      <pc:sldMasterChg chg="del delSldLayout">
        <pc:chgData name="Qu, Chengyi" userId="9f02c3db-5b00-4063-9ad4-7cdd84fdd2bb" providerId="ADAL" clId="{F8FF537E-3FA4-425A-8CC6-8B253AE02F38}" dt="2024-03-17T01:16:41.112" v="7" actId="47"/>
        <pc:sldMasterMkLst>
          <pc:docMk/>
          <pc:sldMasterMk cId="816407230" sldId="2147483667"/>
        </pc:sldMasterMkLst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816407230" sldId="2147483667"/>
            <pc:sldLayoutMk cId="1478954547" sldId="2147483668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816407230" sldId="2147483667"/>
            <pc:sldLayoutMk cId="2802328541" sldId="2147483669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816407230" sldId="2147483667"/>
            <pc:sldLayoutMk cId="825140372" sldId="2147483670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816407230" sldId="2147483667"/>
            <pc:sldLayoutMk cId="4177523922" sldId="2147483671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816407230" sldId="2147483667"/>
            <pc:sldLayoutMk cId="771864" sldId="2147483672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816407230" sldId="2147483667"/>
            <pc:sldLayoutMk cId="2710111665" sldId="2147483673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816407230" sldId="2147483667"/>
            <pc:sldLayoutMk cId="3944089362" sldId="2147483674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816407230" sldId="2147483667"/>
            <pc:sldLayoutMk cId="1166321837" sldId="2147483675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816407230" sldId="2147483667"/>
            <pc:sldLayoutMk cId="1062298521" sldId="2147483676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816407230" sldId="2147483667"/>
            <pc:sldLayoutMk cId="3792717422" sldId="2147483677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816407230" sldId="2147483667"/>
            <pc:sldLayoutMk cId="764764108" sldId="2147483678"/>
          </pc:sldLayoutMkLst>
        </pc:sldLayoutChg>
      </pc:sldMasterChg>
      <pc:sldMasterChg chg="del delSldLayout">
        <pc:chgData name="Qu, Chengyi" userId="9f02c3db-5b00-4063-9ad4-7cdd84fdd2bb" providerId="ADAL" clId="{F8FF537E-3FA4-425A-8CC6-8B253AE02F38}" dt="2024-03-17T01:16:41.112" v="7" actId="47"/>
        <pc:sldMasterMkLst>
          <pc:docMk/>
          <pc:sldMasterMk cId="285659993" sldId="2147483679"/>
        </pc:sldMasterMkLst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285659993" sldId="2147483679"/>
            <pc:sldLayoutMk cId="2842456320" sldId="2147483680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285659993" sldId="2147483679"/>
            <pc:sldLayoutMk cId="1457017757" sldId="2147483681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285659993" sldId="2147483679"/>
            <pc:sldLayoutMk cId="2086968319" sldId="2147483682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285659993" sldId="2147483679"/>
            <pc:sldLayoutMk cId="1708509305" sldId="2147483683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285659993" sldId="2147483679"/>
            <pc:sldLayoutMk cId="497337308" sldId="2147483684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285659993" sldId="2147483679"/>
            <pc:sldLayoutMk cId="770178683" sldId="2147483685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285659993" sldId="2147483679"/>
            <pc:sldLayoutMk cId="3911091063" sldId="2147483686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285659993" sldId="2147483679"/>
            <pc:sldLayoutMk cId="1094673248" sldId="2147483687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285659993" sldId="2147483679"/>
            <pc:sldLayoutMk cId="2206353706" sldId="2147483688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285659993" sldId="2147483679"/>
            <pc:sldLayoutMk cId="2570034858" sldId="2147483689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285659993" sldId="2147483679"/>
            <pc:sldLayoutMk cId="3766516897" sldId="2147483690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285659993" sldId="2147483679"/>
            <pc:sldLayoutMk cId="827356254" sldId="2147483691"/>
          </pc:sldLayoutMkLst>
        </pc:sldLayoutChg>
      </pc:sldMasterChg>
      <pc:sldMasterChg chg="del delSldLayout">
        <pc:chgData name="Qu, Chengyi" userId="9f02c3db-5b00-4063-9ad4-7cdd84fdd2bb" providerId="ADAL" clId="{F8FF537E-3FA4-425A-8CC6-8B253AE02F38}" dt="2024-03-17T01:16:41.112" v="7" actId="47"/>
        <pc:sldMasterMkLst>
          <pc:docMk/>
          <pc:sldMasterMk cId="739236253" sldId="2147483692"/>
        </pc:sldMasterMkLst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739236253" sldId="2147483692"/>
            <pc:sldLayoutMk cId="3916218876" sldId="2147483693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739236253" sldId="2147483692"/>
            <pc:sldLayoutMk cId="3568439253" sldId="2147483694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739236253" sldId="2147483692"/>
            <pc:sldLayoutMk cId="331496385" sldId="2147483695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739236253" sldId="2147483692"/>
            <pc:sldLayoutMk cId="974694476" sldId="2147483696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739236253" sldId="2147483692"/>
            <pc:sldLayoutMk cId="1112934890" sldId="2147483697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739236253" sldId="2147483692"/>
            <pc:sldLayoutMk cId="1250321267" sldId="2147483698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739236253" sldId="2147483692"/>
            <pc:sldLayoutMk cId="2355138482" sldId="2147483699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739236253" sldId="2147483692"/>
            <pc:sldLayoutMk cId="1310252774" sldId="2147483700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739236253" sldId="2147483692"/>
            <pc:sldLayoutMk cId="4246126308" sldId="2147483701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739236253" sldId="2147483692"/>
            <pc:sldLayoutMk cId="3007040105" sldId="2147483702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739236253" sldId="2147483692"/>
            <pc:sldLayoutMk cId="775594334" sldId="2147483703"/>
          </pc:sldLayoutMkLst>
        </pc:sldLayoutChg>
      </pc:sldMasterChg>
    </pc:docChg>
  </pc:docChgLst>
  <pc:docChgLst>
    <pc:chgData name="Qu, Chengyi" userId="9f02c3db-5b00-4063-9ad4-7cdd84fdd2bb" providerId="ADAL" clId="{B8A68927-8F0D-4FCF-A9AA-7717E2476521}"/>
    <pc:docChg chg="undo custSel addSld delSld modSld sldOrd delMainMaster">
      <pc:chgData name="Qu, Chengyi" userId="9f02c3db-5b00-4063-9ad4-7cdd84fdd2bb" providerId="ADAL" clId="{B8A68927-8F0D-4FCF-A9AA-7717E2476521}" dt="2024-02-04T20:38:08.641" v="14" actId="20577"/>
      <pc:docMkLst>
        <pc:docMk/>
      </pc:docMkLst>
      <pc:sldChg chg="modSp mod ord">
        <pc:chgData name="Qu, Chengyi" userId="9f02c3db-5b00-4063-9ad4-7cdd84fdd2bb" providerId="ADAL" clId="{B8A68927-8F0D-4FCF-A9AA-7717E2476521}" dt="2024-02-04T20:11:03.283" v="6" actId="20577"/>
        <pc:sldMkLst>
          <pc:docMk/>
          <pc:sldMk cId="0" sldId="256"/>
        </pc:sldMkLst>
      </pc:sldChg>
      <pc:sldChg chg="del">
        <pc:chgData name="Qu, Chengyi" userId="9f02c3db-5b00-4063-9ad4-7cdd84fdd2bb" providerId="ADAL" clId="{B8A68927-8F0D-4FCF-A9AA-7717E2476521}" dt="2024-02-04T20:10:32.345" v="0" actId="47"/>
        <pc:sldMkLst>
          <pc:docMk/>
          <pc:sldMk cId="1350622502" sldId="302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4081942817" sldId="309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4266121674" sldId="310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397340874" sldId="311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1891869304" sldId="312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2140572250" sldId="313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2771919027" sldId="315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2610447627" sldId="317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1554699303" sldId="318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4261292706" sldId="319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4160575002" sldId="321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2042401734" sldId="322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29790647" sldId="323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3123380444" sldId="324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1014335648" sldId="325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1332023612" sldId="326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3737461284" sldId="360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2347205576" sldId="361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309228740" sldId="362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1217450473" sldId="367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178958858" sldId="371"/>
        </pc:sldMkLst>
      </pc:sldChg>
      <pc:sldChg chg="modSp add del mod">
        <pc:chgData name="Qu, Chengyi" userId="9f02c3db-5b00-4063-9ad4-7cdd84fdd2bb" providerId="ADAL" clId="{B8A68927-8F0D-4FCF-A9AA-7717E2476521}" dt="2024-02-04T20:27:02.848" v="13"/>
        <pc:sldMkLst>
          <pc:docMk/>
          <pc:sldMk cId="2316534037" sldId="374"/>
        </pc:sldMkLst>
      </pc:sldChg>
      <pc:sldChg chg="modSp add del mod">
        <pc:chgData name="Qu, Chengyi" userId="9f02c3db-5b00-4063-9ad4-7cdd84fdd2bb" providerId="ADAL" clId="{B8A68927-8F0D-4FCF-A9AA-7717E2476521}" dt="2024-02-04T20:27:02.848" v="13"/>
        <pc:sldMkLst>
          <pc:docMk/>
          <pc:sldMk cId="1419336903" sldId="382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3370047568" sldId="383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2055057035" sldId="384"/>
        </pc:sldMkLst>
      </pc:sldChg>
      <pc:sldChg chg="modSp add del mod">
        <pc:chgData name="Qu, Chengyi" userId="9f02c3db-5b00-4063-9ad4-7cdd84fdd2bb" providerId="ADAL" clId="{B8A68927-8F0D-4FCF-A9AA-7717E2476521}" dt="2024-02-04T20:27:02.848" v="13"/>
        <pc:sldMkLst>
          <pc:docMk/>
          <pc:sldMk cId="2640340070" sldId="385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2993049085" sldId="386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1540118003" sldId="387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2294238332" sldId="388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3885871552" sldId="389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1846400946" sldId="390"/>
        </pc:sldMkLst>
      </pc:sldChg>
      <pc:sldChg chg="add del modNotesTx">
        <pc:chgData name="Qu, Chengyi" userId="9f02c3db-5b00-4063-9ad4-7cdd84fdd2bb" providerId="ADAL" clId="{B8A68927-8F0D-4FCF-A9AA-7717E2476521}" dt="2024-02-04T20:38:08.641" v="14" actId="20577"/>
        <pc:sldMkLst>
          <pc:docMk/>
          <pc:sldMk cId="2515851175" sldId="391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31746736" sldId="392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3184566003" sldId="393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1671043101" sldId="394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4219989565" sldId="395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2244718961" sldId="700"/>
        </pc:sldMkLst>
      </pc:sldChg>
      <pc:sldChg chg="del">
        <pc:chgData name="Qu, Chengyi" userId="9f02c3db-5b00-4063-9ad4-7cdd84fdd2bb" providerId="ADAL" clId="{B8A68927-8F0D-4FCF-A9AA-7717E2476521}" dt="2024-02-04T20:10:32.345" v="0" actId="47"/>
        <pc:sldMkLst>
          <pc:docMk/>
          <pc:sldMk cId="2651535271" sldId="1262"/>
        </pc:sldMkLst>
      </pc:sldChg>
      <pc:sldChg chg="del">
        <pc:chgData name="Qu, Chengyi" userId="9f02c3db-5b00-4063-9ad4-7cdd84fdd2bb" providerId="ADAL" clId="{B8A68927-8F0D-4FCF-A9AA-7717E2476521}" dt="2024-02-04T20:10:32.345" v="0" actId="47"/>
        <pc:sldMkLst>
          <pc:docMk/>
          <pc:sldMk cId="3767743320" sldId="1263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327016494" sldId="1264"/>
        </pc:sldMkLst>
      </pc:sldChg>
      <pc:sldChg chg="modSp mod">
        <pc:chgData name="Qu, Chengyi" userId="9f02c3db-5b00-4063-9ad4-7cdd84fdd2bb" providerId="ADAL" clId="{B8A68927-8F0D-4FCF-A9AA-7717E2476521}" dt="2024-02-04T20:10:43.130" v="2" actId="207"/>
        <pc:sldMkLst>
          <pc:docMk/>
          <pc:sldMk cId="3507344199" sldId="1265"/>
        </pc:sldMkLst>
      </pc:sldChg>
      <pc:sldChg chg="del">
        <pc:chgData name="Qu, Chengyi" userId="9f02c3db-5b00-4063-9ad4-7cdd84fdd2bb" providerId="ADAL" clId="{B8A68927-8F0D-4FCF-A9AA-7717E2476521}" dt="2024-02-04T20:10:32.345" v="0" actId="47"/>
        <pc:sldMkLst>
          <pc:docMk/>
          <pc:sldMk cId="1835531626" sldId="1266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2897299916" sldId="1267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730941134" sldId="1268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2288592048" sldId="1269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2843450976" sldId="1270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566162244" sldId="1271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605728639" sldId="1272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2574300258" sldId="1273"/>
        </pc:sldMkLst>
      </pc:sldChg>
      <pc:sldMasterChg chg="delSldLayout">
        <pc:chgData name="Qu, Chengyi" userId="9f02c3db-5b00-4063-9ad4-7cdd84fdd2bb" providerId="ADAL" clId="{B8A68927-8F0D-4FCF-A9AA-7717E2476521}" dt="2024-02-04T20:11:12.269" v="7" actId="47"/>
        <pc:sldMasterMkLst>
          <pc:docMk/>
          <pc:sldMasterMk cId="2807116942" sldId="2147483648"/>
        </pc:sldMasterMkLst>
        <pc:sldLayoutChg chg="del">
          <pc:chgData name="Qu, Chengyi" userId="9f02c3db-5b00-4063-9ad4-7cdd84fdd2bb" providerId="ADAL" clId="{B8A68927-8F0D-4FCF-A9AA-7717E2476521}" dt="2024-02-04T20:11:12.269" v="7" actId="47"/>
          <pc:sldLayoutMkLst>
            <pc:docMk/>
            <pc:sldMasterMk cId="2807116942" sldId="2147483648"/>
            <pc:sldLayoutMk cId="3178452526" sldId="2147483681"/>
          </pc:sldLayoutMkLst>
        </pc:sldLayoutChg>
      </pc:sldMasterChg>
      <pc:sldMasterChg chg="del delSldLayout">
        <pc:chgData name="Qu, Chengyi" userId="9f02c3db-5b00-4063-9ad4-7cdd84fdd2bb" providerId="ADAL" clId="{B8A68927-8F0D-4FCF-A9AA-7717E2476521}" dt="2024-02-04T20:11:12.269" v="7" actId="47"/>
        <pc:sldMasterMkLst>
          <pc:docMk/>
          <pc:sldMasterMk cId="3786389625" sldId="2147483683"/>
        </pc:sldMasterMkLst>
        <pc:sldLayoutChg chg="del">
          <pc:chgData name="Qu, Chengyi" userId="9f02c3db-5b00-4063-9ad4-7cdd84fdd2bb" providerId="ADAL" clId="{B8A68927-8F0D-4FCF-A9AA-7717E2476521}" dt="2024-02-04T20:11:12.269" v="7" actId="47"/>
          <pc:sldLayoutMkLst>
            <pc:docMk/>
            <pc:sldMasterMk cId="3786389625" sldId="2147483683"/>
            <pc:sldLayoutMk cId="1259363603" sldId="2147483684"/>
          </pc:sldLayoutMkLst>
        </pc:sldLayoutChg>
        <pc:sldLayoutChg chg="del">
          <pc:chgData name="Qu, Chengyi" userId="9f02c3db-5b00-4063-9ad4-7cdd84fdd2bb" providerId="ADAL" clId="{B8A68927-8F0D-4FCF-A9AA-7717E2476521}" dt="2024-02-04T20:11:12.269" v="7" actId="47"/>
          <pc:sldLayoutMkLst>
            <pc:docMk/>
            <pc:sldMasterMk cId="3786389625" sldId="2147483683"/>
            <pc:sldLayoutMk cId="3471717181" sldId="2147483685"/>
          </pc:sldLayoutMkLst>
        </pc:sldLayoutChg>
        <pc:sldLayoutChg chg="del">
          <pc:chgData name="Qu, Chengyi" userId="9f02c3db-5b00-4063-9ad4-7cdd84fdd2bb" providerId="ADAL" clId="{B8A68927-8F0D-4FCF-A9AA-7717E2476521}" dt="2024-02-04T20:11:12.269" v="7" actId="47"/>
          <pc:sldLayoutMkLst>
            <pc:docMk/>
            <pc:sldMasterMk cId="3786389625" sldId="2147483683"/>
            <pc:sldLayoutMk cId="2586057541" sldId="2147483686"/>
          </pc:sldLayoutMkLst>
        </pc:sldLayoutChg>
        <pc:sldLayoutChg chg="del">
          <pc:chgData name="Qu, Chengyi" userId="9f02c3db-5b00-4063-9ad4-7cdd84fdd2bb" providerId="ADAL" clId="{B8A68927-8F0D-4FCF-A9AA-7717E2476521}" dt="2024-02-04T20:11:12.269" v="7" actId="47"/>
          <pc:sldLayoutMkLst>
            <pc:docMk/>
            <pc:sldMasterMk cId="3786389625" sldId="2147483683"/>
            <pc:sldLayoutMk cId="4246278388" sldId="2147483687"/>
          </pc:sldLayoutMkLst>
        </pc:sldLayoutChg>
        <pc:sldLayoutChg chg="del">
          <pc:chgData name="Qu, Chengyi" userId="9f02c3db-5b00-4063-9ad4-7cdd84fdd2bb" providerId="ADAL" clId="{B8A68927-8F0D-4FCF-A9AA-7717E2476521}" dt="2024-02-04T20:11:12.269" v="7" actId="47"/>
          <pc:sldLayoutMkLst>
            <pc:docMk/>
            <pc:sldMasterMk cId="3786389625" sldId="2147483683"/>
            <pc:sldLayoutMk cId="3941270850" sldId="2147483688"/>
          </pc:sldLayoutMkLst>
        </pc:sldLayoutChg>
        <pc:sldLayoutChg chg="del">
          <pc:chgData name="Qu, Chengyi" userId="9f02c3db-5b00-4063-9ad4-7cdd84fdd2bb" providerId="ADAL" clId="{B8A68927-8F0D-4FCF-A9AA-7717E2476521}" dt="2024-02-04T20:11:12.269" v="7" actId="47"/>
          <pc:sldLayoutMkLst>
            <pc:docMk/>
            <pc:sldMasterMk cId="3786389625" sldId="2147483683"/>
            <pc:sldLayoutMk cId="4273289796" sldId="2147483689"/>
          </pc:sldLayoutMkLst>
        </pc:sldLayoutChg>
        <pc:sldLayoutChg chg="del">
          <pc:chgData name="Qu, Chengyi" userId="9f02c3db-5b00-4063-9ad4-7cdd84fdd2bb" providerId="ADAL" clId="{B8A68927-8F0D-4FCF-A9AA-7717E2476521}" dt="2024-02-04T20:11:12.269" v="7" actId="47"/>
          <pc:sldLayoutMkLst>
            <pc:docMk/>
            <pc:sldMasterMk cId="3786389625" sldId="2147483683"/>
            <pc:sldLayoutMk cId="2323698036" sldId="2147483690"/>
          </pc:sldLayoutMkLst>
        </pc:sldLayoutChg>
        <pc:sldLayoutChg chg="del">
          <pc:chgData name="Qu, Chengyi" userId="9f02c3db-5b00-4063-9ad4-7cdd84fdd2bb" providerId="ADAL" clId="{B8A68927-8F0D-4FCF-A9AA-7717E2476521}" dt="2024-02-04T20:11:12.269" v="7" actId="47"/>
          <pc:sldLayoutMkLst>
            <pc:docMk/>
            <pc:sldMasterMk cId="3786389625" sldId="2147483683"/>
            <pc:sldLayoutMk cId="1475924351" sldId="2147483691"/>
          </pc:sldLayoutMkLst>
        </pc:sldLayoutChg>
        <pc:sldLayoutChg chg="del">
          <pc:chgData name="Qu, Chengyi" userId="9f02c3db-5b00-4063-9ad4-7cdd84fdd2bb" providerId="ADAL" clId="{B8A68927-8F0D-4FCF-A9AA-7717E2476521}" dt="2024-02-04T20:11:12.269" v="7" actId="47"/>
          <pc:sldLayoutMkLst>
            <pc:docMk/>
            <pc:sldMasterMk cId="3786389625" sldId="2147483683"/>
            <pc:sldLayoutMk cId="1967705870" sldId="2147483692"/>
          </pc:sldLayoutMkLst>
        </pc:sldLayoutChg>
        <pc:sldLayoutChg chg="del">
          <pc:chgData name="Qu, Chengyi" userId="9f02c3db-5b00-4063-9ad4-7cdd84fdd2bb" providerId="ADAL" clId="{B8A68927-8F0D-4FCF-A9AA-7717E2476521}" dt="2024-02-04T20:11:12.269" v="7" actId="47"/>
          <pc:sldLayoutMkLst>
            <pc:docMk/>
            <pc:sldMasterMk cId="3786389625" sldId="2147483683"/>
            <pc:sldLayoutMk cId="3989082028" sldId="2147483693"/>
          </pc:sldLayoutMkLst>
        </pc:sldLayoutChg>
        <pc:sldLayoutChg chg="del">
          <pc:chgData name="Qu, Chengyi" userId="9f02c3db-5b00-4063-9ad4-7cdd84fdd2bb" providerId="ADAL" clId="{B8A68927-8F0D-4FCF-A9AA-7717E2476521}" dt="2024-02-04T20:11:12.269" v="7" actId="47"/>
          <pc:sldLayoutMkLst>
            <pc:docMk/>
            <pc:sldMasterMk cId="3786389625" sldId="2147483683"/>
            <pc:sldLayoutMk cId="2148730976" sldId="2147483694"/>
          </pc:sldLayoutMkLst>
        </pc:sldLayoutChg>
        <pc:sldLayoutChg chg="del">
          <pc:chgData name="Qu, Chengyi" userId="9f02c3db-5b00-4063-9ad4-7cdd84fdd2bb" providerId="ADAL" clId="{B8A68927-8F0D-4FCF-A9AA-7717E2476521}" dt="2024-02-04T20:11:12.269" v="7" actId="47"/>
          <pc:sldLayoutMkLst>
            <pc:docMk/>
            <pc:sldMasterMk cId="3786389625" sldId="2147483683"/>
            <pc:sldLayoutMk cId="2908134823" sldId="2147483695"/>
          </pc:sldLayoutMkLst>
        </pc:sldLayoutChg>
      </pc:sldMasterChg>
    </pc:docChg>
  </pc:docChgLst>
  <pc:docChgLst>
    <pc:chgData name="Qu, Chengyi" userId="9f02c3db-5b00-4063-9ad4-7cdd84fdd2bb" providerId="ADAL" clId="{4F8D330E-9449-40B6-B919-B7628D282B1D}"/>
    <pc:docChg chg="undo custSel addSld delSld modSld">
      <pc:chgData name="Qu, Chengyi" userId="9f02c3db-5b00-4063-9ad4-7cdd84fdd2bb" providerId="ADAL" clId="{4F8D330E-9449-40B6-B919-B7628D282B1D}" dt="2024-03-19T01:52:27.597" v="69" actId="478"/>
      <pc:docMkLst>
        <pc:docMk/>
      </pc:docMkLst>
      <pc:sldChg chg="del">
        <pc:chgData name="Qu, Chengyi" userId="9f02c3db-5b00-4063-9ad4-7cdd84fdd2bb" providerId="ADAL" clId="{4F8D330E-9449-40B6-B919-B7628D282B1D}" dt="2024-03-17T01:35:27.239" v="0" actId="47"/>
        <pc:sldMkLst>
          <pc:docMk/>
          <pc:sldMk cId="1941321543" sldId="260"/>
        </pc:sldMkLst>
      </pc:sldChg>
      <pc:sldChg chg="delSp modSp add del mod">
        <pc:chgData name="Qu, Chengyi" userId="9f02c3db-5b00-4063-9ad4-7cdd84fdd2bb" providerId="ADAL" clId="{4F8D330E-9449-40B6-B919-B7628D282B1D}" dt="2024-03-19T01:44:50.953" v="27" actId="20577"/>
        <pc:sldMkLst>
          <pc:docMk/>
          <pc:sldMk cId="0" sldId="301"/>
        </pc:sldMkLst>
      </pc:sldChg>
      <pc:sldChg chg="delSp modSp add del mod">
        <pc:chgData name="Qu, Chengyi" userId="9f02c3db-5b00-4063-9ad4-7cdd84fdd2bb" providerId="ADAL" clId="{4F8D330E-9449-40B6-B919-B7628D282B1D}" dt="2024-03-19T01:52:27.597" v="69" actId="478"/>
        <pc:sldMkLst>
          <pc:docMk/>
          <pc:sldMk cId="0" sldId="316"/>
        </pc:sldMkLst>
      </pc:sldChg>
      <pc:sldChg chg="delSp add del">
        <pc:chgData name="Qu, Chengyi" userId="9f02c3db-5b00-4063-9ad4-7cdd84fdd2bb" providerId="ADAL" clId="{4F8D330E-9449-40B6-B919-B7628D282B1D}" dt="2024-03-19T01:44:57.581" v="28" actId="478"/>
        <pc:sldMkLst>
          <pc:docMk/>
          <pc:sldMk cId="0" sldId="317"/>
        </pc:sldMkLst>
      </pc:sldChg>
      <pc:sldChg chg="delSp modSp add del mod">
        <pc:chgData name="Qu, Chengyi" userId="9f02c3db-5b00-4063-9ad4-7cdd84fdd2bb" providerId="ADAL" clId="{4F8D330E-9449-40B6-B919-B7628D282B1D}" dt="2024-03-19T01:45:20.281" v="29" actId="478"/>
        <pc:sldMkLst>
          <pc:docMk/>
          <pc:sldMk cId="1198637909" sldId="318"/>
        </pc:sldMkLst>
      </pc:sldChg>
      <pc:sldChg chg="delSp modSp add del mod">
        <pc:chgData name="Qu, Chengyi" userId="9f02c3db-5b00-4063-9ad4-7cdd84fdd2bb" providerId="ADAL" clId="{4F8D330E-9449-40B6-B919-B7628D282B1D}" dt="2024-03-19T01:47:16.486" v="59" actId="478"/>
        <pc:sldMkLst>
          <pc:docMk/>
          <pc:sldMk cId="1731954912" sldId="319"/>
        </pc:sldMkLst>
      </pc:sldChg>
      <pc:sldChg chg="delSp modSp add del mod">
        <pc:chgData name="Qu, Chengyi" userId="9f02c3db-5b00-4063-9ad4-7cdd84fdd2bb" providerId="ADAL" clId="{4F8D330E-9449-40B6-B919-B7628D282B1D}" dt="2024-03-19T01:48:49.850" v="61" actId="47"/>
        <pc:sldMkLst>
          <pc:docMk/>
          <pc:sldMk cId="571947518" sldId="320"/>
        </pc:sldMkLst>
      </pc:sldChg>
      <pc:sldChg chg="delSp modSp add del mod">
        <pc:chgData name="Qu, Chengyi" userId="9f02c3db-5b00-4063-9ad4-7cdd84fdd2bb" providerId="ADAL" clId="{4F8D330E-9449-40B6-B919-B7628D282B1D}" dt="2024-03-19T01:50:36.682" v="67" actId="478"/>
        <pc:sldMkLst>
          <pc:docMk/>
          <pc:sldMk cId="1328704707" sldId="321"/>
        </pc:sldMkLst>
      </pc:sldChg>
      <pc:sldChg chg="delSp modSp add del mod">
        <pc:chgData name="Qu, Chengyi" userId="9f02c3db-5b00-4063-9ad4-7cdd84fdd2bb" providerId="ADAL" clId="{4F8D330E-9449-40B6-B919-B7628D282B1D}" dt="2024-03-19T01:45:33.242" v="30" actId="478"/>
        <pc:sldMkLst>
          <pc:docMk/>
          <pc:sldMk cId="2037368031" sldId="322"/>
        </pc:sldMkLst>
      </pc:sldChg>
      <pc:sldChg chg="delSp modSp add del mod modNotesTx">
        <pc:chgData name="Qu, Chengyi" userId="9f02c3db-5b00-4063-9ad4-7cdd84fdd2bb" providerId="ADAL" clId="{4F8D330E-9449-40B6-B919-B7628D282B1D}" dt="2024-03-19T01:46:55.504" v="58" actId="20577"/>
        <pc:sldMkLst>
          <pc:docMk/>
          <pc:sldMk cId="871830457" sldId="323"/>
        </pc:sldMkLst>
      </pc:sldChg>
      <pc:sldChg chg="delSp modSp add del mod">
        <pc:chgData name="Qu, Chengyi" userId="9f02c3db-5b00-4063-9ad4-7cdd84fdd2bb" providerId="ADAL" clId="{4F8D330E-9449-40B6-B919-B7628D282B1D}" dt="2024-03-19T01:50:20.953" v="66" actId="47"/>
        <pc:sldMkLst>
          <pc:docMk/>
          <pc:sldMk cId="559762514" sldId="324"/>
        </pc:sldMkLst>
      </pc:sldChg>
      <pc:sldChg chg="delSp modSp add del mod">
        <pc:chgData name="Qu, Chengyi" userId="9f02c3db-5b00-4063-9ad4-7cdd84fdd2bb" providerId="ADAL" clId="{4F8D330E-9449-40B6-B919-B7628D282B1D}" dt="2024-03-19T01:50:20.953" v="66" actId="47"/>
        <pc:sldMkLst>
          <pc:docMk/>
          <pc:sldMk cId="3397629762" sldId="325"/>
        </pc:sldMkLst>
      </pc:sldChg>
      <pc:sldChg chg="delSp modSp add del mod">
        <pc:chgData name="Qu, Chengyi" userId="9f02c3db-5b00-4063-9ad4-7cdd84fdd2bb" providerId="ADAL" clId="{4F8D330E-9449-40B6-B919-B7628D282B1D}" dt="2024-03-19T01:50:20.953" v="66" actId="47"/>
        <pc:sldMkLst>
          <pc:docMk/>
          <pc:sldMk cId="3260139387" sldId="326"/>
        </pc:sldMkLst>
      </pc:sldChg>
      <pc:sldChg chg="modSp add del mod">
        <pc:chgData name="Qu, Chengyi" userId="9f02c3db-5b00-4063-9ad4-7cdd84fdd2bb" providerId="ADAL" clId="{4F8D330E-9449-40B6-B919-B7628D282B1D}" dt="2024-03-19T01:50:20.953" v="66" actId="47"/>
        <pc:sldMkLst>
          <pc:docMk/>
          <pc:sldMk cId="3979185808" sldId="327"/>
        </pc:sldMkLst>
      </pc:sldChg>
      <pc:sldChg chg="modSp add del mod">
        <pc:chgData name="Qu, Chengyi" userId="9f02c3db-5b00-4063-9ad4-7cdd84fdd2bb" providerId="ADAL" clId="{4F8D330E-9449-40B6-B919-B7628D282B1D}" dt="2024-03-19T01:50:20.953" v="66" actId="47"/>
        <pc:sldMkLst>
          <pc:docMk/>
          <pc:sldMk cId="15516918" sldId="328"/>
        </pc:sldMkLst>
      </pc:sldChg>
      <pc:sldChg chg="modSp add del mod">
        <pc:chgData name="Qu, Chengyi" userId="9f02c3db-5b00-4063-9ad4-7cdd84fdd2bb" providerId="ADAL" clId="{4F8D330E-9449-40B6-B919-B7628D282B1D}" dt="2024-03-19T01:50:20.953" v="66" actId="47"/>
        <pc:sldMkLst>
          <pc:docMk/>
          <pc:sldMk cId="1604804935" sldId="329"/>
        </pc:sldMkLst>
      </pc:sldChg>
      <pc:sldChg chg="modSp add del mod">
        <pc:chgData name="Qu, Chengyi" userId="9f02c3db-5b00-4063-9ad4-7cdd84fdd2bb" providerId="ADAL" clId="{4F8D330E-9449-40B6-B919-B7628D282B1D}" dt="2024-03-19T01:48:50.772" v="62" actId="47"/>
        <pc:sldMkLst>
          <pc:docMk/>
          <pc:sldMk cId="2927817868" sldId="330"/>
        </pc:sldMkLst>
      </pc:sldChg>
      <pc:sldChg chg="add del">
        <pc:chgData name="Qu, Chengyi" userId="9f02c3db-5b00-4063-9ad4-7cdd84fdd2bb" providerId="ADAL" clId="{4F8D330E-9449-40B6-B919-B7628D282B1D}" dt="2024-03-17T01:35:35.972" v="4" actId="47"/>
        <pc:sldMkLst>
          <pc:docMk/>
          <pc:sldMk cId="3191549446" sldId="891"/>
        </pc:sldMkLst>
      </pc:sldChg>
      <pc:sldChg chg="add del">
        <pc:chgData name="Qu, Chengyi" userId="9f02c3db-5b00-4063-9ad4-7cdd84fdd2bb" providerId="ADAL" clId="{4F8D330E-9449-40B6-B919-B7628D282B1D}" dt="2024-03-17T01:35:42.767" v="6" actId="47"/>
        <pc:sldMkLst>
          <pc:docMk/>
          <pc:sldMk cId="3706262246" sldId="900"/>
        </pc:sldMkLst>
      </pc:sldChg>
      <pc:sldChg chg="modSp add mod">
        <pc:chgData name="Qu, Chengyi" userId="9f02c3db-5b00-4063-9ad4-7cdd84fdd2bb" providerId="ADAL" clId="{4F8D330E-9449-40B6-B919-B7628D282B1D}" dt="2024-03-17T01:35:45.985" v="7" actId="207"/>
        <pc:sldMkLst>
          <pc:docMk/>
          <pc:sldMk cId="1578691000" sldId="901"/>
        </pc:sldMkLst>
      </pc:sldChg>
      <pc:sldChg chg="modSp add mod">
        <pc:chgData name="Qu, Chengyi" userId="9f02c3db-5b00-4063-9ad4-7cdd84fdd2bb" providerId="ADAL" clId="{4F8D330E-9449-40B6-B919-B7628D282B1D}" dt="2024-03-19T01:43:57.830" v="9" actId="207"/>
        <pc:sldMkLst>
          <pc:docMk/>
          <pc:sldMk cId="2371849521" sldId="902"/>
        </pc:sldMkLst>
      </pc:sldChg>
    </pc:docChg>
  </pc:docChgLst>
  <pc:docChgLst>
    <pc:chgData name="Qu, Chengyi" userId="9f02c3db-5b00-4063-9ad4-7cdd84fdd2bb" providerId="ADAL" clId="{964D3893-4355-49B1-AAD6-1550B921869F}"/>
    <pc:docChg chg="undo modSld">
      <pc:chgData name="Qu, Chengyi" userId="9f02c3db-5b00-4063-9ad4-7cdd84fdd2bb" providerId="ADAL" clId="{964D3893-4355-49B1-AAD6-1550B921869F}" dt="2025-03-10T12:27:30.728" v="24" actId="14100"/>
      <pc:docMkLst>
        <pc:docMk/>
      </pc:docMkLst>
      <pc:sldChg chg="modSp mod">
        <pc:chgData name="Qu, Chengyi" userId="9f02c3db-5b00-4063-9ad4-7cdd84fdd2bb" providerId="ADAL" clId="{964D3893-4355-49B1-AAD6-1550B921869F}" dt="2025-03-10T12:22:20.389" v="1" actId="20577"/>
        <pc:sldMkLst>
          <pc:docMk/>
          <pc:sldMk cId="553553694" sldId="258"/>
        </pc:sldMkLst>
        <pc:spChg chg="mod">
          <ac:chgData name="Qu, Chengyi" userId="9f02c3db-5b00-4063-9ad4-7cdd84fdd2bb" providerId="ADAL" clId="{964D3893-4355-49B1-AAD6-1550B921869F}" dt="2025-03-10T12:22:20.389" v="1" actId="20577"/>
          <ac:spMkLst>
            <pc:docMk/>
            <pc:sldMk cId="553553694" sldId="258"/>
            <ac:spMk id="3" creationId="{C74AC5A7-CF21-681C-AD2A-CAFD76C83228}"/>
          </ac:spMkLst>
        </pc:spChg>
      </pc:sldChg>
      <pc:sldChg chg="modSp mod">
        <pc:chgData name="Qu, Chengyi" userId="9f02c3db-5b00-4063-9ad4-7cdd84fdd2bb" providerId="ADAL" clId="{964D3893-4355-49B1-AAD6-1550B921869F}" dt="2025-03-10T12:22:24.171" v="3" actId="20577"/>
        <pc:sldMkLst>
          <pc:docMk/>
          <pc:sldMk cId="2669928344" sldId="259"/>
        </pc:sldMkLst>
        <pc:spChg chg="mod">
          <ac:chgData name="Qu, Chengyi" userId="9f02c3db-5b00-4063-9ad4-7cdd84fdd2bb" providerId="ADAL" clId="{964D3893-4355-49B1-AAD6-1550B921869F}" dt="2025-03-10T12:22:24.171" v="3" actId="20577"/>
          <ac:spMkLst>
            <pc:docMk/>
            <pc:sldMk cId="2669928344" sldId="259"/>
            <ac:spMk id="3" creationId="{9B939404-9D34-18F4-9D95-C4281E2746EB}"/>
          </ac:spMkLst>
        </pc:spChg>
      </pc:sldChg>
      <pc:sldChg chg="modSp mod">
        <pc:chgData name="Qu, Chengyi" userId="9f02c3db-5b00-4063-9ad4-7cdd84fdd2bb" providerId="ADAL" clId="{964D3893-4355-49B1-AAD6-1550B921869F}" dt="2025-03-10T12:27:30.728" v="24" actId="14100"/>
        <pc:sldMkLst>
          <pc:docMk/>
          <pc:sldMk cId="1328704707" sldId="321"/>
        </pc:sldMkLst>
        <pc:spChg chg="mod">
          <ac:chgData name="Qu, Chengyi" userId="9f02c3db-5b00-4063-9ad4-7cdd84fdd2bb" providerId="ADAL" clId="{964D3893-4355-49B1-AAD6-1550B921869F}" dt="2025-03-10T12:27:30.728" v="24" actId="14100"/>
          <ac:spMkLst>
            <pc:docMk/>
            <pc:sldMk cId="1328704707" sldId="321"/>
            <ac:spMk id="8197" creationId="{8D8F954F-D083-76EF-3664-87699C55FAF5}"/>
          </ac:spMkLst>
        </pc:spChg>
      </pc:sldChg>
      <pc:sldChg chg="modSp mod">
        <pc:chgData name="Qu, Chengyi" userId="9f02c3db-5b00-4063-9ad4-7cdd84fdd2bb" providerId="ADAL" clId="{964D3893-4355-49B1-AAD6-1550B921869F}" dt="2025-03-10T12:22:33.346" v="7" actId="20577"/>
        <pc:sldMkLst>
          <pc:docMk/>
          <pc:sldMk cId="1578691000" sldId="901"/>
        </pc:sldMkLst>
        <pc:spChg chg="mod">
          <ac:chgData name="Qu, Chengyi" userId="9f02c3db-5b00-4063-9ad4-7cdd84fdd2bb" providerId="ADAL" clId="{964D3893-4355-49B1-AAD6-1550B921869F}" dt="2025-03-10T12:22:33.346" v="7" actId="20577"/>
          <ac:spMkLst>
            <pc:docMk/>
            <pc:sldMk cId="1578691000" sldId="901"/>
            <ac:spMk id="3" creationId="{9B939404-9D34-18F4-9D95-C4281E2746EB}"/>
          </ac:spMkLst>
        </pc:spChg>
      </pc:sldChg>
      <pc:sldChg chg="modSp mod">
        <pc:chgData name="Qu, Chengyi" userId="9f02c3db-5b00-4063-9ad4-7cdd84fdd2bb" providerId="ADAL" clId="{964D3893-4355-49B1-AAD6-1550B921869F}" dt="2025-03-10T12:22:27.200" v="5" actId="20577"/>
        <pc:sldMkLst>
          <pc:docMk/>
          <pc:sldMk cId="2371849521" sldId="902"/>
        </pc:sldMkLst>
        <pc:spChg chg="mod">
          <ac:chgData name="Qu, Chengyi" userId="9f02c3db-5b00-4063-9ad4-7cdd84fdd2bb" providerId="ADAL" clId="{964D3893-4355-49B1-AAD6-1550B921869F}" dt="2025-03-10T12:22:27.200" v="5" actId="20577"/>
          <ac:spMkLst>
            <pc:docMk/>
            <pc:sldMk cId="2371849521" sldId="902"/>
            <ac:spMk id="3" creationId="{9B939404-9D34-18F4-9D95-C4281E2746EB}"/>
          </ac:spMkLst>
        </pc:spChg>
      </pc:sldChg>
    </pc:docChg>
  </pc:docChgLst>
  <pc:docChgLst>
    <pc:chgData name="Qu, Chengyi" userId="9f02c3db-5b00-4063-9ad4-7cdd84fdd2bb" providerId="ADAL" clId="{A560A83B-B716-47FE-B9F6-0C2976A5826E}"/>
    <pc:docChg chg="undo custSel addSld delSld modSld delMainMaster">
      <pc:chgData name="Qu, Chengyi" userId="9f02c3db-5b00-4063-9ad4-7cdd84fdd2bb" providerId="ADAL" clId="{A560A83B-B716-47FE-B9F6-0C2976A5826E}" dt="2024-02-13T21:59:31.444" v="213" actId="207"/>
      <pc:docMkLst>
        <pc:docMk/>
      </pc:docMkLst>
      <pc:sldChg chg="add del">
        <pc:chgData name="Qu, Chengyi" userId="9f02c3db-5b00-4063-9ad4-7cdd84fdd2bb" providerId="ADAL" clId="{A560A83B-B716-47FE-B9F6-0C2976A5826E}" dt="2024-02-13T21:59:16.874" v="212"/>
        <pc:sldMkLst>
          <pc:docMk/>
          <pc:sldMk cId="0" sldId="256"/>
        </pc:sldMkLst>
      </pc:sldChg>
      <pc:sldChg chg="modSp mod">
        <pc:chgData name="Qu, Chengyi" userId="9f02c3db-5b00-4063-9ad4-7cdd84fdd2bb" providerId="ADAL" clId="{A560A83B-B716-47FE-B9F6-0C2976A5826E}" dt="2024-02-13T20:02:11.587" v="52" actId="20577"/>
        <pc:sldMkLst>
          <pc:docMk/>
          <pc:sldMk cId="553553694" sldId="258"/>
        </pc:sldMkLst>
      </pc:sldChg>
      <pc:sldChg chg="addSp delSp modSp add del mod">
        <pc:chgData name="Qu, Chengyi" userId="9f02c3db-5b00-4063-9ad4-7cdd84fdd2bb" providerId="ADAL" clId="{A560A83B-B716-47FE-B9F6-0C2976A5826E}" dt="2024-02-13T21:48:38.350" v="124" actId="47"/>
        <pc:sldMkLst>
          <pc:docMk/>
          <pc:sldMk cId="2669928344" sldId="259"/>
        </pc:sldMkLst>
      </pc:sldChg>
      <pc:sldChg chg="addSp delSp modSp add mod modNotes">
        <pc:chgData name="Qu, Chengyi" userId="9f02c3db-5b00-4063-9ad4-7cdd84fdd2bb" providerId="ADAL" clId="{A560A83B-B716-47FE-B9F6-0C2976A5826E}" dt="2024-02-13T21:49:11.785" v="133" actId="1076"/>
        <pc:sldMkLst>
          <pc:docMk/>
          <pc:sldMk cId="1941321543" sldId="260"/>
        </pc:sldMkLst>
      </pc:sldChg>
      <pc:sldChg chg="modSp add del modNotes">
        <pc:chgData name="Qu, Chengyi" userId="9f02c3db-5b00-4063-9ad4-7cdd84fdd2bb" providerId="ADAL" clId="{A560A83B-B716-47FE-B9F6-0C2976A5826E}" dt="2024-02-13T21:49:41.185" v="135"/>
        <pc:sldMkLst>
          <pc:docMk/>
          <pc:sldMk cId="0" sldId="262"/>
        </pc:sldMkLst>
      </pc:sldChg>
      <pc:sldChg chg="modSp add del modNotes">
        <pc:chgData name="Qu, Chengyi" userId="9f02c3db-5b00-4063-9ad4-7cdd84fdd2bb" providerId="ADAL" clId="{A560A83B-B716-47FE-B9F6-0C2976A5826E}" dt="2024-02-13T21:49:41.185" v="135"/>
        <pc:sldMkLst>
          <pc:docMk/>
          <pc:sldMk cId="0" sldId="263"/>
        </pc:sldMkLst>
      </pc:sldChg>
      <pc:sldChg chg="add del">
        <pc:chgData name="Qu, Chengyi" userId="9f02c3db-5b00-4063-9ad4-7cdd84fdd2bb" providerId="ADAL" clId="{A560A83B-B716-47FE-B9F6-0C2976A5826E}" dt="2024-02-13T20:03:07.226" v="67" actId="47"/>
        <pc:sldMkLst>
          <pc:docMk/>
          <pc:sldMk cId="4211329205" sldId="269"/>
        </pc:sldMkLst>
      </pc:sldChg>
      <pc:sldChg chg="modSp add mod">
        <pc:chgData name="Qu, Chengyi" userId="9f02c3db-5b00-4063-9ad4-7cdd84fdd2bb" providerId="ADAL" clId="{A560A83B-B716-47FE-B9F6-0C2976A5826E}" dt="2024-02-13T21:51:03.124" v="179" actId="20577"/>
        <pc:sldMkLst>
          <pc:docMk/>
          <pc:sldMk cId="1111655096" sldId="271"/>
        </pc:sldMkLst>
      </pc:sldChg>
      <pc:sldChg chg="modSp add del mod">
        <pc:chgData name="Qu, Chengyi" userId="9f02c3db-5b00-4063-9ad4-7cdd84fdd2bb" providerId="ADAL" clId="{A560A83B-B716-47FE-B9F6-0C2976A5826E}" dt="2024-02-13T21:51:28.838" v="208" actId="20577"/>
        <pc:sldMkLst>
          <pc:docMk/>
          <pc:sldMk cId="0" sldId="272"/>
        </pc:sldMkLst>
      </pc:sldChg>
      <pc:sldChg chg="del">
        <pc:chgData name="Qu, Chengyi" userId="9f02c3db-5b00-4063-9ad4-7cdd84fdd2bb" providerId="ADAL" clId="{A560A83B-B716-47FE-B9F6-0C2976A5826E}" dt="2024-02-13T21:05:07.936" v="76" actId="47"/>
        <pc:sldMkLst>
          <pc:docMk/>
          <pc:sldMk cId="929726551" sldId="376"/>
        </pc:sldMkLst>
      </pc:sldChg>
      <pc:sldChg chg="modSp add del mod">
        <pc:chgData name="Qu, Chengyi" userId="9f02c3db-5b00-4063-9ad4-7cdd84fdd2bb" providerId="ADAL" clId="{A560A83B-B716-47FE-B9F6-0C2976A5826E}" dt="2024-02-13T20:03:32.607" v="75"/>
        <pc:sldMkLst>
          <pc:docMk/>
          <pc:sldMk cId="874442202" sldId="378"/>
        </pc:sldMkLst>
      </pc:sldChg>
      <pc:sldChg chg="modSp add del">
        <pc:chgData name="Qu, Chengyi" userId="9f02c3db-5b00-4063-9ad4-7cdd84fdd2bb" providerId="ADAL" clId="{A560A83B-B716-47FE-B9F6-0C2976A5826E}" dt="2024-02-13T20:03:32.607" v="75"/>
        <pc:sldMkLst>
          <pc:docMk/>
          <pc:sldMk cId="401799665" sldId="385"/>
        </pc:sldMkLst>
      </pc:sldChg>
      <pc:sldChg chg="add del">
        <pc:chgData name="Qu, Chengyi" userId="9f02c3db-5b00-4063-9ad4-7cdd84fdd2bb" providerId="ADAL" clId="{A560A83B-B716-47FE-B9F6-0C2976A5826E}" dt="2024-02-13T20:03:32.607" v="75"/>
        <pc:sldMkLst>
          <pc:docMk/>
          <pc:sldMk cId="259734074" sldId="409"/>
        </pc:sldMkLst>
      </pc:sldChg>
      <pc:sldChg chg="add del">
        <pc:chgData name="Qu, Chengyi" userId="9f02c3db-5b00-4063-9ad4-7cdd84fdd2bb" providerId="ADAL" clId="{A560A83B-B716-47FE-B9F6-0C2976A5826E}" dt="2024-02-13T20:03:32.607" v="75"/>
        <pc:sldMkLst>
          <pc:docMk/>
          <pc:sldMk cId="3096335365" sldId="411"/>
        </pc:sldMkLst>
      </pc:sldChg>
      <pc:sldChg chg="add del">
        <pc:chgData name="Qu, Chengyi" userId="9f02c3db-5b00-4063-9ad4-7cdd84fdd2bb" providerId="ADAL" clId="{A560A83B-B716-47FE-B9F6-0C2976A5826E}" dt="2024-02-13T20:03:32.607" v="75"/>
        <pc:sldMkLst>
          <pc:docMk/>
          <pc:sldMk cId="874146617" sldId="413"/>
        </pc:sldMkLst>
      </pc:sldChg>
      <pc:sldChg chg="del">
        <pc:chgData name="Qu, Chengyi" userId="9f02c3db-5b00-4063-9ad4-7cdd84fdd2bb" providerId="ADAL" clId="{A560A83B-B716-47FE-B9F6-0C2976A5826E}" dt="2024-02-13T21:05:07.936" v="76" actId="47"/>
        <pc:sldMkLst>
          <pc:docMk/>
          <pc:sldMk cId="3447973014" sldId="415"/>
        </pc:sldMkLst>
      </pc:sldChg>
      <pc:sldChg chg="modSp mod">
        <pc:chgData name="Qu, Chengyi" userId="9f02c3db-5b00-4063-9ad4-7cdd84fdd2bb" providerId="ADAL" clId="{A560A83B-B716-47FE-B9F6-0C2976A5826E}" dt="2024-02-13T21:08:55.126" v="79"/>
        <pc:sldMkLst>
          <pc:docMk/>
          <pc:sldMk cId="680690281" sldId="420"/>
        </pc:sldMkLst>
      </pc:sldChg>
      <pc:sldChg chg="modSp mod">
        <pc:chgData name="Qu, Chengyi" userId="9f02c3db-5b00-4063-9ad4-7cdd84fdd2bb" providerId="ADAL" clId="{A560A83B-B716-47FE-B9F6-0C2976A5826E}" dt="2024-02-13T21:08:58.104" v="81"/>
        <pc:sldMkLst>
          <pc:docMk/>
          <pc:sldMk cId="2559417828" sldId="421"/>
        </pc:sldMkLst>
      </pc:sldChg>
      <pc:sldChg chg="add">
        <pc:chgData name="Qu, Chengyi" userId="9f02c3db-5b00-4063-9ad4-7cdd84fdd2bb" providerId="ADAL" clId="{A560A83B-B716-47FE-B9F6-0C2976A5826E}" dt="2024-02-13T21:08:26.839" v="77"/>
        <pc:sldMkLst>
          <pc:docMk/>
          <pc:sldMk cId="3816176851" sldId="433"/>
        </pc:sldMkLst>
      </pc:sldChg>
      <pc:sldChg chg="add">
        <pc:chgData name="Qu, Chengyi" userId="9f02c3db-5b00-4063-9ad4-7cdd84fdd2bb" providerId="ADAL" clId="{A560A83B-B716-47FE-B9F6-0C2976A5826E}" dt="2024-02-13T21:08:26.839" v="77"/>
        <pc:sldMkLst>
          <pc:docMk/>
          <pc:sldMk cId="1364292571" sldId="434"/>
        </pc:sldMkLst>
      </pc:sldChg>
      <pc:sldChg chg="add">
        <pc:chgData name="Qu, Chengyi" userId="9f02c3db-5b00-4063-9ad4-7cdd84fdd2bb" providerId="ADAL" clId="{A560A83B-B716-47FE-B9F6-0C2976A5826E}" dt="2024-02-13T21:08:26.839" v="77"/>
        <pc:sldMkLst>
          <pc:docMk/>
          <pc:sldMk cId="2735504479" sldId="435"/>
        </pc:sldMkLst>
      </pc:sldChg>
      <pc:sldChg chg="add">
        <pc:chgData name="Qu, Chengyi" userId="9f02c3db-5b00-4063-9ad4-7cdd84fdd2bb" providerId="ADAL" clId="{A560A83B-B716-47FE-B9F6-0C2976A5826E}" dt="2024-02-13T21:08:26.839" v="77"/>
        <pc:sldMkLst>
          <pc:docMk/>
          <pc:sldMk cId="1250773627" sldId="436"/>
        </pc:sldMkLst>
      </pc:sldChg>
      <pc:sldChg chg="add">
        <pc:chgData name="Qu, Chengyi" userId="9f02c3db-5b00-4063-9ad4-7cdd84fdd2bb" providerId="ADAL" clId="{A560A83B-B716-47FE-B9F6-0C2976A5826E}" dt="2024-02-13T21:08:26.839" v="77"/>
        <pc:sldMkLst>
          <pc:docMk/>
          <pc:sldMk cId="763282045" sldId="437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1927004406" sldId="633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3327658120" sldId="634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2072688855" sldId="635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1581542834" sldId="636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3334244613" sldId="637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2570886114" sldId="638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1039379895" sldId="639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1913390666" sldId="640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3742767098" sldId="641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1210879731" sldId="643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3403893922" sldId="644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1668754033" sldId="645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1881150535" sldId="646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456788748" sldId="672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96406873" sldId="673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4154517867" sldId="674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3333933496" sldId="675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715274724" sldId="676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257868271" sldId="677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3746342220" sldId="678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3589473169" sldId="679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3560384563" sldId="680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2417826034" sldId="681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1487987344" sldId="682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2453424196" sldId="683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2152457748" sldId="684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2108412039" sldId="685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3783357540" sldId="686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1311487720" sldId="687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1498789726" sldId="688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777063748" sldId="689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1989709339" sldId="693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1913387589" sldId="694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3744046807" sldId="695"/>
        </pc:sldMkLst>
      </pc:sldChg>
      <pc:sldChg chg="addSp modSp new mod">
        <pc:chgData name="Qu, Chengyi" userId="9f02c3db-5b00-4063-9ad4-7cdd84fdd2bb" providerId="ADAL" clId="{A560A83B-B716-47FE-B9F6-0C2976A5826E}" dt="2024-02-13T20:03:03.158" v="66" actId="14100"/>
        <pc:sldMkLst>
          <pc:docMk/>
          <pc:sldMk cId="2120514358" sldId="1257"/>
        </pc:sldMkLst>
      </pc:sldChg>
      <pc:sldChg chg="modSp add mod">
        <pc:chgData name="Qu, Chengyi" userId="9f02c3db-5b00-4063-9ad4-7cdd84fdd2bb" providerId="ADAL" clId="{A560A83B-B716-47FE-B9F6-0C2976A5826E}" dt="2024-02-13T20:03:22.023" v="71" actId="207"/>
        <pc:sldMkLst>
          <pc:docMk/>
          <pc:sldMk cId="919834031" sldId="1258"/>
        </pc:sldMkLst>
      </pc:sldChg>
      <pc:sldChg chg="addSp delSp modSp new mod">
        <pc:chgData name="Qu, Chengyi" userId="9f02c3db-5b00-4063-9ad4-7cdd84fdd2bb" providerId="ADAL" clId="{A560A83B-B716-47FE-B9F6-0C2976A5826E}" dt="2024-02-13T21:48:56.305" v="128" actId="207"/>
        <pc:sldMkLst>
          <pc:docMk/>
          <pc:sldMk cId="2632825530" sldId="1259"/>
        </pc:sldMkLst>
      </pc:sldChg>
      <pc:sldChg chg="modSp add mod">
        <pc:chgData name="Qu, Chengyi" userId="9f02c3db-5b00-4063-9ad4-7cdd84fdd2bb" providerId="ADAL" clId="{A560A83B-B716-47FE-B9F6-0C2976A5826E}" dt="2024-02-13T21:59:31.444" v="213" actId="207"/>
        <pc:sldMkLst>
          <pc:docMk/>
          <pc:sldMk cId="3745870871" sldId="1260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3507344199" sldId="1265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3209912214" sldId="1266"/>
        </pc:sldMkLst>
      </pc:sldChg>
      <pc:sldMasterChg chg="delSldLayout">
        <pc:chgData name="Qu, Chengyi" userId="9f02c3db-5b00-4063-9ad4-7cdd84fdd2bb" providerId="ADAL" clId="{A560A83B-B716-47FE-B9F6-0C2976A5826E}" dt="2024-02-13T21:48:38.350" v="124" actId="47"/>
        <pc:sldMasterMkLst>
          <pc:docMk/>
          <pc:sldMasterMk cId="816407230" sldId="2147483667"/>
        </pc:sldMasterMkLst>
        <pc:sldLayoutChg chg="del">
          <pc:chgData name="Qu, Chengyi" userId="9f02c3db-5b00-4063-9ad4-7cdd84fdd2bb" providerId="ADAL" clId="{A560A83B-B716-47FE-B9F6-0C2976A5826E}" dt="2024-02-13T21:48:38.350" v="124" actId="47"/>
          <pc:sldLayoutMkLst>
            <pc:docMk/>
            <pc:sldMasterMk cId="816407230" sldId="2147483667"/>
            <pc:sldLayoutMk cId="744208517" sldId="2147483679"/>
          </pc:sldLayoutMkLst>
        </pc:sldLayoutChg>
      </pc:sldMasterChg>
      <pc:sldMasterChg chg="del delSldLayout">
        <pc:chgData name="Qu, Chengyi" userId="9f02c3db-5b00-4063-9ad4-7cdd84fdd2bb" providerId="ADAL" clId="{A560A83B-B716-47FE-B9F6-0C2976A5826E}" dt="2024-02-13T20:01:54.618" v="0" actId="47"/>
        <pc:sldMasterMkLst>
          <pc:docMk/>
          <pc:sldMasterMk cId="1475865050" sldId="2147483667"/>
        </pc:sldMasterMkLst>
        <pc:sldLayoutChg chg="del">
          <pc:chgData name="Qu, Chengyi" userId="9f02c3db-5b00-4063-9ad4-7cdd84fdd2bb" providerId="ADAL" clId="{A560A83B-B716-47FE-B9F6-0C2976A5826E}" dt="2024-02-13T20:01:54.618" v="0" actId="47"/>
          <pc:sldLayoutMkLst>
            <pc:docMk/>
            <pc:sldMasterMk cId="1475865050" sldId="2147483667"/>
            <pc:sldLayoutMk cId="2444572401" sldId="2147483668"/>
          </pc:sldLayoutMkLst>
        </pc:sldLayoutChg>
        <pc:sldLayoutChg chg="del">
          <pc:chgData name="Qu, Chengyi" userId="9f02c3db-5b00-4063-9ad4-7cdd84fdd2bb" providerId="ADAL" clId="{A560A83B-B716-47FE-B9F6-0C2976A5826E}" dt="2024-02-13T20:01:54.618" v="0" actId="47"/>
          <pc:sldLayoutMkLst>
            <pc:docMk/>
            <pc:sldMasterMk cId="1475865050" sldId="2147483667"/>
            <pc:sldLayoutMk cId="2940105053" sldId="2147483669"/>
          </pc:sldLayoutMkLst>
        </pc:sldLayoutChg>
        <pc:sldLayoutChg chg="del">
          <pc:chgData name="Qu, Chengyi" userId="9f02c3db-5b00-4063-9ad4-7cdd84fdd2bb" providerId="ADAL" clId="{A560A83B-B716-47FE-B9F6-0C2976A5826E}" dt="2024-02-13T20:01:54.618" v="0" actId="47"/>
          <pc:sldLayoutMkLst>
            <pc:docMk/>
            <pc:sldMasterMk cId="1475865050" sldId="2147483667"/>
            <pc:sldLayoutMk cId="1453374937" sldId="2147483670"/>
          </pc:sldLayoutMkLst>
        </pc:sldLayoutChg>
        <pc:sldLayoutChg chg="del">
          <pc:chgData name="Qu, Chengyi" userId="9f02c3db-5b00-4063-9ad4-7cdd84fdd2bb" providerId="ADAL" clId="{A560A83B-B716-47FE-B9F6-0C2976A5826E}" dt="2024-02-13T20:01:54.618" v="0" actId="47"/>
          <pc:sldLayoutMkLst>
            <pc:docMk/>
            <pc:sldMasterMk cId="1475865050" sldId="2147483667"/>
            <pc:sldLayoutMk cId="3854693899" sldId="2147483671"/>
          </pc:sldLayoutMkLst>
        </pc:sldLayoutChg>
        <pc:sldLayoutChg chg="del">
          <pc:chgData name="Qu, Chengyi" userId="9f02c3db-5b00-4063-9ad4-7cdd84fdd2bb" providerId="ADAL" clId="{A560A83B-B716-47FE-B9F6-0C2976A5826E}" dt="2024-02-13T20:01:54.618" v="0" actId="47"/>
          <pc:sldLayoutMkLst>
            <pc:docMk/>
            <pc:sldMasterMk cId="1475865050" sldId="2147483667"/>
            <pc:sldLayoutMk cId="3530994955" sldId="2147483672"/>
          </pc:sldLayoutMkLst>
        </pc:sldLayoutChg>
        <pc:sldLayoutChg chg="del">
          <pc:chgData name="Qu, Chengyi" userId="9f02c3db-5b00-4063-9ad4-7cdd84fdd2bb" providerId="ADAL" clId="{A560A83B-B716-47FE-B9F6-0C2976A5826E}" dt="2024-02-13T20:01:54.618" v="0" actId="47"/>
          <pc:sldLayoutMkLst>
            <pc:docMk/>
            <pc:sldMasterMk cId="1475865050" sldId="2147483667"/>
            <pc:sldLayoutMk cId="1291632936" sldId="2147483673"/>
          </pc:sldLayoutMkLst>
        </pc:sldLayoutChg>
        <pc:sldLayoutChg chg="del">
          <pc:chgData name="Qu, Chengyi" userId="9f02c3db-5b00-4063-9ad4-7cdd84fdd2bb" providerId="ADAL" clId="{A560A83B-B716-47FE-B9F6-0C2976A5826E}" dt="2024-02-13T20:01:54.618" v="0" actId="47"/>
          <pc:sldLayoutMkLst>
            <pc:docMk/>
            <pc:sldMasterMk cId="1475865050" sldId="2147483667"/>
            <pc:sldLayoutMk cId="1613750241" sldId="2147483674"/>
          </pc:sldLayoutMkLst>
        </pc:sldLayoutChg>
        <pc:sldLayoutChg chg="del">
          <pc:chgData name="Qu, Chengyi" userId="9f02c3db-5b00-4063-9ad4-7cdd84fdd2bb" providerId="ADAL" clId="{A560A83B-B716-47FE-B9F6-0C2976A5826E}" dt="2024-02-13T20:01:54.618" v="0" actId="47"/>
          <pc:sldLayoutMkLst>
            <pc:docMk/>
            <pc:sldMasterMk cId="1475865050" sldId="2147483667"/>
            <pc:sldLayoutMk cId="1002359994" sldId="2147483675"/>
          </pc:sldLayoutMkLst>
        </pc:sldLayoutChg>
        <pc:sldLayoutChg chg="del">
          <pc:chgData name="Qu, Chengyi" userId="9f02c3db-5b00-4063-9ad4-7cdd84fdd2bb" providerId="ADAL" clId="{A560A83B-B716-47FE-B9F6-0C2976A5826E}" dt="2024-02-13T20:01:54.618" v="0" actId="47"/>
          <pc:sldLayoutMkLst>
            <pc:docMk/>
            <pc:sldMasterMk cId="1475865050" sldId="2147483667"/>
            <pc:sldLayoutMk cId="359564113" sldId="2147483676"/>
          </pc:sldLayoutMkLst>
        </pc:sldLayoutChg>
        <pc:sldLayoutChg chg="del">
          <pc:chgData name="Qu, Chengyi" userId="9f02c3db-5b00-4063-9ad4-7cdd84fdd2bb" providerId="ADAL" clId="{A560A83B-B716-47FE-B9F6-0C2976A5826E}" dt="2024-02-13T20:01:54.618" v="0" actId="47"/>
          <pc:sldLayoutMkLst>
            <pc:docMk/>
            <pc:sldMasterMk cId="1475865050" sldId="2147483667"/>
            <pc:sldLayoutMk cId="1201862995" sldId="2147483677"/>
          </pc:sldLayoutMkLst>
        </pc:sldLayoutChg>
        <pc:sldLayoutChg chg="del">
          <pc:chgData name="Qu, Chengyi" userId="9f02c3db-5b00-4063-9ad4-7cdd84fdd2bb" providerId="ADAL" clId="{A560A83B-B716-47FE-B9F6-0C2976A5826E}" dt="2024-02-13T20:01:54.618" v="0" actId="47"/>
          <pc:sldLayoutMkLst>
            <pc:docMk/>
            <pc:sldMasterMk cId="1475865050" sldId="2147483667"/>
            <pc:sldLayoutMk cId="1346948971" sldId="2147483678"/>
          </pc:sldLayoutMkLst>
        </pc:sldLayoutChg>
        <pc:sldLayoutChg chg="del">
          <pc:chgData name="Qu, Chengyi" userId="9f02c3db-5b00-4063-9ad4-7cdd84fdd2bb" providerId="ADAL" clId="{A560A83B-B716-47FE-B9F6-0C2976A5826E}" dt="2024-02-13T20:01:54.618" v="0" actId="47"/>
          <pc:sldLayoutMkLst>
            <pc:docMk/>
            <pc:sldMasterMk cId="1475865050" sldId="2147483667"/>
            <pc:sldLayoutMk cId="11329931" sldId="2147483679"/>
          </pc:sldLayoutMkLst>
        </pc:sldLayoutChg>
        <pc:sldLayoutChg chg="del">
          <pc:chgData name="Qu, Chengyi" userId="9f02c3db-5b00-4063-9ad4-7cdd84fdd2bb" providerId="ADAL" clId="{A560A83B-B716-47FE-B9F6-0C2976A5826E}" dt="2024-02-13T20:01:54.618" v="0" actId="47"/>
          <pc:sldLayoutMkLst>
            <pc:docMk/>
            <pc:sldMasterMk cId="1475865050" sldId="2147483667"/>
            <pc:sldLayoutMk cId="2793314298" sldId="2147483680"/>
          </pc:sldLayoutMkLst>
        </pc:sldLayoutChg>
      </pc:sldMasterChg>
      <pc:sldMasterChg chg="del delSldLayout">
        <pc:chgData name="Qu, Chengyi" userId="9f02c3db-5b00-4063-9ad4-7cdd84fdd2bb" providerId="ADAL" clId="{A560A83B-B716-47FE-B9F6-0C2976A5826E}" dt="2024-02-13T20:03:07.226" v="67" actId="47"/>
        <pc:sldMasterMkLst>
          <pc:docMk/>
          <pc:sldMasterMk cId="1567201961" sldId="2147483667"/>
        </pc:sldMasterMkLst>
        <pc:sldLayoutChg chg="del">
          <pc:chgData name="Qu, Chengyi" userId="9f02c3db-5b00-4063-9ad4-7cdd84fdd2bb" providerId="ADAL" clId="{A560A83B-B716-47FE-B9F6-0C2976A5826E}" dt="2024-02-13T20:03:07.226" v="67" actId="47"/>
          <pc:sldLayoutMkLst>
            <pc:docMk/>
            <pc:sldMasterMk cId="1567201961" sldId="2147483667"/>
            <pc:sldLayoutMk cId="2673062084" sldId="2147483668"/>
          </pc:sldLayoutMkLst>
        </pc:sldLayoutChg>
        <pc:sldLayoutChg chg="del">
          <pc:chgData name="Qu, Chengyi" userId="9f02c3db-5b00-4063-9ad4-7cdd84fdd2bb" providerId="ADAL" clId="{A560A83B-B716-47FE-B9F6-0C2976A5826E}" dt="2024-02-13T20:03:07.226" v="67" actId="47"/>
          <pc:sldLayoutMkLst>
            <pc:docMk/>
            <pc:sldMasterMk cId="1567201961" sldId="2147483667"/>
            <pc:sldLayoutMk cId="338622289" sldId="2147483669"/>
          </pc:sldLayoutMkLst>
        </pc:sldLayoutChg>
        <pc:sldLayoutChg chg="del">
          <pc:chgData name="Qu, Chengyi" userId="9f02c3db-5b00-4063-9ad4-7cdd84fdd2bb" providerId="ADAL" clId="{A560A83B-B716-47FE-B9F6-0C2976A5826E}" dt="2024-02-13T20:03:07.226" v="67" actId="47"/>
          <pc:sldLayoutMkLst>
            <pc:docMk/>
            <pc:sldMasterMk cId="1567201961" sldId="2147483667"/>
            <pc:sldLayoutMk cId="1346471507" sldId="2147483670"/>
          </pc:sldLayoutMkLst>
        </pc:sldLayoutChg>
        <pc:sldLayoutChg chg="del">
          <pc:chgData name="Qu, Chengyi" userId="9f02c3db-5b00-4063-9ad4-7cdd84fdd2bb" providerId="ADAL" clId="{A560A83B-B716-47FE-B9F6-0C2976A5826E}" dt="2024-02-13T20:03:07.226" v="67" actId="47"/>
          <pc:sldLayoutMkLst>
            <pc:docMk/>
            <pc:sldMasterMk cId="1567201961" sldId="2147483667"/>
            <pc:sldLayoutMk cId="2421656378" sldId="2147483671"/>
          </pc:sldLayoutMkLst>
        </pc:sldLayoutChg>
        <pc:sldLayoutChg chg="del">
          <pc:chgData name="Qu, Chengyi" userId="9f02c3db-5b00-4063-9ad4-7cdd84fdd2bb" providerId="ADAL" clId="{A560A83B-B716-47FE-B9F6-0C2976A5826E}" dt="2024-02-13T20:03:07.226" v="67" actId="47"/>
          <pc:sldLayoutMkLst>
            <pc:docMk/>
            <pc:sldMasterMk cId="1567201961" sldId="2147483667"/>
            <pc:sldLayoutMk cId="1146002619" sldId="2147483672"/>
          </pc:sldLayoutMkLst>
        </pc:sldLayoutChg>
        <pc:sldLayoutChg chg="del">
          <pc:chgData name="Qu, Chengyi" userId="9f02c3db-5b00-4063-9ad4-7cdd84fdd2bb" providerId="ADAL" clId="{A560A83B-B716-47FE-B9F6-0C2976A5826E}" dt="2024-02-13T20:03:07.226" v="67" actId="47"/>
          <pc:sldLayoutMkLst>
            <pc:docMk/>
            <pc:sldMasterMk cId="1567201961" sldId="2147483667"/>
            <pc:sldLayoutMk cId="4140492032" sldId="2147483673"/>
          </pc:sldLayoutMkLst>
        </pc:sldLayoutChg>
        <pc:sldLayoutChg chg="del">
          <pc:chgData name="Qu, Chengyi" userId="9f02c3db-5b00-4063-9ad4-7cdd84fdd2bb" providerId="ADAL" clId="{A560A83B-B716-47FE-B9F6-0C2976A5826E}" dt="2024-02-13T20:03:07.226" v="67" actId="47"/>
          <pc:sldLayoutMkLst>
            <pc:docMk/>
            <pc:sldMasterMk cId="1567201961" sldId="2147483667"/>
            <pc:sldLayoutMk cId="2440570319" sldId="2147483674"/>
          </pc:sldLayoutMkLst>
        </pc:sldLayoutChg>
        <pc:sldLayoutChg chg="del">
          <pc:chgData name="Qu, Chengyi" userId="9f02c3db-5b00-4063-9ad4-7cdd84fdd2bb" providerId="ADAL" clId="{A560A83B-B716-47FE-B9F6-0C2976A5826E}" dt="2024-02-13T20:03:07.226" v="67" actId="47"/>
          <pc:sldLayoutMkLst>
            <pc:docMk/>
            <pc:sldMasterMk cId="1567201961" sldId="2147483667"/>
            <pc:sldLayoutMk cId="896675004" sldId="2147483675"/>
          </pc:sldLayoutMkLst>
        </pc:sldLayoutChg>
        <pc:sldLayoutChg chg="del">
          <pc:chgData name="Qu, Chengyi" userId="9f02c3db-5b00-4063-9ad4-7cdd84fdd2bb" providerId="ADAL" clId="{A560A83B-B716-47FE-B9F6-0C2976A5826E}" dt="2024-02-13T20:03:07.226" v="67" actId="47"/>
          <pc:sldLayoutMkLst>
            <pc:docMk/>
            <pc:sldMasterMk cId="1567201961" sldId="2147483667"/>
            <pc:sldLayoutMk cId="2809519200" sldId="2147483676"/>
          </pc:sldLayoutMkLst>
        </pc:sldLayoutChg>
        <pc:sldLayoutChg chg="del">
          <pc:chgData name="Qu, Chengyi" userId="9f02c3db-5b00-4063-9ad4-7cdd84fdd2bb" providerId="ADAL" clId="{A560A83B-B716-47FE-B9F6-0C2976A5826E}" dt="2024-02-13T20:03:07.226" v="67" actId="47"/>
          <pc:sldLayoutMkLst>
            <pc:docMk/>
            <pc:sldMasterMk cId="1567201961" sldId="2147483667"/>
            <pc:sldLayoutMk cId="2988825617" sldId="2147483677"/>
          </pc:sldLayoutMkLst>
        </pc:sldLayoutChg>
        <pc:sldLayoutChg chg="del">
          <pc:chgData name="Qu, Chengyi" userId="9f02c3db-5b00-4063-9ad4-7cdd84fdd2bb" providerId="ADAL" clId="{A560A83B-B716-47FE-B9F6-0C2976A5826E}" dt="2024-02-13T20:03:07.226" v="67" actId="47"/>
          <pc:sldLayoutMkLst>
            <pc:docMk/>
            <pc:sldMasterMk cId="1567201961" sldId="2147483667"/>
            <pc:sldLayoutMk cId="3932843405" sldId="2147483678"/>
          </pc:sldLayoutMkLst>
        </pc:sldLayoutChg>
      </pc:sldMasterChg>
    </pc:docChg>
  </pc:docChgLst>
  <pc:docChgLst>
    <pc:chgData name="Qu, Chengyi" userId="9f02c3db-5b00-4063-9ad4-7cdd84fdd2bb" providerId="ADAL" clId="{397B8C19-8C06-4BDE-A892-FDAC9BE24FA4}"/>
    <pc:docChg chg="undo custSel addSld delSld modSld delMainMaster">
      <pc:chgData name="Qu, Chengyi" userId="9f02c3db-5b00-4063-9ad4-7cdd84fdd2bb" providerId="ADAL" clId="{397B8C19-8C06-4BDE-A892-FDAC9BE24FA4}" dt="2024-02-12T02:06:05.828" v="155" actId="207"/>
      <pc:docMkLst>
        <pc:docMk/>
      </pc:docMkLst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1672428454" sldId="260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3926442091" sldId="278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31746736" sldId="392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3184566003" sldId="393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1671043101" sldId="394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4219989565" sldId="395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1790099490" sldId="396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3002205896" sldId="398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1342671193" sldId="399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646371862" sldId="400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3946897576" sldId="401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3446725777" sldId="418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928474287" sldId="419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3460760720" sldId="421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2216415802" sldId="422"/>
        </pc:sldMkLst>
      </pc:sldChg>
      <pc:sldChg chg="delSp modSp add del mod delAnim">
        <pc:chgData name="Qu, Chengyi" userId="9f02c3db-5b00-4063-9ad4-7cdd84fdd2bb" providerId="ADAL" clId="{397B8C19-8C06-4BDE-A892-FDAC9BE24FA4}" dt="2024-02-11T21:53:37.163" v="13" actId="478"/>
        <pc:sldMkLst>
          <pc:docMk/>
          <pc:sldMk cId="1927004406" sldId="633"/>
        </pc:sldMkLst>
      </pc:sldChg>
      <pc:sldChg chg="modSp add del">
        <pc:chgData name="Qu, Chengyi" userId="9f02c3db-5b00-4063-9ad4-7cdd84fdd2bb" providerId="ADAL" clId="{397B8C19-8C06-4BDE-A892-FDAC9BE24FA4}" dt="2024-02-11T21:51:32.163" v="9"/>
        <pc:sldMkLst>
          <pc:docMk/>
          <pc:sldMk cId="3327658120" sldId="634"/>
        </pc:sldMkLst>
      </pc:sldChg>
      <pc:sldChg chg="modSp add del">
        <pc:chgData name="Qu, Chengyi" userId="9f02c3db-5b00-4063-9ad4-7cdd84fdd2bb" providerId="ADAL" clId="{397B8C19-8C06-4BDE-A892-FDAC9BE24FA4}" dt="2024-02-11T21:51:32.163" v="9"/>
        <pc:sldMkLst>
          <pc:docMk/>
          <pc:sldMk cId="2072688855" sldId="635"/>
        </pc:sldMkLst>
      </pc:sldChg>
      <pc:sldChg chg="modSp add del">
        <pc:chgData name="Qu, Chengyi" userId="9f02c3db-5b00-4063-9ad4-7cdd84fdd2bb" providerId="ADAL" clId="{397B8C19-8C06-4BDE-A892-FDAC9BE24FA4}" dt="2024-02-11T21:51:32.163" v="9"/>
        <pc:sldMkLst>
          <pc:docMk/>
          <pc:sldMk cId="1581542834" sldId="636"/>
        </pc:sldMkLst>
      </pc:sldChg>
      <pc:sldChg chg="modSp add del">
        <pc:chgData name="Qu, Chengyi" userId="9f02c3db-5b00-4063-9ad4-7cdd84fdd2bb" providerId="ADAL" clId="{397B8C19-8C06-4BDE-A892-FDAC9BE24FA4}" dt="2024-02-11T21:51:32.163" v="9"/>
        <pc:sldMkLst>
          <pc:docMk/>
          <pc:sldMk cId="3334244613" sldId="637"/>
        </pc:sldMkLst>
      </pc:sldChg>
      <pc:sldChg chg="add del">
        <pc:chgData name="Qu, Chengyi" userId="9f02c3db-5b00-4063-9ad4-7cdd84fdd2bb" providerId="ADAL" clId="{397B8C19-8C06-4BDE-A892-FDAC9BE24FA4}" dt="2024-02-11T21:51:32.163" v="9"/>
        <pc:sldMkLst>
          <pc:docMk/>
          <pc:sldMk cId="2570886114" sldId="638"/>
        </pc:sldMkLst>
      </pc:sldChg>
      <pc:sldChg chg="add del">
        <pc:chgData name="Qu, Chengyi" userId="9f02c3db-5b00-4063-9ad4-7cdd84fdd2bb" providerId="ADAL" clId="{397B8C19-8C06-4BDE-A892-FDAC9BE24FA4}" dt="2024-02-11T21:51:32.163" v="9"/>
        <pc:sldMkLst>
          <pc:docMk/>
          <pc:sldMk cId="1039379895" sldId="639"/>
        </pc:sldMkLst>
      </pc:sldChg>
      <pc:sldChg chg="add del">
        <pc:chgData name="Qu, Chengyi" userId="9f02c3db-5b00-4063-9ad4-7cdd84fdd2bb" providerId="ADAL" clId="{397B8C19-8C06-4BDE-A892-FDAC9BE24FA4}" dt="2024-02-11T21:51:32.163" v="9"/>
        <pc:sldMkLst>
          <pc:docMk/>
          <pc:sldMk cId="1913390666" sldId="640"/>
        </pc:sldMkLst>
      </pc:sldChg>
      <pc:sldChg chg="addSp modSp add del mod">
        <pc:chgData name="Qu, Chengyi" userId="9f02c3db-5b00-4063-9ad4-7cdd84fdd2bb" providerId="ADAL" clId="{397B8C19-8C06-4BDE-A892-FDAC9BE24FA4}" dt="2024-02-11T22:10:58.364" v="96" actId="20577"/>
        <pc:sldMkLst>
          <pc:docMk/>
          <pc:sldMk cId="3742767098" sldId="641"/>
        </pc:sldMkLst>
      </pc:sldChg>
      <pc:sldChg chg="modSp add del mod">
        <pc:chgData name="Qu, Chengyi" userId="9f02c3db-5b00-4063-9ad4-7cdd84fdd2bb" providerId="ADAL" clId="{397B8C19-8C06-4BDE-A892-FDAC9BE24FA4}" dt="2024-02-11T21:51:32.163" v="9"/>
        <pc:sldMkLst>
          <pc:docMk/>
          <pc:sldMk cId="1210879731" sldId="643"/>
        </pc:sldMkLst>
      </pc:sldChg>
      <pc:sldChg chg="modSp add del mod modNotesTx">
        <pc:chgData name="Qu, Chengyi" userId="9f02c3db-5b00-4063-9ad4-7cdd84fdd2bb" providerId="ADAL" clId="{397B8C19-8C06-4BDE-A892-FDAC9BE24FA4}" dt="2024-02-11T22:29:31.245" v="149"/>
        <pc:sldMkLst>
          <pc:docMk/>
          <pc:sldMk cId="3403893922" sldId="644"/>
        </pc:sldMkLst>
      </pc:sldChg>
      <pc:sldChg chg="add del">
        <pc:chgData name="Qu, Chengyi" userId="9f02c3db-5b00-4063-9ad4-7cdd84fdd2bb" providerId="ADAL" clId="{397B8C19-8C06-4BDE-A892-FDAC9BE24FA4}" dt="2024-02-11T21:51:32.163" v="9"/>
        <pc:sldMkLst>
          <pc:docMk/>
          <pc:sldMk cId="1668754033" sldId="645"/>
        </pc:sldMkLst>
      </pc:sldChg>
      <pc:sldChg chg="add del">
        <pc:chgData name="Qu, Chengyi" userId="9f02c3db-5b00-4063-9ad4-7cdd84fdd2bb" providerId="ADAL" clId="{397B8C19-8C06-4BDE-A892-FDAC9BE24FA4}" dt="2024-02-11T21:51:32.163" v="9"/>
        <pc:sldMkLst>
          <pc:docMk/>
          <pc:sldMk cId="1881150535" sldId="646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456788748" sldId="672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96406873" sldId="673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4154517867" sldId="674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3333933496" sldId="675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715274724" sldId="676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257868271" sldId="677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3746342220" sldId="678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3589473169" sldId="679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3560384563" sldId="680"/>
        </pc:sldMkLst>
      </pc:sldChg>
      <pc:sldChg chg="add del modNotes modNotesTx">
        <pc:chgData name="Qu, Chengyi" userId="9f02c3db-5b00-4063-9ad4-7cdd84fdd2bb" providerId="ADAL" clId="{397B8C19-8C06-4BDE-A892-FDAC9BE24FA4}" dt="2024-02-11T22:38:27.540" v="151"/>
        <pc:sldMkLst>
          <pc:docMk/>
          <pc:sldMk cId="2417826034" sldId="681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1487987344" sldId="682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2453424196" sldId="683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2152457748" sldId="684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2108412039" sldId="685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3783357540" sldId="686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1311487720" sldId="687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1498789726" sldId="688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777063748" sldId="689"/>
        </pc:sldMkLst>
      </pc:sldChg>
      <pc:sldChg chg="add del">
        <pc:chgData name="Qu, Chengyi" userId="9f02c3db-5b00-4063-9ad4-7cdd84fdd2bb" providerId="ADAL" clId="{397B8C19-8C06-4BDE-A892-FDAC9BE24FA4}" dt="2024-02-12T00:48:33.795" v="152" actId="47"/>
        <pc:sldMkLst>
          <pc:docMk/>
          <pc:sldMk cId="4116137758" sldId="690"/>
        </pc:sldMkLst>
      </pc:sldChg>
      <pc:sldChg chg="add del">
        <pc:chgData name="Qu, Chengyi" userId="9f02c3db-5b00-4063-9ad4-7cdd84fdd2bb" providerId="ADAL" clId="{397B8C19-8C06-4BDE-A892-FDAC9BE24FA4}" dt="2024-02-12T00:48:33.795" v="152" actId="47"/>
        <pc:sldMkLst>
          <pc:docMk/>
          <pc:sldMk cId="474055754" sldId="691"/>
        </pc:sldMkLst>
      </pc:sldChg>
      <pc:sldChg chg="add del">
        <pc:chgData name="Qu, Chengyi" userId="9f02c3db-5b00-4063-9ad4-7cdd84fdd2bb" providerId="ADAL" clId="{397B8C19-8C06-4BDE-A892-FDAC9BE24FA4}" dt="2024-02-12T00:48:33.795" v="152" actId="47"/>
        <pc:sldMkLst>
          <pc:docMk/>
          <pc:sldMk cId="460341792" sldId="692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1989709339" sldId="693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1913387589" sldId="694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3744046807" sldId="695"/>
        </pc:sldMkLst>
      </pc:sldChg>
      <pc:sldChg chg="add del">
        <pc:chgData name="Qu, Chengyi" userId="9f02c3db-5b00-4063-9ad4-7cdd84fdd2bb" providerId="ADAL" clId="{397B8C19-8C06-4BDE-A892-FDAC9BE24FA4}" dt="2024-02-12T00:48:33.795" v="152" actId="47"/>
        <pc:sldMkLst>
          <pc:docMk/>
          <pc:sldMk cId="2377650407" sldId="696"/>
        </pc:sldMkLst>
      </pc:sldChg>
      <pc:sldChg chg="add del">
        <pc:chgData name="Qu, Chengyi" userId="9f02c3db-5b00-4063-9ad4-7cdd84fdd2bb" providerId="ADAL" clId="{397B8C19-8C06-4BDE-A892-FDAC9BE24FA4}" dt="2024-02-12T00:48:33.795" v="152" actId="47"/>
        <pc:sldMkLst>
          <pc:docMk/>
          <pc:sldMk cId="1774760496" sldId="697"/>
        </pc:sldMkLst>
      </pc:sldChg>
      <pc:sldChg chg="add del">
        <pc:chgData name="Qu, Chengyi" userId="9f02c3db-5b00-4063-9ad4-7cdd84fdd2bb" providerId="ADAL" clId="{397B8C19-8C06-4BDE-A892-FDAC9BE24FA4}" dt="2024-02-11T21:52:36.183" v="12" actId="47"/>
        <pc:sldMkLst>
          <pc:docMk/>
          <pc:sldMk cId="1361360619" sldId="698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684431789" sldId="701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2889163335" sldId="702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3651479284" sldId="703"/>
        </pc:sldMkLst>
      </pc:sldChg>
      <pc:sldChg chg="modSp mod">
        <pc:chgData name="Qu, Chengyi" userId="9f02c3db-5b00-4063-9ad4-7cdd84fdd2bb" providerId="ADAL" clId="{397B8C19-8C06-4BDE-A892-FDAC9BE24FA4}" dt="2024-02-11T21:50:20.772" v="2" actId="207"/>
        <pc:sldMkLst>
          <pc:docMk/>
          <pc:sldMk cId="3507344199" sldId="1265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1996591682" sldId="1266"/>
        </pc:sldMkLst>
      </pc:sldChg>
      <pc:sldChg chg="modSp add mod">
        <pc:chgData name="Qu, Chengyi" userId="9f02c3db-5b00-4063-9ad4-7cdd84fdd2bb" providerId="ADAL" clId="{397B8C19-8C06-4BDE-A892-FDAC9BE24FA4}" dt="2024-02-12T02:06:05.828" v="155" actId="207"/>
        <pc:sldMkLst>
          <pc:docMk/>
          <pc:sldMk cId="3209912214" sldId="1266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1438909993" sldId="1267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3416110985" sldId="1268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2561194058" sldId="1269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2354105606" sldId="1270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1052560923" sldId="1271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1187497349" sldId="1272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1285252224" sldId="1273"/>
        </pc:sldMkLst>
      </pc:sldChg>
      <pc:sldMasterChg chg="del delSldLayout">
        <pc:chgData name="Qu, Chengyi" userId="9f02c3db-5b00-4063-9ad4-7cdd84fdd2bb" providerId="ADAL" clId="{397B8C19-8C06-4BDE-A892-FDAC9BE24FA4}" dt="2024-02-11T21:50:24.593" v="3" actId="47"/>
        <pc:sldMasterMkLst>
          <pc:docMk/>
          <pc:sldMasterMk cId="3956959006" sldId="2147483683"/>
        </pc:sldMasterMkLst>
        <pc:sldLayoutChg chg="del">
          <pc:chgData name="Qu, Chengyi" userId="9f02c3db-5b00-4063-9ad4-7cdd84fdd2bb" providerId="ADAL" clId="{397B8C19-8C06-4BDE-A892-FDAC9BE24FA4}" dt="2024-02-11T21:50:24.593" v="3" actId="47"/>
          <pc:sldLayoutMkLst>
            <pc:docMk/>
            <pc:sldMasterMk cId="3956959006" sldId="2147483683"/>
            <pc:sldLayoutMk cId="124677316" sldId="2147483684"/>
          </pc:sldLayoutMkLst>
        </pc:sldLayoutChg>
        <pc:sldLayoutChg chg="del">
          <pc:chgData name="Qu, Chengyi" userId="9f02c3db-5b00-4063-9ad4-7cdd84fdd2bb" providerId="ADAL" clId="{397B8C19-8C06-4BDE-A892-FDAC9BE24FA4}" dt="2024-02-11T21:50:24.593" v="3" actId="47"/>
          <pc:sldLayoutMkLst>
            <pc:docMk/>
            <pc:sldMasterMk cId="3956959006" sldId="2147483683"/>
            <pc:sldLayoutMk cId="2258750162" sldId="2147483685"/>
          </pc:sldLayoutMkLst>
        </pc:sldLayoutChg>
        <pc:sldLayoutChg chg="del">
          <pc:chgData name="Qu, Chengyi" userId="9f02c3db-5b00-4063-9ad4-7cdd84fdd2bb" providerId="ADAL" clId="{397B8C19-8C06-4BDE-A892-FDAC9BE24FA4}" dt="2024-02-11T21:50:24.593" v="3" actId="47"/>
          <pc:sldLayoutMkLst>
            <pc:docMk/>
            <pc:sldMasterMk cId="3956959006" sldId="2147483683"/>
            <pc:sldLayoutMk cId="974488293" sldId="2147483686"/>
          </pc:sldLayoutMkLst>
        </pc:sldLayoutChg>
        <pc:sldLayoutChg chg="del">
          <pc:chgData name="Qu, Chengyi" userId="9f02c3db-5b00-4063-9ad4-7cdd84fdd2bb" providerId="ADAL" clId="{397B8C19-8C06-4BDE-A892-FDAC9BE24FA4}" dt="2024-02-11T21:50:24.593" v="3" actId="47"/>
          <pc:sldLayoutMkLst>
            <pc:docMk/>
            <pc:sldMasterMk cId="3956959006" sldId="2147483683"/>
            <pc:sldLayoutMk cId="3891729509" sldId="2147483687"/>
          </pc:sldLayoutMkLst>
        </pc:sldLayoutChg>
        <pc:sldLayoutChg chg="del">
          <pc:chgData name="Qu, Chengyi" userId="9f02c3db-5b00-4063-9ad4-7cdd84fdd2bb" providerId="ADAL" clId="{397B8C19-8C06-4BDE-A892-FDAC9BE24FA4}" dt="2024-02-11T21:50:24.593" v="3" actId="47"/>
          <pc:sldLayoutMkLst>
            <pc:docMk/>
            <pc:sldMasterMk cId="3956959006" sldId="2147483683"/>
            <pc:sldLayoutMk cId="2437564073" sldId="2147483688"/>
          </pc:sldLayoutMkLst>
        </pc:sldLayoutChg>
        <pc:sldLayoutChg chg="del">
          <pc:chgData name="Qu, Chengyi" userId="9f02c3db-5b00-4063-9ad4-7cdd84fdd2bb" providerId="ADAL" clId="{397B8C19-8C06-4BDE-A892-FDAC9BE24FA4}" dt="2024-02-11T21:50:24.593" v="3" actId="47"/>
          <pc:sldLayoutMkLst>
            <pc:docMk/>
            <pc:sldMasterMk cId="3956959006" sldId="2147483683"/>
            <pc:sldLayoutMk cId="2655653278" sldId="2147483689"/>
          </pc:sldLayoutMkLst>
        </pc:sldLayoutChg>
        <pc:sldLayoutChg chg="del">
          <pc:chgData name="Qu, Chengyi" userId="9f02c3db-5b00-4063-9ad4-7cdd84fdd2bb" providerId="ADAL" clId="{397B8C19-8C06-4BDE-A892-FDAC9BE24FA4}" dt="2024-02-11T21:50:24.593" v="3" actId="47"/>
          <pc:sldLayoutMkLst>
            <pc:docMk/>
            <pc:sldMasterMk cId="3956959006" sldId="2147483683"/>
            <pc:sldLayoutMk cId="3132126416" sldId="2147483690"/>
          </pc:sldLayoutMkLst>
        </pc:sldLayoutChg>
        <pc:sldLayoutChg chg="del">
          <pc:chgData name="Qu, Chengyi" userId="9f02c3db-5b00-4063-9ad4-7cdd84fdd2bb" providerId="ADAL" clId="{397B8C19-8C06-4BDE-A892-FDAC9BE24FA4}" dt="2024-02-11T21:50:24.593" v="3" actId="47"/>
          <pc:sldLayoutMkLst>
            <pc:docMk/>
            <pc:sldMasterMk cId="3956959006" sldId="2147483683"/>
            <pc:sldLayoutMk cId="1157330065" sldId="2147483691"/>
          </pc:sldLayoutMkLst>
        </pc:sldLayoutChg>
        <pc:sldLayoutChg chg="del">
          <pc:chgData name="Qu, Chengyi" userId="9f02c3db-5b00-4063-9ad4-7cdd84fdd2bb" providerId="ADAL" clId="{397B8C19-8C06-4BDE-A892-FDAC9BE24FA4}" dt="2024-02-11T21:50:24.593" v="3" actId="47"/>
          <pc:sldLayoutMkLst>
            <pc:docMk/>
            <pc:sldMasterMk cId="3956959006" sldId="2147483683"/>
            <pc:sldLayoutMk cId="1914932427" sldId="2147483692"/>
          </pc:sldLayoutMkLst>
        </pc:sldLayoutChg>
        <pc:sldLayoutChg chg="del">
          <pc:chgData name="Qu, Chengyi" userId="9f02c3db-5b00-4063-9ad4-7cdd84fdd2bb" providerId="ADAL" clId="{397B8C19-8C06-4BDE-A892-FDAC9BE24FA4}" dt="2024-02-11T21:50:24.593" v="3" actId="47"/>
          <pc:sldLayoutMkLst>
            <pc:docMk/>
            <pc:sldMasterMk cId="3956959006" sldId="2147483683"/>
            <pc:sldLayoutMk cId="683540054" sldId="2147483693"/>
          </pc:sldLayoutMkLst>
        </pc:sldLayoutChg>
        <pc:sldLayoutChg chg="del">
          <pc:chgData name="Qu, Chengyi" userId="9f02c3db-5b00-4063-9ad4-7cdd84fdd2bb" providerId="ADAL" clId="{397B8C19-8C06-4BDE-A892-FDAC9BE24FA4}" dt="2024-02-11T21:50:24.593" v="3" actId="47"/>
          <pc:sldLayoutMkLst>
            <pc:docMk/>
            <pc:sldMasterMk cId="3956959006" sldId="2147483683"/>
            <pc:sldLayoutMk cId="1556580992" sldId="2147483694"/>
          </pc:sldLayoutMkLst>
        </pc:sldLayoutChg>
        <pc:sldLayoutChg chg="del">
          <pc:chgData name="Qu, Chengyi" userId="9f02c3db-5b00-4063-9ad4-7cdd84fdd2bb" providerId="ADAL" clId="{397B8C19-8C06-4BDE-A892-FDAC9BE24FA4}" dt="2024-02-11T21:50:24.593" v="3" actId="47"/>
          <pc:sldLayoutMkLst>
            <pc:docMk/>
            <pc:sldMasterMk cId="3956959006" sldId="2147483683"/>
            <pc:sldLayoutMk cId="146637938" sldId="2147483695"/>
          </pc:sldLayoutMkLst>
        </pc:sldLayoutChg>
        <pc:sldLayoutChg chg="del">
          <pc:chgData name="Qu, Chengyi" userId="9f02c3db-5b00-4063-9ad4-7cdd84fdd2bb" providerId="ADAL" clId="{397B8C19-8C06-4BDE-A892-FDAC9BE24FA4}" dt="2024-02-11T21:50:24.593" v="3" actId="47"/>
          <pc:sldLayoutMkLst>
            <pc:docMk/>
            <pc:sldMasterMk cId="3956959006" sldId="2147483683"/>
            <pc:sldLayoutMk cId="1434463460" sldId="2147483696"/>
          </pc:sldLayoutMkLst>
        </pc:sldLayoutChg>
      </pc:sldMasterChg>
    </pc:docChg>
  </pc:docChgLst>
  <pc:docChgLst>
    <pc:chgData name="Qu, Chengyi" userId="9f02c3db-5b00-4063-9ad4-7cdd84fdd2bb" providerId="ADAL" clId="{1F24A312-CE90-46DA-8B2A-8596C84ACAA4}"/>
    <pc:docChg chg="undo custSel addSld delSld modSld sldOrd">
      <pc:chgData name="Qu, Chengyi" userId="9f02c3db-5b00-4063-9ad4-7cdd84fdd2bb" providerId="ADAL" clId="{1F24A312-CE90-46DA-8B2A-8596C84ACAA4}" dt="2024-01-28T20:05:13.466" v="368" actId="20577"/>
      <pc:docMkLst>
        <pc:docMk/>
      </pc:docMkLst>
      <pc:sldChg chg="modSp add mod">
        <pc:chgData name="Qu, Chengyi" userId="9f02c3db-5b00-4063-9ad4-7cdd84fdd2bb" providerId="ADAL" clId="{1F24A312-CE90-46DA-8B2A-8596C84ACAA4}" dt="2024-01-28T20:05:13.466" v="368" actId="20577"/>
        <pc:sldMkLst>
          <pc:docMk/>
          <pc:sldMk cId="0" sldId="256"/>
        </pc:sldMkLst>
      </pc:sldChg>
      <pc:sldChg chg="del">
        <pc:chgData name="Qu, Chengyi" userId="9f02c3db-5b00-4063-9ad4-7cdd84fdd2bb" providerId="ADAL" clId="{1F24A312-CE90-46DA-8B2A-8596C84ACAA4}" dt="2024-01-27T02:55:56.805" v="0" actId="47"/>
        <pc:sldMkLst>
          <pc:docMk/>
          <pc:sldMk cId="1990146364" sldId="259"/>
        </pc:sldMkLst>
      </pc:sldChg>
      <pc:sldChg chg="del">
        <pc:chgData name="Qu, Chengyi" userId="9f02c3db-5b00-4063-9ad4-7cdd84fdd2bb" providerId="ADAL" clId="{1F24A312-CE90-46DA-8B2A-8596C84ACAA4}" dt="2024-01-27T02:55:56.805" v="0" actId="47"/>
        <pc:sldMkLst>
          <pc:docMk/>
          <pc:sldMk cId="4236835058" sldId="266"/>
        </pc:sldMkLst>
      </pc:sldChg>
      <pc:sldChg chg="del">
        <pc:chgData name="Qu, Chengyi" userId="9f02c3db-5b00-4063-9ad4-7cdd84fdd2bb" providerId="ADAL" clId="{1F24A312-CE90-46DA-8B2A-8596C84ACAA4}" dt="2024-01-27T02:55:56.805" v="0" actId="47"/>
        <pc:sldMkLst>
          <pc:docMk/>
          <pc:sldMk cId="2712866180" sldId="267"/>
        </pc:sldMkLst>
      </pc:sldChg>
      <pc:sldChg chg="del">
        <pc:chgData name="Qu, Chengyi" userId="9f02c3db-5b00-4063-9ad4-7cdd84fdd2bb" providerId="ADAL" clId="{1F24A312-CE90-46DA-8B2A-8596C84ACAA4}" dt="2024-01-27T02:55:56.805" v="0" actId="47"/>
        <pc:sldMkLst>
          <pc:docMk/>
          <pc:sldMk cId="1180261676" sldId="268"/>
        </pc:sldMkLst>
      </pc:sldChg>
      <pc:sldChg chg="add modNotes">
        <pc:chgData name="Qu, Chengyi" userId="9f02c3db-5b00-4063-9ad4-7cdd84fdd2bb" providerId="ADAL" clId="{1F24A312-CE90-46DA-8B2A-8596C84ACAA4}" dt="2024-01-28T02:48:57.700" v="29"/>
        <pc:sldMkLst>
          <pc:docMk/>
          <pc:sldMk cId="4285260508" sldId="272"/>
        </pc:sldMkLst>
      </pc:sldChg>
      <pc:sldChg chg="add modNotes">
        <pc:chgData name="Qu, Chengyi" userId="9f02c3db-5b00-4063-9ad4-7cdd84fdd2bb" providerId="ADAL" clId="{1F24A312-CE90-46DA-8B2A-8596C84ACAA4}" dt="2024-01-28T02:48:57.700" v="29"/>
        <pc:sldMkLst>
          <pc:docMk/>
          <pc:sldMk cId="1026168530" sldId="274"/>
        </pc:sldMkLst>
      </pc:sldChg>
      <pc:sldChg chg="add modNotesTx">
        <pc:chgData name="Qu, Chengyi" userId="9f02c3db-5b00-4063-9ad4-7cdd84fdd2bb" providerId="ADAL" clId="{1F24A312-CE90-46DA-8B2A-8596C84ACAA4}" dt="2024-01-28T01:38:20.927" v="6"/>
        <pc:sldMkLst>
          <pc:docMk/>
          <pc:sldMk cId="1305972062" sldId="275"/>
        </pc:sldMkLst>
      </pc:sldChg>
      <pc:sldChg chg="add modNotes">
        <pc:chgData name="Qu, Chengyi" userId="9f02c3db-5b00-4063-9ad4-7cdd84fdd2bb" providerId="ADAL" clId="{1F24A312-CE90-46DA-8B2A-8596C84ACAA4}" dt="2024-01-28T02:48:57.700" v="29"/>
        <pc:sldMkLst>
          <pc:docMk/>
          <pc:sldMk cId="2242056526" sldId="276"/>
        </pc:sldMkLst>
      </pc:sldChg>
      <pc:sldChg chg="modSp add mod">
        <pc:chgData name="Qu, Chengyi" userId="9f02c3db-5b00-4063-9ad4-7cdd84fdd2bb" providerId="ADAL" clId="{1F24A312-CE90-46DA-8B2A-8596C84ACAA4}" dt="2024-01-28T01:39:04.731" v="8" actId="14100"/>
        <pc:sldMkLst>
          <pc:docMk/>
          <pc:sldMk cId="1552594960" sldId="279"/>
        </pc:sldMkLst>
      </pc:sldChg>
      <pc:sldChg chg="add modNotes">
        <pc:chgData name="Qu, Chengyi" userId="9f02c3db-5b00-4063-9ad4-7cdd84fdd2bb" providerId="ADAL" clId="{1F24A312-CE90-46DA-8B2A-8596C84ACAA4}" dt="2024-01-28T02:48:57.700" v="29"/>
        <pc:sldMkLst>
          <pc:docMk/>
          <pc:sldMk cId="1989998856" sldId="280"/>
        </pc:sldMkLst>
      </pc:sldChg>
      <pc:sldChg chg="addSp modSp add mod">
        <pc:chgData name="Qu, Chengyi" userId="9f02c3db-5b00-4063-9ad4-7cdd84fdd2bb" providerId="ADAL" clId="{1F24A312-CE90-46DA-8B2A-8596C84ACAA4}" dt="2024-01-28T01:48:33.608" v="26" actId="1076"/>
        <pc:sldMkLst>
          <pc:docMk/>
          <pc:sldMk cId="2246992091" sldId="281"/>
        </pc:sldMkLst>
      </pc:sldChg>
      <pc:sldChg chg="add del modNotes">
        <pc:chgData name="Qu, Chengyi" userId="9f02c3db-5b00-4063-9ad4-7cdd84fdd2bb" providerId="ADAL" clId="{1F24A312-CE90-46DA-8B2A-8596C84ACAA4}" dt="2024-01-28T03:32:53.811" v="315" actId="47"/>
        <pc:sldMkLst>
          <pc:docMk/>
          <pc:sldMk cId="1276839199" sldId="287"/>
        </pc:sldMkLst>
      </pc:sldChg>
      <pc:sldChg chg="add">
        <pc:chgData name="Qu, Chengyi" userId="9f02c3db-5b00-4063-9ad4-7cdd84fdd2bb" providerId="ADAL" clId="{1F24A312-CE90-46DA-8B2A-8596C84ACAA4}" dt="2024-01-28T03:17:44.957" v="290"/>
        <pc:sldMkLst>
          <pc:docMk/>
          <pc:sldMk cId="1350622502" sldId="302"/>
        </pc:sldMkLst>
      </pc:sldChg>
      <pc:sldChg chg="del">
        <pc:chgData name="Qu, Chengyi" userId="9f02c3db-5b00-4063-9ad4-7cdd84fdd2bb" providerId="ADAL" clId="{1F24A312-CE90-46DA-8B2A-8596C84ACAA4}" dt="2024-01-27T02:55:56.805" v="0" actId="47"/>
        <pc:sldMkLst>
          <pc:docMk/>
          <pc:sldMk cId="3696353953" sldId="303"/>
        </pc:sldMkLst>
      </pc:sldChg>
      <pc:sldChg chg="del">
        <pc:chgData name="Qu, Chengyi" userId="9f02c3db-5b00-4063-9ad4-7cdd84fdd2bb" providerId="ADAL" clId="{1F24A312-CE90-46DA-8B2A-8596C84ACAA4}" dt="2024-01-27T02:55:56.805" v="0" actId="47"/>
        <pc:sldMkLst>
          <pc:docMk/>
          <pc:sldMk cId="2713426596" sldId="304"/>
        </pc:sldMkLst>
      </pc:sldChg>
      <pc:sldChg chg="add del ord modNotes">
        <pc:chgData name="Qu, Chengyi" userId="9f02c3db-5b00-4063-9ad4-7cdd84fdd2bb" providerId="ADAL" clId="{1F24A312-CE90-46DA-8B2A-8596C84ACAA4}" dt="2024-01-28T02:53:16.825" v="262"/>
        <pc:sldMkLst>
          <pc:docMk/>
          <pc:sldMk cId="2387288212" sldId="305"/>
        </pc:sldMkLst>
      </pc:sldChg>
      <pc:sldChg chg="add del ord modNotes">
        <pc:chgData name="Qu, Chengyi" userId="9f02c3db-5b00-4063-9ad4-7cdd84fdd2bb" providerId="ADAL" clId="{1F24A312-CE90-46DA-8B2A-8596C84ACAA4}" dt="2024-01-28T02:53:16.825" v="262"/>
        <pc:sldMkLst>
          <pc:docMk/>
          <pc:sldMk cId="3887296429" sldId="306"/>
        </pc:sldMkLst>
      </pc:sldChg>
      <pc:sldChg chg="modSp add mod">
        <pc:chgData name="Qu, Chengyi" userId="9f02c3db-5b00-4063-9ad4-7cdd84fdd2bb" providerId="ADAL" clId="{1F24A312-CE90-46DA-8B2A-8596C84ACAA4}" dt="2024-01-28T03:36:39.075" v="327" actId="27636"/>
        <pc:sldMkLst>
          <pc:docMk/>
          <pc:sldMk cId="4081942817" sldId="309"/>
        </pc:sldMkLst>
      </pc:sldChg>
      <pc:sldChg chg="add">
        <pc:chgData name="Qu, Chengyi" userId="9f02c3db-5b00-4063-9ad4-7cdd84fdd2bb" providerId="ADAL" clId="{1F24A312-CE90-46DA-8B2A-8596C84ACAA4}" dt="2024-01-28T03:29:43.463" v="291"/>
        <pc:sldMkLst>
          <pc:docMk/>
          <pc:sldMk cId="81497876" sldId="965"/>
        </pc:sldMkLst>
      </pc:sldChg>
      <pc:sldChg chg="add">
        <pc:chgData name="Qu, Chengyi" userId="9f02c3db-5b00-4063-9ad4-7cdd84fdd2bb" providerId="ADAL" clId="{1F24A312-CE90-46DA-8B2A-8596C84ACAA4}" dt="2024-01-28T03:29:43.463" v="291"/>
        <pc:sldMkLst>
          <pc:docMk/>
          <pc:sldMk cId="1391119021" sldId="966"/>
        </pc:sldMkLst>
      </pc:sldChg>
      <pc:sldChg chg="add">
        <pc:chgData name="Qu, Chengyi" userId="9f02c3db-5b00-4063-9ad4-7cdd84fdd2bb" providerId="ADAL" clId="{1F24A312-CE90-46DA-8B2A-8596C84ACAA4}" dt="2024-01-28T03:29:43.463" v="291"/>
        <pc:sldMkLst>
          <pc:docMk/>
          <pc:sldMk cId="438849163" sldId="967"/>
        </pc:sldMkLst>
      </pc:sldChg>
      <pc:sldChg chg="add">
        <pc:chgData name="Qu, Chengyi" userId="9f02c3db-5b00-4063-9ad4-7cdd84fdd2bb" providerId="ADAL" clId="{1F24A312-CE90-46DA-8B2A-8596C84ACAA4}" dt="2024-01-28T03:29:43.463" v="291"/>
        <pc:sldMkLst>
          <pc:docMk/>
          <pc:sldMk cId="3951012725" sldId="968"/>
        </pc:sldMkLst>
      </pc:sldChg>
      <pc:sldChg chg="add">
        <pc:chgData name="Qu, Chengyi" userId="9f02c3db-5b00-4063-9ad4-7cdd84fdd2bb" providerId="ADAL" clId="{1F24A312-CE90-46DA-8B2A-8596C84ACAA4}" dt="2024-01-28T03:29:43.463" v="291"/>
        <pc:sldMkLst>
          <pc:docMk/>
          <pc:sldMk cId="233124414" sldId="1007"/>
        </pc:sldMkLst>
      </pc:sldChg>
      <pc:sldChg chg="add">
        <pc:chgData name="Qu, Chengyi" userId="9f02c3db-5b00-4063-9ad4-7cdd84fdd2bb" providerId="ADAL" clId="{1F24A312-CE90-46DA-8B2A-8596C84ACAA4}" dt="2024-01-28T02:47:49.341" v="28"/>
        <pc:sldMkLst>
          <pc:docMk/>
          <pc:sldMk cId="2645911935" sldId="1083"/>
        </pc:sldMkLst>
      </pc:sldChg>
      <pc:sldChg chg="add">
        <pc:chgData name="Qu, Chengyi" userId="9f02c3db-5b00-4063-9ad4-7cdd84fdd2bb" providerId="ADAL" clId="{1F24A312-CE90-46DA-8B2A-8596C84ACAA4}" dt="2024-01-28T02:47:49.341" v="28"/>
        <pc:sldMkLst>
          <pc:docMk/>
          <pc:sldMk cId="147584997" sldId="1084"/>
        </pc:sldMkLst>
      </pc:sldChg>
      <pc:sldChg chg="add">
        <pc:chgData name="Qu, Chengyi" userId="9f02c3db-5b00-4063-9ad4-7cdd84fdd2bb" providerId="ADAL" clId="{1F24A312-CE90-46DA-8B2A-8596C84ACAA4}" dt="2024-01-28T02:47:49.341" v="28"/>
        <pc:sldMkLst>
          <pc:docMk/>
          <pc:sldMk cId="2680331947" sldId="1085"/>
        </pc:sldMkLst>
      </pc:sldChg>
      <pc:sldChg chg="add">
        <pc:chgData name="Qu, Chengyi" userId="9f02c3db-5b00-4063-9ad4-7cdd84fdd2bb" providerId="ADAL" clId="{1F24A312-CE90-46DA-8B2A-8596C84ACAA4}" dt="2024-01-28T02:47:49.341" v="28"/>
        <pc:sldMkLst>
          <pc:docMk/>
          <pc:sldMk cId="2696498074" sldId="1086"/>
        </pc:sldMkLst>
      </pc:sldChg>
      <pc:sldChg chg="modSp add mod">
        <pc:chgData name="Qu, Chengyi" userId="9f02c3db-5b00-4063-9ad4-7cdd84fdd2bb" providerId="ADAL" clId="{1F24A312-CE90-46DA-8B2A-8596C84ACAA4}" dt="2024-01-27T02:56:02.847" v="2" actId="207"/>
        <pc:sldMkLst>
          <pc:docMk/>
          <pc:sldMk cId="94232623" sldId="1257"/>
        </pc:sldMkLst>
      </pc:sldChg>
      <pc:sldChg chg="modSp add mod">
        <pc:chgData name="Qu, Chengyi" userId="9f02c3db-5b00-4063-9ad4-7cdd84fdd2bb" providerId="ADAL" clId="{1F24A312-CE90-46DA-8B2A-8596C84ACAA4}" dt="2024-01-28T02:52:48.210" v="258" actId="2710"/>
        <pc:sldMkLst>
          <pc:docMk/>
          <pc:sldMk cId="2434809446" sldId="1258"/>
        </pc:sldMkLst>
      </pc:sldChg>
      <pc:sldChg chg="modSp add mod">
        <pc:chgData name="Qu, Chengyi" userId="9f02c3db-5b00-4063-9ad4-7cdd84fdd2bb" providerId="ADAL" clId="{1F24A312-CE90-46DA-8B2A-8596C84ACAA4}" dt="2024-01-28T02:53:05.701" v="260" actId="207"/>
        <pc:sldMkLst>
          <pc:docMk/>
          <pc:sldMk cId="2914323500" sldId="1259"/>
        </pc:sldMkLst>
      </pc:sldChg>
      <pc:sldChg chg="modSp add mod">
        <pc:chgData name="Qu, Chengyi" userId="9f02c3db-5b00-4063-9ad4-7cdd84fdd2bb" providerId="ADAL" clId="{1F24A312-CE90-46DA-8B2A-8596C84ACAA4}" dt="2024-01-28T02:53:44.994" v="264" actId="207"/>
        <pc:sldMkLst>
          <pc:docMk/>
          <pc:sldMk cId="1876543634" sldId="1260"/>
        </pc:sldMkLst>
      </pc:sldChg>
      <pc:sldChg chg="modSp add mod">
        <pc:chgData name="Qu, Chengyi" userId="9f02c3db-5b00-4063-9ad4-7cdd84fdd2bb" providerId="ADAL" clId="{1F24A312-CE90-46DA-8B2A-8596C84ACAA4}" dt="2024-01-28T03:32:49.253" v="314" actId="207"/>
        <pc:sldMkLst>
          <pc:docMk/>
          <pc:sldMk cId="2325914770" sldId="1261"/>
        </pc:sldMkLst>
      </pc:sldChg>
      <pc:sldChg chg="modSp add mod">
        <pc:chgData name="Qu, Chengyi" userId="9f02c3db-5b00-4063-9ad4-7cdd84fdd2bb" providerId="ADAL" clId="{1F24A312-CE90-46DA-8B2A-8596C84ACAA4}" dt="2024-01-28T03:15:48.889" v="268" actId="113"/>
        <pc:sldMkLst>
          <pc:docMk/>
          <pc:sldMk cId="2651535271" sldId="1262"/>
        </pc:sldMkLst>
      </pc:sldChg>
      <pc:sldChg chg="modSp new mod">
        <pc:chgData name="Qu, Chengyi" userId="9f02c3db-5b00-4063-9ad4-7cdd84fdd2bb" providerId="ADAL" clId="{1F24A312-CE90-46DA-8B2A-8596C84ACAA4}" dt="2024-01-28T03:17:18.461" v="289" actId="20577"/>
        <pc:sldMkLst>
          <pc:docMk/>
          <pc:sldMk cId="3767743320" sldId="1263"/>
        </pc:sldMkLst>
      </pc:sldChg>
      <pc:sldChg chg="modSp new mod ord">
        <pc:chgData name="Qu, Chengyi" userId="9f02c3db-5b00-4063-9ad4-7cdd84fdd2bb" providerId="ADAL" clId="{1F24A312-CE90-46DA-8B2A-8596C84ACAA4}" dt="2024-01-28T03:37:09.258" v="339" actId="20577"/>
        <pc:sldMkLst>
          <pc:docMk/>
          <pc:sldMk cId="327016494" sldId="1264"/>
        </pc:sldMkLst>
      </pc:sldChg>
      <pc:sldChg chg="modSp add mod">
        <pc:chgData name="Qu, Chengyi" userId="9f02c3db-5b00-4063-9ad4-7cdd84fdd2bb" providerId="ADAL" clId="{1F24A312-CE90-46DA-8B2A-8596C84ACAA4}" dt="2024-01-28T03:33:14.604" v="317" actId="207"/>
        <pc:sldMkLst>
          <pc:docMk/>
          <pc:sldMk cId="3507344199" sldId="1265"/>
        </pc:sldMkLst>
      </pc:sldChg>
      <pc:sldChg chg="modSp add mod">
        <pc:chgData name="Qu, Chengyi" userId="9f02c3db-5b00-4063-9ad4-7cdd84fdd2bb" providerId="ADAL" clId="{1F24A312-CE90-46DA-8B2A-8596C84ACAA4}" dt="2024-01-28T03:33:05.562" v="316" actId="207"/>
        <pc:sldMkLst>
          <pc:docMk/>
          <pc:sldMk cId="1835531626" sldId="1266"/>
        </pc:sldMkLst>
      </pc:sldChg>
      <pc:sldChg chg="del">
        <pc:chgData name="Qu, Chengyi" userId="9f02c3db-5b00-4063-9ad4-7cdd84fdd2bb" providerId="ADAL" clId="{1F24A312-CE90-46DA-8B2A-8596C84ACAA4}" dt="2024-01-27T02:55:56.805" v="0" actId="47"/>
        <pc:sldMkLst>
          <pc:docMk/>
          <pc:sldMk cId="2793842598" sldId="1267"/>
        </pc:sldMkLst>
      </pc:sldChg>
      <pc:sldChg chg="addSp delSp modSp new mod">
        <pc:chgData name="Qu, Chengyi" userId="9f02c3db-5b00-4063-9ad4-7cdd84fdd2bb" providerId="ADAL" clId="{1F24A312-CE90-46DA-8B2A-8596C84ACAA4}" dt="2024-01-28T03:34:03.662" v="325" actId="1076"/>
        <pc:sldMkLst>
          <pc:docMk/>
          <pc:sldMk cId="2897299916" sldId="1267"/>
        </pc:sldMkLst>
      </pc:sldChg>
      <pc:sldChg chg="addSp delSp modSp add mod">
        <pc:chgData name="Qu, Chengyi" userId="9f02c3db-5b00-4063-9ad4-7cdd84fdd2bb" providerId="ADAL" clId="{1F24A312-CE90-46DA-8B2A-8596C84ACAA4}" dt="2024-01-28T03:42:09.247" v="354" actId="20577"/>
        <pc:sldMkLst>
          <pc:docMk/>
          <pc:sldMk cId="730941134" sldId="1268"/>
        </pc:sldMkLst>
      </pc:sldChg>
      <pc:sldChg chg="del">
        <pc:chgData name="Qu, Chengyi" userId="9f02c3db-5b00-4063-9ad4-7cdd84fdd2bb" providerId="ADAL" clId="{1F24A312-CE90-46DA-8B2A-8596C84ACAA4}" dt="2024-01-27T02:55:56.805" v="0" actId="47"/>
        <pc:sldMkLst>
          <pc:docMk/>
          <pc:sldMk cId="3532468293" sldId="1268"/>
        </pc:sldMkLst>
      </pc:sldChg>
      <pc:sldChg chg="del">
        <pc:chgData name="Qu, Chengyi" userId="9f02c3db-5b00-4063-9ad4-7cdd84fdd2bb" providerId="ADAL" clId="{1F24A312-CE90-46DA-8B2A-8596C84ACAA4}" dt="2024-01-27T02:55:56.805" v="0" actId="47"/>
        <pc:sldMkLst>
          <pc:docMk/>
          <pc:sldMk cId="912014593" sldId="1269"/>
        </pc:sldMkLst>
      </pc:sldChg>
      <pc:sldChg chg="del">
        <pc:chgData name="Qu, Chengyi" userId="9f02c3db-5b00-4063-9ad4-7cdd84fdd2bb" providerId="ADAL" clId="{1F24A312-CE90-46DA-8B2A-8596C84ACAA4}" dt="2024-01-27T02:55:56.805" v="0" actId="47"/>
        <pc:sldMkLst>
          <pc:docMk/>
          <pc:sldMk cId="3645425597" sldId="1270"/>
        </pc:sldMkLst>
      </pc:sldChg>
      <pc:sldChg chg="del">
        <pc:chgData name="Qu, Chengyi" userId="9f02c3db-5b00-4063-9ad4-7cdd84fdd2bb" providerId="ADAL" clId="{1F24A312-CE90-46DA-8B2A-8596C84ACAA4}" dt="2024-01-27T02:55:56.805" v="0" actId="47"/>
        <pc:sldMkLst>
          <pc:docMk/>
          <pc:sldMk cId="1358948776" sldId="1271"/>
        </pc:sldMkLst>
      </pc:sldChg>
      <pc:sldChg chg="del">
        <pc:chgData name="Qu, Chengyi" userId="9f02c3db-5b00-4063-9ad4-7cdd84fdd2bb" providerId="ADAL" clId="{1F24A312-CE90-46DA-8B2A-8596C84ACAA4}" dt="2024-01-27T02:55:56.805" v="0" actId="47"/>
        <pc:sldMkLst>
          <pc:docMk/>
          <pc:sldMk cId="1825207080" sldId="1272"/>
        </pc:sldMkLst>
      </pc:sldChg>
      <pc:sldChg chg="del">
        <pc:chgData name="Qu, Chengyi" userId="9f02c3db-5b00-4063-9ad4-7cdd84fdd2bb" providerId="ADAL" clId="{1F24A312-CE90-46DA-8B2A-8596C84ACAA4}" dt="2024-01-27T02:55:56.805" v="0" actId="47"/>
        <pc:sldMkLst>
          <pc:docMk/>
          <pc:sldMk cId="1950225687" sldId="1273"/>
        </pc:sldMkLst>
      </pc:sldChg>
      <pc:sldMasterChg chg="delSldLayout">
        <pc:chgData name="Qu, Chengyi" userId="9f02c3db-5b00-4063-9ad4-7cdd84fdd2bb" providerId="ADAL" clId="{1F24A312-CE90-46DA-8B2A-8596C84ACAA4}" dt="2024-01-27T02:55:56.805" v="0" actId="47"/>
        <pc:sldMasterMkLst>
          <pc:docMk/>
          <pc:sldMasterMk cId="2807116942" sldId="2147483648"/>
        </pc:sldMasterMkLst>
        <pc:sldLayoutChg chg="del">
          <pc:chgData name="Qu, Chengyi" userId="9f02c3db-5b00-4063-9ad4-7cdd84fdd2bb" providerId="ADAL" clId="{1F24A312-CE90-46DA-8B2A-8596C84ACAA4}" dt="2024-01-27T02:55:56.805" v="0" actId="47"/>
          <pc:sldLayoutMkLst>
            <pc:docMk/>
            <pc:sldMasterMk cId="2807116942" sldId="2147483648"/>
            <pc:sldLayoutMk cId="1509607055" sldId="2147483681"/>
          </pc:sldLayoutMkLst>
        </pc:sldLayoutChg>
      </pc:sldMasterChg>
    </pc:docChg>
  </pc:docChgLst>
  <pc:docChgLst>
    <pc:chgData name="Qu, Chengyi" userId="9f02c3db-5b00-4063-9ad4-7cdd84fdd2bb" providerId="ADAL" clId="{71EBC684-37BE-40AE-943F-85B359DFBCAD}"/>
    <pc:docChg chg="undo custSel addSld delSld modSld sldOrd">
      <pc:chgData name="Qu, Chengyi" userId="9f02c3db-5b00-4063-9ad4-7cdd84fdd2bb" providerId="ADAL" clId="{71EBC684-37BE-40AE-943F-85B359DFBCAD}" dt="2024-01-09T16:40:24.173" v="390"/>
      <pc:docMkLst>
        <pc:docMk/>
      </pc:docMkLst>
      <pc:sldChg chg="modSp">
        <pc:chgData name="Qu, Chengyi" userId="9f02c3db-5b00-4063-9ad4-7cdd84fdd2bb" providerId="ADAL" clId="{71EBC684-37BE-40AE-943F-85B359DFBCAD}" dt="2024-01-09T16:03:38.752" v="43" actId="20577"/>
        <pc:sldMkLst>
          <pc:docMk/>
          <pc:sldMk cId="553553694" sldId="258"/>
        </pc:sldMkLst>
      </pc:sldChg>
      <pc:sldChg chg="modSp add del">
        <pc:chgData name="Qu, Chengyi" userId="9f02c3db-5b00-4063-9ad4-7cdd84fdd2bb" providerId="ADAL" clId="{71EBC684-37BE-40AE-943F-85B359DFBCAD}" dt="2024-01-09T16:33:06.416" v="367" actId="207"/>
        <pc:sldMkLst>
          <pc:docMk/>
          <pc:sldMk cId="0" sldId="261"/>
        </pc:sldMkLst>
      </pc:sldChg>
      <pc:sldChg chg="modSp add del">
        <pc:chgData name="Qu, Chengyi" userId="9f02c3db-5b00-4063-9ad4-7cdd84fdd2bb" providerId="ADAL" clId="{71EBC684-37BE-40AE-943F-85B359DFBCAD}" dt="2024-01-09T16:33:13.542" v="368" actId="207"/>
        <pc:sldMkLst>
          <pc:docMk/>
          <pc:sldMk cId="0" sldId="262"/>
        </pc:sldMkLst>
      </pc:sldChg>
      <pc:sldChg chg="modSp add del">
        <pc:chgData name="Qu, Chengyi" userId="9f02c3db-5b00-4063-9ad4-7cdd84fdd2bb" providerId="ADAL" clId="{71EBC684-37BE-40AE-943F-85B359DFBCAD}" dt="2024-01-09T16:33:21.854" v="369" actId="207"/>
        <pc:sldMkLst>
          <pc:docMk/>
          <pc:sldMk cId="0" sldId="263"/>
        </pc:sldMkLst>
      </pc:sldChg>
      <pc:sldChg chg="modSp add del">
        <pc:chgData name="Qu, Chengyi" userId="9f02c3db-5b00-4063-9ad4-7cdd84fdd2bb" providerId="ADAL" clId="{71EBC684-37BE-40AE-943F-85B359DFBCAD}" dt="2024-01-09T16:33:33.053" v="370" actId="207"/>
        <pc:sldMkLst>
          <pc:docMk/>
          <pc:sldMk cId="0" sldId="264"/>
        </pc:sldMkLst>
      </pc:sldChg>
      <pc:sldChg chg="modSp add del">
        <pc:chgData name="Qu, Chengyi" userId="9f02c3db-5b00-4063-9ad4-7cdd84fdd2bb" providerId="ADAL" clId="{71EBC684-37BE-40AE-943F-85B359DFBCAD}" dt="2024-01-09T16:33:57.054" v="371" actId="207"/>
        <pc:sldMkLst>
          <pc:docMk/>
          <pc:sldMk cId="0" sldId="265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1283235496" sldId="270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1976470243" sldId="271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2385946305" sldId="272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834100436" sldId="273"/>
        </pc:sldMkLst>
      </pc:sldChg>
      <pc:sldChg chg="del">
        <pc:chgData name="Qu, Chengyi" userId="9f02c3db-5b00-4063-9ad4-7cdd84fdd2bb" providerId="ADAL" clId="{71EBC684-37BE-40AE-943F-85B359DFBCAD}" dt="2024-01-09T16:08:30.571" v="104" actId="2696"/>
        <pc:sldMkLst>
          <pc:docMk/>
          <pc:sldMk cId="1167962290" sldId="274"/>
        </pc:sldMkLst>
      </pc:sldChg>
      <pc:sldChg chg="del">
        <pc:chgData name="Qu, Chengyi" userId="9f02c3db-5b00-4063-9ad4-7cdd84fdd2bb" providerId="ADAL" clId="{71EBC684-37BE-40AE-943F-85B359DFBCAD}" dt="2024-01-09T16:08:30.494" v="90" actId="2696"/>
        <pc:sldMkLst>
          <pc:docMk/>
          <pc:sldMk cId="506940129" sldId="275"/>
        </pc:sldMkLst>
      </pc:sldChg>
      <pc:sldChg chg="modSp add del">
        <pc:chgData name="Qu, Chengyi" userId="9f02c3db-5b00-4063-9ad4-7cdd84fdd2bb" providerId="ADAL" clId="{71EBC684-37BE-40AE-943F-85B359DFBCAD}" dt="2024-01-09T16:12:26.136" v="116" actId="207"/>
        <pc:sldMkLst>
          <pc:docMk/>
          <pc:sldMk cId="2242056526" sldId="276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3925861337" sldId="280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1986486448" sldId="281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2836295078" sldId="282"/>
        </pc:sldMkLst>
      </pc:sldChg>
      <pc:sldChg chg="del">
        <pc:chgData name="Qu, Chengyi" userId="9f02c3db-5b00-4063-9ad4-7cdd84fdd2bb" providerId="ADAL" clId="{71EBC684-37BE-40AE-943F-85B359DFBCAD}" dt="2024-01-09T16:08:30.581" v="106" actId="2696"/>
        <pc:sldMkLst>
          <pc:docMk/>
          <pc:sldMk cId="2263096639" sldId="284"/>
        </pc:sldMkLst>
      </pc:sldChg>
      <pc:sldChg chg="del">
        <pc:chgData name="Qu, Chengyi" userId="9f02c3db-5b00-4063-9ad4-7cdd84fdd2bb" providerId="ADAL" clId="{71EBC684-37BE-40AE-943F-85B359DFBCAD}" dt="2024-01-09T16:08:30.607" v="110" actId="2696"/>
        <pc:sldMkLst>
          <pc:docMk/>
          <pc:sldMk cId="3164840039" sldId="290"/>
        </pc:sldMkLst>
      </pc:sldChg>
      <pc:sldChg chg="del">
        <pc:chgData name="Qu, Chengyi" userId="9f02c3db-5b00-4063-9ad4-7cdd84fdd2bb" providerId="ADAL" clId="{71EBC684-37BE-40AE-943F-85B359DFBCAD}" dt="2024-01-09T16:08:30.577" v="105" actId="2696"/>
        <pc:sldMkLst>
          <pc:docMk/>
          <pc:sldMk cId="828849643" sldId="292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4015059804" sldId="335"/>
        </pc:sldMkLst>
      </pc:sldChg>
      <pc:sldChg chg="del">
        <pc:chgData name="Qu, Chengyi" userId="9f02c3db-5b00-4063-9ad4-7cdd84fdd2bb" providerId="ADAL" clId="{71EBC684-37BE-40AE-943F-85B359DFBCAD}" dt="2024-01-09T16:08:30.488" v="89" actId="2696"/>
        <pc:sldMkLst>
          <pc:docMk/>
          <pc:sldMk cId="3586452947" sldId="385"/>
        </pc:sldMkLst>
      </pc:sldChg>
      <pc:sldChg chg="del">
        <pc:chgData name="Qu, Chengyi" userId="9f02c3db-5b00-4063-9ad4-7cdd84fdd2bb" providerId="ADAL" clId="{71EBC684-37BE-40AE-943F-85B359DFBCAD}" dt="2024-01-09T16:08:30.557" v="101" actId="2696"/>
        <pc:sldMkLst>
          <pc:docMk/>
          <pc:sldMk cId="2297114513" sldId="386"/>
        </pc:sldMkLst>
      </pc:sldChg>
      <pc:sldChg chg="del">
        <pc:chgData name="Qu, Chengyi" userId="9f02c3db-5b00-4063-9ad4-7cdd84fdd2bb" providerId="ADAL" clId="{71EBC684-37BE-40AE-943F-85B359DFBCAD}" dt="2024-01-09T16:08:30.542" v="98" actId="2696"/>
        <pc:sldMkLst>
          <pc:docMk/>
          <pc:sldMk cId="57844262" sldId="389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4242966397" sldId="390"/>
        </pc:sldMkLst>
      </pc:sldChg>
      <pc:sldChg chg="del">
        <pc:chgData name="Qu, Chengyi" userId="9f02c3db-5b00-4063-9ad4-7cdd84fdd2bb" providerId="ADAL" clId="{71EBC684-37BE-40AE-943F-85B359DFBCAD}" dt="2024-01-09T16:08:30.500" v="91" actId="2696"/>
        <pc:sldMkLst>
          <pc:docMk/>
          <pc:sldMk cId="313756204" sldId="392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2319081198" sldId="446"/>
        </pc:sldMkLst>
      </pc:sldChg>
      <pc:sldChg chg="add">
        <pc:chgData name="Qu, Chengyi" userId="9f02c3db-5b00-4063-9ad4-7cdd84fdd2bb" providerId="ADAL" clId="{71EBC684-37BE-40AE-943F-85B359DFBCAD}" dt="2024-01-09T16:07:30.569" v="85"/>
        <pc:sldMkLst>
          <pc:docMk/>
          <pc:sldMk cId="626454371" sldId="504"/>
        </pc:sldMkLst>
      </pc:sldChg>
      <pc:sldChg chg="del">
        <pc:chgData name="Qu, Chengyi" userId="9f02c3db-5b00-4063-9ad4-7cdd84fdd2bb" providerId="ADAL" clId="{71EBC684-37BE-40AE-943F-85B359DFBCAD}" dt="2024-01-09T16:08:30.505" v="92" actId="2696"/>
        <pc:sldMkLst>
          <pc:docMk/>
          <pc:sldMk cId="2570994425" sldId="505"/>
        </pc:sldMkLst>
      </pc:sldChg>
      <pc:sldChg chg="del">
        <pc:chgData name="Qu, Chengyi" userId="9f02c3db-5b00-4063-9ad4-7cdd84fdd2bb" providerId="ADAL" clId="{71EBC684-37BE-40AE-943F-85B359DFBCAD}" dt="2024-01-09T16:08:30.510" v="93" actId="2696"/>
        <pc:sldMkLst>
          <pc:docMk/>
          <pc:sldMk cId="951130442" sldId="506"/>
        </pc:sldMkLst>
      </pc:sldChg>
      <pc:sldChg chg="del">
        <pc:chgData name="Qu, Chengyi" userId="9f02c3db-5b00-4063-9ad4-7cdd84fdd2bb" providerId="ADAL" clId="{71EBC684-37BE-40AE-943F-85B359DFBCAD}" dt="2024-01-09T16:08:30.567" v="103" actId="2696"/>
        <pc:sldMkLst>
          <pc:docMk/>
          <pc:sldMk cId="735510040" sldId="509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1508545327" sldId="522"/>
        </pc:sldMkLst>
      </pc:sldChg>
      <pc:sldChg chg="add ord">
        <pc:chgData name="Qu, Chengyi" userId="9f02c3db-5b00-4063-9ad4-7cdd84fdd2bb" providerId="ADAL" clId="{71EBC684-37BE-40AE-943F-85B359DFBCAD}" dt="2024-01-09T16:40:24.173" v="390"/>
        <pc:sldMkLst>
          <pc:docMk/>
          <pc:sldMk cId="854743546" sldId="526"/>
        </pc:sldMkLst>
      </pc:sldChg>
      <pc:sldChg chg="add del">
        <pc:chgData name="Qu, Chengyi" userId="9f02c3db-5b00-4063-9ad4-7cdd84fdd2bb" providerId="ADAL" clId="{71EBC684-37BE-40AE-943F-85B359DFBCAD}" dt="2024-01-09T16:06:51.507" v="84"/>
        <pc:sldMkLst>
          <pc:docMk/>
          <pc:sldMk cId="4168855840" sldId="533"/>
        </pc:sldMkLst>
      </pc:sldChg>
      <pc:sldChg chg="addSp delSp modSp add">
        <pc:chgData name="Qu, Chengyi" userId="9f02c3db-5b00-4063-9ad4-7cdd84fdd2bb" providerId="ADAL" clId="{71EBC684-37BE-40AE-943F-85B359DFBCAD}" dt="2024-01-09T16:37:53.443" v="386" actId="1076"/>
        <pc:sldMkLst>
          <pc:docMk/>
          <pc:sldMk cId="1949189601" sldId="573"/>
        </pc:sldMkLst>
      </pc:sldChg>
      <pc:sldChg chg="del">
        <pc:chgData name="Qu, Chengyi" userId="9f02c3db-5b00-4063-9ad4-7cdd84fdd2bb" providerId="ADAL" clId="{71EBC684-37BE-40AE-943F-85B359DFBCAD}" dt="2024-01-09T16:08:30.522" v="95" actId="2696"/>
        <pc:sldMkLst>
          <pc:docMk/>
          <pc:sldMk cId="2316705036" sldId="603"/>
        </pc:sldMkLst>
      </pc:sldChg>
      <pc:sldChg chg="del">
        <pc:chgData name="Qu, Chengyi" userId="9f02c3db-5b00-4063-9ad4-7cdd84fdd2bb" providerId="ADAL" clId="{71EBC684-37BE-40AE-943F-85B359DFBCAD}" dt="2024-01-09T16:08:30.526" v="96" actId="2696"/>
        <pc:sldMkLst>
          <pc:docMk/>
          <pc:sldMk cId="2915450618" sldId="604"/>
        </pc:sldMkLst>
      </pc:sldChg>
      <pc:sldChg chg="del">
        <pc:chgData name="Qu, Chengyi" userId="9f02c3db-5b00-4063-9ad4-7cdd84fdd2bb" providerId="ADAL" clId="{71EBC684-37BE-40AE-943F-85B359DFBCAD}" dt="2024-01-09T16:08:30.551" v="99" actId="2696"/>
        <pc:sldMkLst>
          <pc:docMk/>
          <pc:sldMk cId="562797420" sldId="608"/>
        </pc:sldMkLst>
      </pc:sldChg>
      <pc:sldChg chg="del">
        <pc:chgData name="Qu, Chengyi" userId="9f02c3db-5b00-4063-9ad4-7cdd84fdd2bb" providerId="ADAL" clId="{71EBC684-37BE-40AE-943F-85B359DFBCAD}" dt="2024-01-09T16:08:30.517" v="94" actId="2696"/>
        <pc:sldMkLst>
          <pc:docMk/>
          <pc:sldMk cId="3938647246" sldId="867"/>
        </pc:sldMkLst>
      </pc:sldChg>
      <pc:sldChg chg="del">
        <pc:chgData name="Qu, Chengyi" userId="9f02c3db-5b00-4063-9ad4-7cdd84fdd2bb" providerId="ADAL" clId="{71EBC684-37BE-40AE-943F-85B359DFBCAD}" dt="2024-01-09T16:08:30.482" v="88" actId="2696"/>
        <pc:sldMkLst>
          <pc:docMk/>
          <pc:sldMk cId="1165219369" sldId="919"/>
        </pc:sldMkLst>
      </pc:sldChg>
      <pc:sldChg chg="addSp delSp modSp">
        <pc:chgData name="Qu, Chengyi" userId="9f02c3db-5b00-4063-9ad4-7cdd84fdd2bb" providerId="ADAL" clId="{71EBC684-37BE-40AE-943F-85B359DFBCAD}" dt="2024-01-09T16:04:58.638" v="77" actId="20577"/>
        <pc:sldMkLst>
          <pc:docMk/>
          <pc:sldMk cId="1987998376" sldId="964"/>
        </pc:sldMkLst>
      </pc:sldChg>
      <pc:sldChg chg="del">
        <pc:chgData name="Qu, Chengyi" userId="9f02c3db-5b00-4063-9ad4-7cdd84fdd2bb" providerId="ADAL" clId="{71EBC684-37BE-40AE-943F-85B359DFBCAD}" dt="2024-01-09T16:08:30.535" v="97" actId="2696"/>
        <pc:sldMkLst>
          <pc:docMk/>
          <pc:sldMk cId="3956557252" sldId="965"/>
        </pc:sldMkLst>
      </pc:sldChg>
      <pc:sldChg chg="add ord">
        <pc:chgData name="Qu, Chengyi" userId="9f02c3db-5b00-4063-9ad4-7cdd84fdd2bb" providerId="ADAL" clId="{71EBC684-37BE-40AE-943F-85B359DFBCAD}" dt="2024-01-09T16:40:24.173" v="390"/>
        <pc:sldMkLst>
          <pc:docMk/>
          <pc:sldMk cId="3628008649" sldId="971"/>
        </pc:sldMkLst>
      </pc:sldChg>
      <pc:sldChg chg="add ord">
        <pc:chgData name="Qu, Chengyi" userId="9f02c3db-5b00-4063-9ad4-7cdd84fdd2bb" providerId="ADAL" clId="{71EBC684-37BE-40AE-943F-85B359DFBCAD}" dt="2024-01-09T16:40:24.173" v="390"/>
        <pc:sldMkLst>
          <pc:docMk/>
          <pc:sldMk cId="3445340925" sldId="972"/>
        </pc:sldMkLst>
      </pc:sldChg>
      <pc:sldChg chg="del">
        <pc:chgData name="Qu, Chengyi" userId="9f02c3db-5b00-4063-9ad4-7cdd84fdd2bb" providerId="ADAL" clId="{71EBC684-37BE-40AE-943F-85B359DFBCAD}" dt="2024-01-09T16:08:30.473" v="87" actId="2696"/>
        <pc:sldMkLst>
          <pc:docMk/>
          <pc:sldMk cId="56815972" sldId="1257"/>
        </pc:sldMkLst>
      </pc:sldChg>
      <pc:sldChg chg="del">
        <pc:chgData name="Qu, Chengyi" userId="9f02c3db-5b00-4063-9ad4-7cdd84fdd2bb" providerId="ADAL" clId="{71EBC684-37BE-40AE-943F-85B359DFBCAD}" dt="2024-01-09T16:08:30.561" v="102" actId="2696"/>
        <pc:sldMkLst>
          <pc:docMk/>
          <pc:sldMk cId="2835061460" sldId="1258"/>
        </pc:sldMkLst>
      </pc:sldChg>
      <pc:sldChg chg="del">
        <pc:chgData name="Qu, Chengyi" userId="9f02c3db-5b00-4063-9ad4-7cdd84fdd2bb" providerId="ADAL" clId="{71EBC684-37BE-40AE-943F-85B359DFBCAD}" dt="2024-01-09T16:08:30.603" v="109" actId="2696"/>
        <pc:sldMkLst>
          <pc:docMk/>
          <pc:sldMk cId="1307588251" sldId="1259"/>
        </pc:sldMkLst>
      </pc:sldChg>
      <pc:sldChg chg="del">
        <pc:chgData name="Qu, Chengyi" userId="9f02c3db-5b00-4063-9ad4-7cdd84fdd2bb" providerId="ADAL" clId="{71EBC684-37BE-40AE-943F-85B359DFBCAD}" dt="2024-01-09T16:08:30.594" v="107" actId="2696"/>
        <pc:sldMkLst>
          <pc:docMk/>
          <pc:sldMk cId="1694100107" sldId="1260"/>
        </pc:sldMkLst>
      </pc:sldChg>
      <pc:sldChg chg="modSp add">
        <pc:chgData name="Qu, Chengyi" userId="9f02c3db-5b00-4063-9ad4-7cdd84fdd2bb" providerId="ADAL" clId="{71EBC684-37BE-40AE-943F-85B359DFBCAD}" dt="2024-01-09T16:05:16.829" v="79" actId="207"/>
        <pc:sldMkLst>
          <pc:docMk/>
          <pc:sldMk cId="1883330637" sldId="1261"/>
        </pc:sldMkLst>
      </pc:sldChg>
      <pc:sldChg chg="add del">
        <pc:chgData name="Qu, Chengyi" userId="9f02c3db-5b00-4063-9ad4-7cdd84fdd2bb" providerId="ADAL" clId="{71EBC684-37BE-40AE-943F-85B359DFBCAD}" dt="2024-01-09T16:06:51.178" v="83"/>
        <pc:sldMkLst>
          <pc:docMk/>
          <pc:sldMk cId="764943190" sldId="1262"/>
        </pc:sldMkLst>
      </pc:sldChg>
      <pc:sldChg chg="add">
        <pc:chgData name="Qu, Chengyi" userId="9f02c3db-5b00-4063-9ad4-7cdd84fdd2bb" providerId="ADAL" clId="{71EBC684-37BE-40AE-943F-85B359DFBCAD}" dt="2024-01-09T16:07:30.569" v="85"/>
        <pc:sldMkLst>
          <pc:docMk/>
          <pc:sldMk cId="2506038731" sldId="1262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612722790" sldId="1263"/>
        </pc:sldMkLst>
      </pc:sldChg>
      <pc:sldChg chg="modSp add">
        <pc:chgData name="Qu, Chengyi" userId="9f02c3db-5b00-4063-9ad4-7cdd84fdd2bb" providerId="ADAL" clId="{71EBC684-37BE-40AE-943F-85B359DFBCAD}" dt="2024-01-09T16:25:59.529" v="362" actId="20577"/>
        <pc:sldMkLst>
          <pc:docMk/>
          <pc:sldMk cId="84850273" sldId="1264"/>
        </pc:sldMkLst>
      </pc:sldChg>
      <pc:sldChg chg="modSp add del">
        <pc:chgData name="Qu, Chengyi" userId="9f02c3db-5b00-4063-9ad4-7cdd84fdd2bb" providerId="ADAL" clId="{71EBC684-37BE-40AE-943F-85B359DFBCAD}" dt="2024-01-09T16:37:16.482" v="376" actId="2696"/>
        <pc:sldMkLst>
          <pc:docMk/>
          <pc:sldMk cId="3507344199" sldId="1265"/>
        </pc:sldMkLst>
      </pc:sldChg>
      <pc:sldChg chg="modSp add del">
        <pc:chgData name="Qu, Chengyi" userId="9f02c3db-5b00-4063-9ad4-7cdd84fdd2bb" providerId="ADAL" clId="{71EBC684-37BE-40AE-943F-85B359DFBCAD}" dt="2024-01-09T16:38:21.366" v="389" actId="20577"/>
        <pc:sldMkLst>
          <pc:docMk/>
          <pc:sldMk cId="1835531626" sldId="1266"/>
        </pc:sldMkLst>
      </pc:sldChg>
      <pc:sldMasterChg chg="delSldLayout">
        <pc:chgData name="Qu, Chengyi" userId="9f02c3db-5b00-4063-9ad4-7cdd84fdd2bb" providerId="ADAL" clId="{71EBC684-37BE-40AE-943F-85B359DFBCAD}" dt="2024-01-09T16:08:30.595" v="108" actId="2696"/>
        <pc:sldMasterMkLst>
          <pc:docMk/>
          <pc:sldMasterMk cId="481874104" sldId="2147483667"/>
        </pc:sldMasterMkLst>
        <pc:sldLayoutChg chg="del">
          <pc:chgData name="Qu, Chengyi" userId="9f02c3db-5b00-4063-9ad4-7cdd84fdd2bb" providerId="ADAL" clId="{71EBC684-37BE-40AE-943F-85B359DFBCAD}" dt="2024-01-09T16:08:30.553" v="100" actId="2696"/>
          <pc:sldLayoutMkLst>
            <pc:docMk/>
            <pc:sldMasterMk cId="481874104" sldId="2147483667"/>
            <pc:sldLayoutMk cId="1386336603" sldId="2147483679"/>
          </pc:sldLayoutMkLst>
        </pc:sldLayoutChg>
        <pc:sldLayoutChg chg="del">
          <pc:chgData name="Qu, Chengyi" userId="9f02c3db-5b00-4063-9ad4-7cdd84fdd2bb" providerId="ADAL" clId="{71EBC684-37BE-40AE-943F-85B359DFBCAD}" dt="2024-01-09T16:08:30.595" v="108" actId="2696"/>
          <pc:sldLayoutMkLst>
            <pc:docMk/>
            <pc:sldMasterMk cId="481874104" sldId="2147483667"/>
            <pc:sldLayoutMk cId="1457830139" sldId="2147483680"/>
          </pc:sldLayoutMkLst>
        </pc:sldLayoutChg>
      </pc:sldMasterChg>
    </pc:docChg>
  </pc:docChgLst>
  <pc:docChgLst>
    <pc:chgData name="Qu, Chengyi" userId="9f02c3db-5b00-4063-9ad4-7cdd84fdd2bb" providerId="ADAL" clId="{54A67444-F441-4145-B7B7-0BC8ED328209}"/>
    <pc:docChg chg="undo custSel addSld delSld modSld delMainMaster">
      <pc:chgData name="Qu, Chengyi" userId="9f02c3db-5b00-4063-9ad4-7cdd84fdd2bb" providerId="ADAL" clId="{54A67444-F441-4145-B7B7-0BC8ED328209}" dt="2024-01-23T16:11:02.586" v="47" actId="14100"/>
      <pc:docMkLst>
        <pc:docMk/>
      </pc:docMkLst>
      <pc:sldChg chg="modSp mod">
        <pc:chgData name="Qu, Chengyi" userId="9f02c3db-5b00-4063-9ad4-7cdd84fdd2bb" providerId="ADAL" clId="{54A67444-F441-4145-B7B7-0BC8ED328209}" dt="2024-01-23T16:02:39.941" v="9" actId="20577"/>
        <pc:sldMkLst>
          <pc:docMk/>
          <pc:sldMk cId="553553694" sldId="258"/>
        </pc:sldMkLst>
      </pc:sldChg>
      <pc:sldChg chg="add modNotes">
        <pc:chgData name="Qu, Chengyi" userId="9f02c3db-5b00-4063-9ad4-7cdd84fdd2bb" providerId="ADAL" clId="{54A67444-F441-4145-B7B7-0BC8ED328209}" dt="2024-01-23T16:06:18.819" v="43"/>
        <pc:sldMkLst>
          <pc:docMk/>
          <pc:sldMk cId="1990146364" sldId="259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0" sldId="261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3379956012" sldId="261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0" sldId="262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1685846870" sldId="262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0" sldId="263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106735833" sldId="263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0" sldId="264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3374817821" sldId="264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0" sldId="265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617169351" sldId="265"/>
        </pc:sldMkLst>
      </pc:sldChg>
      <pc:sldChg chg="modSp add mod modNotes">
        <pc:chgData name="Qu, Chengyi" userId="9f02c3db-5b00-4063-9ad4-7cdd84fdd2bb" providerId="ADAL" clId="{54A67444-F441-4145-B7B7-0BC8ED328209}" dt="2024-01-23T16:11:02.586" v="47" actId="14100"/>
        <pc:sldMkLst>
          <pc:docMk/>
          <pc:sldMk cId="4236835058" sldId="266"/>
        </pc:sldMkLst>
      </pc:sldChg>
      <pc:sldChg chg="add modNotes">
        <pc:chgData name="Qu, Chengyi" userId="9f02c3db-5b00-4063-9ad4-7cdd84fdd2bb" providerId="ADAL" clId="{54A67444-F441-4145-B7B7-0BC8ED328209}" dt="2024-01-23T16:06:18.819" v="43"/>
        <pc:sldMkLst>
          <pc:docMk/>
          <pc:sldMk cId="2712866180" sldId="267"/>
        </pc:sldMkLst>
      </pc:sldChg>
      <pc:sldChg chg="add modNotes">
        <pc:chgData name="Qu, Chengyi" userId="9f02c3db-5b00-4063-9ad4-7cdd84fdd2bb" providerId="ADAL" clId="{54A67444-F441-4145-B7B7-0BC8ED328209}" dt="2024-01-23T16:06:18.819" v="43"/>
        <pc:sldMkLst>
          <pc:docMk/>
          <pc:sldMk cId="1180261676" sldId="268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1283235496" sldId="270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1976470243" sldId="271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2385946305" sldId="272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834100436" sldId="273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2242056526" sldId="276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3925861337" sldId="280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1986486448" sldId="281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2836295078" sldId="282"/>
        </pc:sldMkLst>
      </pc:sldChg>
      <pc:sldChg chg="add modNotes">
        <pc:chgData name="Qu, Chengyi" userId="9f02c3db-5b00-4063-9ad4-7cdd84fdd2bb" providerId="ADAL" clId="{54A67444-F441-4145-B7B7-0BC8ED328209}" dt="2024-01-23T16:06:18.819" v="43"/>
        <pc:sldMkLst>
          <pc:docMk/>
          <pc:sldMk cId="3696353953" sldId="303"/>
        </pc:sldMkLst>
      </pc:sldChg>
      <pc:sldChg chg="add modNotes">
        <pc:chgData name="Qu, Chengyi" userId="9f02c3db-5b00-4063-9ad4-7cdd84fdd2bb" providerId="ADAL" clId="{54A67444-F441-4145-B7B7-0BC8ED328209}" dt="2024-01-23T16:06:18.819" v="43"/>
        <pc:sldMkLst>
          <pc:docMk/>
          <pc:sldMk cId="2713426596" sldId="304"/>
        </pc:sldMkLst>
      </pc:sldChg>
      <pc:sldChg chg="add modNotes">
        <pc:chgData name="Qu, Chengyi" userId="9f02c3db-5b00-4063-9ad4-7cdd84fdd2bb" providerId="ADAL" clId="{54A67444-F441-4145-B7B7-0BC8ED328209}" dt="2024-01-23T16:06:18.819" v="43"/>
        <pc:sldMkLst>
          <pc:docMk/>
          <pc:sldMk cId="2387288212" sldId="305"/>
        </pc:sldMkLst>
      </pc:sldChg>
      <pc:sldChg chg="add modNotes">
        <pc:chgData name="Qu, Chengyi" userId="9f02c3db-5b00-4063-9ad4-7cdd84fdd2bb" providerId="ADAL" clId="{54A67444-F441-4145-B7B7-0BC8ED328209}" dt="2024-01-23T16:06:18.819" v="43"/>
        <pc:sldMkLst>
          <pc:docMk/>
          <pc:sldMk cId="3887296429" sldId="306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996191177" sldId="332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2088431158" sldId="333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3190255653" sldId="334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4015059804" sldId="335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4242966397" sldId="390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2319081198" sldId="446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626454371" sldId="504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1508545327" sldId="522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854743546" sldId="526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4168855840" sldId="533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1949189601" sldId="573"/>
        </pc:sldMkLst>
      </pc:sldChg>
      <pc:sldChg chg="addSp delSp modSp mod">
        <pc:chgData name="Qu, Chengyi" userId="9f02c3db-5b00-4063-9ad4-7cdd84fdd2bb" providerId="ADAL" clId="{54A67444-F441-4145-B7B7-0BC8ED328209}" dt="2024-01-23T16:06:18.819" v="43"/>
        <pc:sldMkLst>
          <pc:docMk/>
          <pc:sldMk cId="1987998376" sldId="964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3628008649" sldId="971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3445340925" sldId="972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1883330637" sldId="1261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2506038731" sldId="1262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612722790" sldId="1263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84850273" sldId="1264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1835531626" sldId="1266"/>
        </pc:sldMkLst>
      </pc:sldChg>
      <pc:sldChg chg="add modNotes">
        <pc:chgData name="Qu, Chengyi" userId="9f02c3db-5b00-4063-9ad4-7cdd84fdd2bb" providerId="ADAL" clId="{54A67444-F441-4145-B7B7-0BC8ED328209}" dt="2024-01-23T16:06:18.819" v="43"/>
        <pc:sldMkLst>
          <pc:docMk/>
          <pc:sldMk cId="2793842598" sldId="1267"/>
        </pc:sldMkLst>
      </pc:sldChg>
      <pc:sldChg chg="add modNotes">
        <pc:chgData name="Qu, Chengyi" userId="9f02c3db-5b00-4063-9ad4-7cdd84fdd2bb" providerId="ADAL" clId="{54A67444-F441-4145-B7B7-0BC8ED328209}" dt="2024-01-23T16:06:18.819" v="43"/>
        <pc:sldMkLst>
          <pc:docMk/>
          <pc:sldMk cId="3532468293" sldId="1268"/>
        </pc:sldMkLst>
      </pc:sldChg>
      <pc:sldChg chg="add modNotes">
        <pc:chgData name="Qu, Chengyi" userId="9f02c3db-5b00-4063-9ad4-7cdd84fdd2bb" providerId="ADAL" clId="{54A67444-F441-4145-B7B7-0BC8ED328209}" dt="2024-01-23T16:06:18.819" v="43"/>
        <pc:sldMkLst>
          <pc:docMk/>
          <pc:sldMk cId="912014593" sldId="1269"/>
        </pc:sldMkLst>
      </pc:sldChg>
      <pc:sldChg chg="add modNotes">
        <pc:chgData name="Qu, Chengyi" userId="9f02c3db-5b00-4063-9ad4-7cdd84fdd2bb" providerId="ADAL" clId="{54A67444-F441-4145-B7B7-0BC8ED328209}" dt="2024-01-23T16:06:18.819" v="43"/>
        <pc:sldMkLst>
          <pc:docMk/>
          <pc:sldMk cId="3645425597" sldId="1270"/>
        </pc:sldMkLst>
      </pc:sldChg>
      <pc:sldChg chg="add modNotes">
        <pc:chgData name="Qu, Chengyi" userId="9f02c3db-5b00-4063-9ad4-7cdd84fdd2bb" providerId="ADAL" clId="{54A67444-F441-4145-B7B7-0BC8ED328209}" dt="2024-01-23T16:06:18.819" v="43"/>
        <pc:sldMkLst>
          <pc:docMk/>
          <pc:sldMk cId="1358948776" sldId="1271"/>
        </pc:sldMkLst>
      </pc:sldChg>
      <pc:sldChg chg="add modNotes">
        <pc:chgData name="Qu, Chengyi" userId="9f02c3db-5b00-4063-9ad4-7cdd84fdd2bb" providerId="ADAL" clId="{54A67444-F441-4145-B7B7-0BC8ED328209}" dt="2024-01-23T16:06:18.819" v="43"/>
        <pc:sldMkLst>
          <pc:docMk/>
          <pc:sldMk cId="1825207080" sldId="1272"/>
        </pc:sldMkLst>
      </pc:sldChg>
      <pc:sldChg chg="modSp add mod">
        <pc:chgData name="Qu, Chengyi" userId="9f02c3db-5b00-4063-9ad4-7cdd84fdd2bb" providerId="ADAL" clId="{54A67444-F441-4145-B7B7-0BC8ED328209}" dt="2024-01-23T16:06:27.837" v="45" actId="207"/>
        <pc:sldMkLst>
          <pc:docMk/>
          <pc:sldMk cId="1950225687" sldId="1273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4245466408" sldId="1273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3408189992" sldId="1274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498325649" sldId="1275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2847344630" sldId="1276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1548890303" sldId="1277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3014670757" sldId="1278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375507717" sldId="1279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3565386033" sldId="1280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3047513738" sldId="1281"/>
        </pc:sldMkLst>
      </pc:sldChg>
      <pc:sldMasterChg chg="del delSldLayout">
        <pc:chgData name="Qu, Chengyi" userId="9f02c3db-5b00-4063-9ad4-7cdd84fdd2bb" providerId="ADAL" clId="{54A67444-F441-4145-B7B7-0BC8ED328209}" dt="2024-01-23T16:04:34.681" v="21" actId="47"/>
        <pc:sldMasterMkLst>
          <pc:docMk/>
          <pc:sldMasterMk cId="481874104" sldId="2147483667"/>
        </pc:sldMasterMkLst>
        <pc:sldLayoutChg chg="del">
          <pc:chgData name="Qu, Chengyi" userId="9f02c3db-5b00-4063-9ad4-7cdd84fdd2bb" providerId="ADAL" clId="{54A67444-F441-4145-B7B7-0BC8ED328209}" dt="2024-01-23T16:04:34.681" v="21" actId="47"/>
          <pc:sldLayoutMkLst>
            <pc:docMk/>
            <pc:sldMasterMk cId="481874104" sldId="2147483667"/>
            <pc:sldLayoutMk cId="3790666592" sldId="2147483668"/>
          </pc:sldLayoutMkLst>
        </pc:sldLayoutChg>
        <pc:sldLayoutChg chg="del">
          <pc:chgData name="Qu, Chengyi" userId="9f02c3db-5b00-4063-9ad4-7cdd84fdd2bb" providerId="ADAL" clId="{54A67444-F441-4145-B7B7-0BC8ED328209}" dt="2024-01-23T16:04:34.681" v="21" actId="47"/>
          <pc:sldLayoutMkLst>
            <pc:docMk/>
            <pc:sldMasterMk cId="481874104" sldId="2147483667"/>
            <pc:sldLayoutMk cId="3974852885" sldId="2147483669"/>
          </pc:sldLayoutMkLst>
        </pc:sldLayoutChg>
        <pc:sldLayoutChg chg="del">
          <pc:chgData name="Qu, Chengyi" userId="9f02c3db-5b00-4063-9ad4-7cdd84fdd2bb" providerId="ADAL" clId="{54A67444-F441-4145-B7B7-0BC8ED328209}" dt="2024-01-23T16:04:34.681" v="21" actId="47"/>
          <pc:sldLayoutMkLst>
            <pc:docMk/>
            <pc:sldMasterMk cId="481874104" sldId="2147483667"/>
            <pc:sldLayoutMk cId="2365228270" sldId="2147483670"/>
          </pc:sldLayoutMkLst>
        </pc:sldLayoutChg>
        <pc:sldLayoutChg chg="del">
          <pc:chgData name="Qu, Chengyi" userId="9f02c3db-5b00-4063-9ad4-7cdd84fdd2bb" providerId="ADAL" clId="{54A67444-F441-4145-B7B7-0BC8ED328209}" dt="2024-01-23T16:04:34.681" v="21" actId="47"/>
          <pc:sldLayoutMkLst>
            <pc:docMk/>
            <pc:sldMasterMk cId="481874104" sldId="2147483667"/>
            <pc:sldLayoutMk cId="1832629846" sldId="2147483671"/>
          </pc:sldLayoutMkLst>
        </pc:sldLayoutChg>
        <pc:sldLayoutChg chg="del">
          <pc:chgData name="Qu, Chengyi" userId="9f02c3db-5b00-4063-9ad4-7cdd84fdd2bb" providerId="ADAL" clId="{54A67444-F441-4145-B7B7-0BC8ED328209}" dt="2024-01-23T16:04:34.681" v="21" actId="47"/>
          <pc:sldLayoutMkLst>
            <pc:docMk/>
            <pc:sldMasterMk cId="481874104" sldId="2147483667"/>
            <pc:sldLayoutMk cId="2866846496" sldId="2147483672"/>
          </pc:sldLayoutMkLst>
        </pc:sldLayoutChg>
        <pc:sldLayoutChg chg="del">
          <pc:chgData name="Qu, Chengyi" userId="9f02c3db-5b00-4063-9ad4-7cdd84fdd2bb" providerId="ADAL" clId="{54A67444-F441-4145-B7B7-0BC8ED328209}" dt="2024-01-23T16:04:34.681" v="21" actId="47"/>
          <pc:sldLayoutMkLst>
            <pc:docMk/>
            <pc:sldMasterMk cId="481874104" sldId="2147483667"/>
            <pc:sldLayoutMk cId="2608458951" sldId="2147483673"/>
          </pc:sldLayoutMkLst>
        </pc:sldLayoutChg>
        <pc:sldLayoutChg chg="del">
          <pc:chgData name="Qu, Chengyi" userId="9f02c3db-5b00-4063-9ad4-7cdd84fdd2bb" providerId="ADAL" clId="{54A67444-F441-4145-B7B7-0BC8ED328209}" dt="2024-01-23T16:04:34.681" v="21" actId="47"/>
          <pc:sldLayoutMkLst>
            <pc:docMk/>
            <pc:sldMasterMk cId="481874104" sldId="2147483667"/>
            <pc:sldLayoutMk cId="1844881848" sldId="2147483674"/>
          </pc:sldLayoutMkLst>
        </pc:sldLayoutChg>
        <pc:sldLayoutChg chg="del">
          <pc:chgData name="Qu, Chengyi" userId="9f02c3db-5b00-4063-9ad4-7cdd84fdd2bb" providerId="ADAL" clId="{54A67444-F441-4145-B7B7-0BC8ED328209}" dt="2024-01-23T16:04:34.681" v="21" actId="47"/>
          <pc:sldLayoutMkLst>
            <pc:docMk/>
            <pc:sldMasterMk cId="481874104" sldId="2147483667"/>
            <pc:sldLayoutMk cId="2555211856" sldId="2147483675"/>
          </pc:sldLayoutMkLst>
        </pc:sldLayoutChg>
        <pc:sldLayoutChg chg="del">
          <pc:chgData name="Qu, Chengyi" userId="9f02c3db-5b00-4063-9ad4-7cdd84fdd2bb" providerId="ADAL" clId="{54A67444-F441-4145-B7B7-0BC8ED328209}" dt="2024-01-23T16:04:34.681" v="21" actId="47"/>
          <pc:sldLayoutMkLst>
            <pc:docMk/>
            <pc:sldMasterMk cId="481874104" sldId="2147483667"/>
            <pc:sldLayoutMk cId="1098067528" sldId="2147483676"/>
          </pc:sldLayoutMkLst>
        </pc:sldLayoutChg>
        <pc:sldLayoutChg chg="del">
          <pc:chgData name="Qu, Chengyi" userId="9f02c3db-5b00-4063-9ad4-7cdd84fdd2bb" providerId="ADAL" clId="{54A67444-F441-4145-B7B7-0BC8ED328209}" dt="2024-01-23T16:04:34.681" v="21" actId="47"/>
          <pc:sldLayoutMkLst>
            <pc:docMk/>
            <pc:sldMasterMk cId="481874104" sldId="2147483667"/>
            <pc:sldLayoutMk cId="926623382" sldId="2147483677"/>
          </pc:sldLayoutMkLst>
        </pc:sldLayoutChg>
        <pc:sldLayoutChg chg="del">
          <pc:chgData name="Qu, Chengyi" userId="9f02c3db-5b00-4063-9ad4-7cdd84fdd2bb" providerId="ADAL" clId="{54A67444-F441-4145-B7B7-0BC8ED328209}" dt="2024-01-23T16:04:34.681" v="21" actId="47"/>
          <pc:sldLayoutMkLst>
            <pc:docMk/>
            <pc:sldMasterMk cId="481874104" sldId="2147483667"/>
            <pc:sldLayoutMk cId="2049911616" sldId="2147483678"/>
          </pc:sldLayoutMkLst>
        </pc:sldLayoutChg>
        <pc:sldLayoutChg chg="del">
          <pc:chgData name="Qu, Chengyi" userId="9f02c3db-5b00-4063-9ad4-7cdd84fdd2bb" providerId="ADAL" clId="{54A67444-F441-4145-B7B7-0BC8ED328209}" dt="2024-01-23T16:04:34.681" v="21" actId="47"/>
          <pc:sldLayoutMkLst>
            <pc:docMk/>
            <pc:sldMasterMk cId="481874104" sldId="2147483667"/>
            <pc:sldLayoutMk cId="188227722" sldId="2147483679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817E84-D854-5046-8FA0-8EB8F2409D4E}" type="doc">
      <dgm:prSet loTypeId="urn:microsoft.com/office/officeart/2005/8/layout/hierarchy3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ABCCDAD-955C-9E4B-8701-4288B7276F34}">
      <dgm:prSet phldrT="[Text]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Should include</a:t>
          </a:r>
        </a:p>
      </dgm:t>
    </dgm:pt>
    <dgm:pt modelId="{27111DBA-00E3-9C42-ADC6-CB247A9E8698}" type="parTrans" cxnId="{97B2C6F5-09A2-8149-8B30-C1E4BEB97786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FA34D76-7F0A-7045-95EE-E2823411D2FE}" type="sibTrans" cxnId="{97B2C6F5-09A2-8149-8B30-C1E4BEB97786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5E4E9A8-B88D-1F46-BB65-9B5524F677A7}">
      <dgm:prSet/>
      <dgm:spPr>
        <a:ln>
          <a:solidFill>
            <a:schemeClr val="accent5">
              <a:lumMod val="50000"/>
            </a:schemeClr>
          </a:solidFill>
        </a:ln>
      </dgm:spPr>
      <dgm:t>
        <a:bodyPr/>
        <a:lstStyle/>
        <a:p>
          <a:r>
            <a:rPr lang="en-US" dirty="0">
              <a:effectLst/>
              <a:latin typeface="Arial" panose="020B0604020202020204" pitchFamily="34" charset="0"/>
              <a:cs typeface="Arial" panose="020B0604020202020204" pitchFamily="34" charset="0"/>
            </a:rPr>
            <a:t>Risks, recommended controls, action priority</a:t>
          </a:r>
        </a:p>
      </dgm:t>
    </dgm:pt>
    <dgm:pt modelId="{F5A4BBA0-CEC4-514D-AA4A-AE1447FBFC09}" type="parTrans" cxnId="{BD879718-5F5F-BD46-BB11-B71E8D897F9E}">
      <dgm:prSet/>
      <dgm:spPr>
        <a:ln>
          <a:solidFill>
            <a:schemeClr val="accent5">
              <a:lumMod val="60000"/>
              <a:lumOff val="40000"/>
            </a:schemeClr>
          </a:solidFill>
        </a:ln>
      </dgm:spPr>
      <dgm:t>
        <a:bodyPr/>
        <a:lstStyle/>
        <a:p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808E539-384D-2B4D-AA43-BE4E25B625B5}" type="sibTrans" cxnId="{BD879718-5F5F-BD46-BB11-B71E8D897F9E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C645762-8F19-CE40-B4D6-30BF4C5DA21C}">
      <dgm:prSet/>
      <dgm:spPr>
        <a:ln>
          <a:solidFill>
            <a:schemeClr val="accent5">
              <a:lumMod val="50000"/>
            </a:schemeClr>
          </a:solidFill>
        </a:ln>
      </dgm:spPr>
      <dgm:t>
        <a:bodyPr/>
        <a:lstStyle/>
        <a:p>
          <a:r>
            <a:rPr lang="en-US" dirty="0">
              <a:effectLst/>
              <a:latin typeface="Arial" panose="020B0604020202020204" pitchFamily="34" charset="0"/>
              <a:cs typeface="Arial" panose="020B0604020202020204" pitchFamily="34" charset="0"/>
            </a:rPr>
            <a:t>Selected controls, resources needed</a:t>
          </a:r>
        </a:p>
      </dgm:t>
    </dgm:pt>
    <dgm:pt modelId="{3D674692-D4B2-3844-B9AD-48A4E424B706}" type="parTrans" cxnId="{26E4503A-455F-FF43-A4DD-B5430B40FBD2}">
      <dgm:prSet/>
      <dgm:spPr>
        <a:ln>
          <a:solidFill>
            <a:schemeClr val="accent5">
              <a:lumMod val="60000"/>
              <a:lumOff val="40000"/>
            </a:schemeClr>
          </a:solidFill>
        </a:ln>
      </dgm:spPr>
      <dgm:t>
        <a:bodyPr/>
        <a:lstStyle/>
        <a:p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720E8F4-ED24-8E43-9E4A-336620604CE7}" type="sibTrans" cxnId="{26E4503A-455F-FF43-A4DD-B5430B40FBD2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DE68569-BF57-D144-BB7E-C8880931E4D1}">
      <dgm:prSet/>
      <dgm:spPr>
        <a:ln>
          <a:solidFill>
            <a:schemeClr val="accent5">
              <a:lumMod val="50000"/>
            </a:schemeClr>
          </a:solidFill>
        </a:ln>
      </dgm:spPr>
      <dgm:t>
        <a:bodyPr/>
        <a:lstStyle/>
        <a:p>
          <a:r>
            <a:rPr lang="en-US" dirty="0">
              <a:effectLst/>
              <a:latin typeface="Arial" panose="020B0604020202020204" pitchFamily="34" charset="0"/>
              <a:cs typeface="Arial" panose="020B0604020202020204" pitchFamily="34" charset="0"/>
            </a:rPr>
            <a:t>Responsible personnel, implementation dates</a:t>
          </a:r>
        </a:p>
      </dgm:t>
    </dgm:pt>
    <dgm:pt modelId="{176591FB-4B48-DE4B-AF1D-489670E52591}" type="parTrans" cxnId="{52526F81-CA8E-C44D-BA60-ED878B410F4B}">
      <dgm:prSet/>
      <dgm:spPr>
        <a:ln>
          <a:solidFill>
            <a:schemeClr val="accent5">
              <a:lumMod val="50000"/>
            </a:schemeClr>
          </a:solidFill>
        </a:ln>
      </dgm:spPr>
      <dgm:t>
        <a:bodyPr/>
        <a:lstStyle/>
        <a:p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93DB3A3-6BE6-2E45-B7CC-4960290D9CA9}" type="sibTrans" cxnId="{52526F81-CA8E-C44D-BA60-ED878B410F4B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D4FDDA3-7E45-D84E-B307-A64C1BCA14C6}">
      <dgm:prSet/>
      <dgm:spPr>
        <a:ln>
          <a:solidFill>
            <a:schemeClr val="accent5">
              <a:lumMod val="50000"/>
            </a:schemeClr>
          </a:solidFill>
        </a:ln>
      </dgm:spPr>
      <dgm:t>
        <a:bodyPr/>
        <a:lstStyle/>
        <a:p>
          <a:r>
            <a:rPr lang="en-US" dirty="0">
              <a:effectLst/>
              <a:latin typeface="Arial" panose="020B0604020202020204" pitchFamily="34" charset="0"/>
              <a:cs typeface="Arial" panose="020B0604020202020204" pitchFamily="34" charset="0"/>
            </a:rPr>
            <a:t>Maintenance requirements</a:t>
          </a:r>
        </a:p>
      </dgm:t>
    </dgm:pt>
    <dgm:pt modelId="{4A51C469-B7FC-A04D-BC99-D77A0717C993}" type="parTrans" cxnId="{C8B7E581-8274-0A4A-87C3-2EC573AA8F45}">
      <dgm:prSet/>
      <dgm:spPr>
        <a:ln>
          <a:solidFill>
            <a:schemeClr val="accent5">
              <a:lumMod val="60000"/>
              <a:lumOff val="40000"/>
            </a:schemeClr>
          </a:solidFill>
        </a:ln>
      </dgm:spPr>
      <dgm:t>
        <a:bodyPr/>
        <a:lstStyle/>
        <a:p>
          <a:endParaRPr lang="en-US" dirty="0">
            <a:solidFill>
              <a:schemeClr val="tx2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728E9DB-0FD7-C846-8760-A9A8DC2EBD80}" type="sibTrans" cxnId="{C8B7E581-8274-0A4A-87C3-2EC573AA8F45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70F2D08-9676-F545-8466-27F12AF33DB4}" type="pres">
      <dgm:prSet presAssocID="{E9817E84-D854-5046-8FA0-8EB8F2409D4E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C576FAD-6291-5541-9E62-D992DCEA2AC1}" type="pres">
      <dgm:prSet presAssocID="{8ABCCDAD-955C-9E4B-8701-4288B7276F34}" presName="root" presStyleCnt="0"/>
      <dgm:spPr/>
    </dgm:pt>
    <dgm:pt modelId="{31E43F3B-5E08-3B4C-984B-C3C3F9C036F1}" type="pres">
      <dgm:prSet presAssocID="{8ABCCDAD-955C-9E4B-8701-4288B7276F34}" presName="rootComposite" presStyleCnt="0"/>
      <dgm:spPr/>
    </dgm:pt>
    <dgm:pt modelId="{6B56650E-4BE7-B541-9CCE-6E3EAB2AD4FD}" type="pres">
      <dgm:prSet presAssocID="{8ABCCDAD-955C-9E4B-8701-4288B7276F34}" presName="rootText" presStyleLbl="node1" presStyleIdx="0" presStyleCnt="1"/>
      <dgm:spPr/>
    </dgm:pt>
    <dgm:pt modelId="{844FED9C-5BF0-6A40-85E1-DAFDC7B4EC79}" type="pres">
      <dgm:prSet presAssocID="{8ABCCDAD-955C-9E4B-8701-4288B7276F34}" presName="rootConnector" presStyleLbl="node1" presStyleIdx="0" presStyleCnt="1"/>
      <dgm:spPr/>
    </dgm:pt>
    <dgm:pt modelId="{6008E401-EBCC-9246-B471-EFBC388B468E}" type="pres">
      <dgm:prSet presAssocID="{8ABCCDAD-955C-9E4B-8701-4288B7276F34}" presName="childShape" presStyleCnt="0"/>
      <dgm:spPr/>
    </dgm:pt>
    <dgm:pt modelId="{B721259A-05F5-024D-B417-3A98C7D91C93}" type="pres">
      <dgm:prSet presAssocID="{F5A4BBA0-CEC4-514D-AA4A-AE1447FBFC09}" presName="Name13" presStyleLbl="parChTrans1D2" presStyleIdx="0" presStyleCnt="4"/>
      <dgm:spPr/>
    </dgm:pt>
    <dgm:pt modelId="{AE5D2AE9-23C0-D045-8B99-DAC0F72AC4A4}" type="pres">
      <dgm:prSet presAssocID="{F5E4E9A8-B88D-1F46-BB65-9B5524F677A7}" presName="childText" presStyleLbl="bgAcc1" presStyleIdx="0" presStyleCnt="4">
        <dgm:presLayoutVars>
          <dgm:bulletEnabled val="1"/>
        </dgm:presLayoutVars>
      </dgm:prSet>
      <dgm:spPr/>
    </dgm:pt>
    <dgm:pt modelId="{7C919996-FA28-FB42-9304-919C3A5E0608}" type="pres">
      <dgm:prSet presAssocID="{3D674692-D4B2-3844-B9AD-48A4E424B706}" presName="Name13" presStyleLbl="parChTrans1D2" presStyleIdx="1" presStyleCnt="4"/>
      <dgm:spPr/>
    </dgm:pt>
    <dgm:pt modelId="{887656BB-9829-844F-91F6-5AACB7CEE500}" type="pres">
      <dgm:prSet presAssocID="{7C645762-8F19-CE40-B4D6-30BF4C5DA21C}" presName="childText" presStyleLbl="bgAcc1" presStyleIdx="1" presStyleCnt="4">
        <dgm:presLayoutVars>
          <dgm:bulletEnabled val="1"/>
        </dgm:presLayoutVars>
      </dgm:prSet>
      <dgm:spPr/>
    </dgm:pt>
    <dgm:pt modelId="{535927C0-98DC-2B48-B388-23B860D6E9B7}" type="pres">
      <dgm:prSet presAssocID="{176591FB-4B48-DE4B-AF1D-489670E52591}" presName="Name13" presStyleLbl="parChTrans1D2" presStyleIdx="2" presStyleCnt="4"/>
      <dgm:spPr/>
    </dgm:pt>
    <dgm:pt modelId="{C7331CA7-7119-9B4B-9E7D-B6F5F9D5DACD}" type="pres">
      <dgm:prSet presAssocID="{BDE68569-BF57-D144-BB7E-C8880931E4D1}" presName="childText" presStyleLbl="bgAcc1" presStyleIdx="2" presStyleCnt="4">
        <dgm:presLayoutVars>
          <dgm:bulletEnabled val="1"/>
        </dgm:presLayoutVars>
      </dgm:prSet>
      <dgm:spPr/>
    </dgm:pt>
    <dgm:pt modelId="{ECA69AB4-2B39-5245-845C-A67606810600}" type="pres">
      <dgm:prSet presAssocID="{4A51C469-B7FC-A04D-BC99-D77A0717C993}" presName="Name13" presStyleLbl="parChTrans1D2" presStyleIdx="3" presStyleCnt="4"/>
      <dgm:spPr/>
    </dgm:pt>
    <dgm:pt modelId="{68B64870-1DE7-6D48-A726-71ED48E39753}" type="pres">
      <dgm:prSet presAssocID="{5D4FDDA3-7E45-D84E-B307-A64C1BCA14C6}" presName="childText" presStyleLbl="bgAcc1" presStyleIdx="3" presStyleCnt="4">
        <dgm:presLayoutVars>
          <dgm:bulletEnabled val="1"/>
        </dgm:presLayoutVars>
      </dgm:prSet>
      <dgm:spPr/>
    </dgm:pt>
  </dgm:ptLst>
  <dgm:cxnLst>
    <dgm:cxn modelId="{C91E2A15-5F96-EE4A-9D5C-9D6461C2EA66}" type="presOf" srcId="{E9817E84-D854-5046-8FA0-8EB8F2409D4E}" destId="{970F2D08-9676-F545-8466-27F12AF33DB4}" srcOrd="0" destOrd="0" presId="urn:microsoft.com/office/officeart/2005/8/layout/hierarchy3"/>
    <dgm:cxn modelId="{BD879718-5F5F-BD46-BB11-B71E8D897F9E}" srcId="{8ABCCDAD-955C-9E4B-8701-4288B7276F34}" destId="{F5E4E9A8-B88D-1F46-BB65-9B5524F677A7}" srcOrd="0" destOrd="0" parTransId="{F5A4BBA0-CEC4-514D-AA4A-AE1447FBFC09}" sibTransId="{D808E539-384D-2B4D-AA43-BE4E25B625B5}"/>
    <dgm:cxn modelId="{5631D922-A08E-5846-BA6A-FDE36315D796}" type="presOf" srcId="{176591FB-4B48-DE4B-AF1D-489670E52591}" destId="{535927C0-98DC-2B48-B388-23B860D6E9B7}" srcOrd="0" destOrd="0" presId="urn:microsoft.com/office/officeart/2005/8/layout/hierarchy3"/>
    <dgm:cxn modelId="{336E7F2C-8B40-244A-AAC4-0AE5D34A9A25}" type="presOf" srcId="{F5E4E9A8-B88D-1F46-BB65-9B5524F677A7}" destId="{AE5D2AE9-23C0-D045-8B99-DAC0F72AC4A4}" srcOrd="0" destOrd="0" presId="urn:microsoft.com/office/officeart/2005/8/layout/hierarchy3"/>
    <dgm:cxn modelId="{26E4503A-455F-FF43-A4DD-B5430B40FBD2}" srcId="{8ABCCDAD-955C-9E4B-8701-4288B7276F34}" destId="{7C645762-8F19-CE40-B4D6-30BF4C5DA21C}" srcOrd="1" destOrd="0" parTransId="{3D674692-D4B2-3844-B9AD-48A4E424B706}" sibTransId="{E720E8F4-ED24-8E43-9E4A-336620604CE7}"/>
    <dgm:cxn modelId="{876A2B44-65CD-B046-8010-319DBEFDE453}" type="presOf" srcId="{8ABCCDAD-955C-9E4B-8701-4288B7276F34}" destId="{6B56650E-4BE7-B541-9CCE-6E3EAB2AD4FD}" srcOrd="0" destOrd="0" presId="urn:microsoft.com/office/officeart/2005/8/layout/hierarchy3"/>
    <dgm:cxn modelId="{52526F81-CA8E-C44D-BA60-ED878B410F4B}" srcId="{8ABCCDAD-955C-9E4B-8701-4288B7276F34}" destId="{BDE68569-BF57-D144-BB7E-C8880931E4D1}" srcOrd="2" destOrd="0" parTransId="{176591FB-4B48-DE4B-AF1D-489670E52591}" sibTransId="{E93DB3A3-6BE6-2E45-B7CC-4960290D9CA9}"/>
    <dgm:cxn modelId="{C8B7E581-8274-0A4A-87C3-2EC573AA8F45}" srcId="{8ABCCDAD-955C-9E4B-8701-4288B7276F34}" destId="{5D4FDDA3-7E45-D84E-B307-A64C1BCA14C6}" srcOrd="3" destOrd="0" parTransId="{4A51C469-B7FC-A04D-BC99-D77A0717C993}" sibTransId="{0728E9DB-0FD7-C846-8760-A9A8DC2EBD80}"/>
    <dgm:cxn modelId="{6049C988-B2FF-8F4D-8FC2-19133C0DA6E1}" type="presOf" srcId="{7C645762-8F19-CE40-B4D6-30BF4C5DA21C}" destId="{887656BB-9829-844F-91F6-5AACB7CEE500}" srcOrd="0" destOrd="0" presId="urn:microsoft.com/office/officeart/2005/8/layout/hierarchy3"/>
    <dgm:cxn modelId="{7D1CE297-CE61-CC42-A5F9-17F70B731F84}" type="presOf" srcId="{5D4FDDA3-7E45-D84E-B307-A64C1BCA14C6}" destId="{68B64870-1DE7-6D48-A726-71ED48E39753}" srcOrd="0" destOrd="0" presId="urn:microsoft.com/office/officeart/2005/8/layout/hierarchy3"/>
    <dgm:cxn modelId="{04DCABA0-4288-3148-87AC-18D3B0252C1F}" type="presOf" srcId="{BDE68569-BF57-D144-BB7E-C8880931E4D1}" destId="{C7331CA7-7119-9B4B-9E7D-B6F5F9D5DACD}" srcOrd="0" destOrd="0" presId="urn:microsoft.com/office/officeart/2005/8/layout/hierarchy3"/>
    <dgm:cxn modelId="{EF4175AB-DA85-6848-BA8E-742F629A69DA}" type="presOf" srcId="{4A51C469-B7FC-A04D-BC99-D77A0717C993}" destId="{ECA69AB4-2B39-5245-845C-A67606810600}" srcOrd="0" destOrd="0" presId="urn:microsoft.com/office/officeart/2005/8/layout/hierarchy3"/>
    <dgm:cxn modelId="{335D58B0-6C3F-C244-8658-680F9AB8BC7C}" type="presOf" srcId="{3D674692-D4B2-3844-B9AD-48A4E424B706}" destId="{7C919996-FA28-FB42-9304-919C3A5E0608}" srcOrd="0" destOrd="0" presId="urn:microsoft.com/office/officeart/2005/8/layout/hierarchy3"/>
    <dgm:cxn modelId="{9E5C1DC8-9EB1-DA48-B51F-93935B9C7E3E}" type="presOf" srcId="{F5A4BBA0-CEC4-514D-AA4A-AE1447FBFC09}" destId="{B721259A-05F5-024D-B417-3A98C7D91C93}" srcOrd="0" destOrd="0" presId="urn:microsoft.com/office/officeart/2005/8/layout/hierarchy3"/>
    <dgm:cxn modelId="{DEC789E8-0447-7444-8EDD-6873F32B9E3B}" type="presOf" srcId="{8ABCCDAD-955C-9E4B-8701-4288B7276F34}" destId="{844FED9C-5BF0-6A40-85E1-DAFDC7B4EC79}" srcOrd="1" destOrd="0" presId="urn:microsoft.com/office/officeart/2005/8/layout/hierarchy3"/>
    <dgm:cxn modelId="{97B2C6F5-09A2-8149-8B30-C1E4BEB97786}" srcId="{E9817E84-D854-5046-8FA0-8EB8F2409D4E}" destId="{8ABCCDAD-955C-9E4B-8701-4288B7276F34}" srcOrd="0" destOrd="0" parTransId="{27111DBA-00E3-9C42-ADC6-CB247A9E8698}" sibTransId="{6FA34D76-7F0A-7045-95EE-E2823411D2FE}"/>
    <dgm:cxn modelId="{059C8A8F-522C-544B-A030-038F5297DC53}" type="presParOf" srcId="{970F2D08-9676-F545-8466-27F12AF33DB4}" destId="{EC576FAD-6291-5541-9E62-D992DCEA2AC1}" srcOrd="0" destOrd="0" presId="urn:microsoft.com/office/officeart/2005/8/layout/hierarchy3"/>
    <dgm:cxn modelId="{A1A29F37-B5AC-3F40-8AEF-DB56E4D220DA}" type="presParOf" srcId="{EC576FAD-6291-5541-9E62-D992DCEA2AC1}" destId="{31E43F3B-5E08-3B4C-984B-C3C3F9C036F1}" srcOrd="0" destOrd="0" presId="urn:microsoft.com/office/officeart/2005/8/layout/hierarchy3"/>
    <dgm:cxn modelId="{CD16A73B-CC8B-6347-BCA3-2A3B06A791B1}" type="presParOf" srcId="{31E43F3B-5E08-3B4C-984B-C3C3F9C036F1}" destId="{6B56650E-4BE7-B541-9CCE-6E3EAB2AD4FD}" srcOrd="0" destOrd="0" presId="urn:microsoft.com/office/officeart/2005/8/layout/hierarchy3"/>
    <dgm:cxn modelId="{CB316246-C5D6-934A-A333-56ED36CE265F}" type="presParOf" srcId="{31E43F3B-5E08-3B4C-984B-C3C3F9C036F1}" destId="{844FED9C-5BF0-6A40-85E1-DAFDC7B4EC79}" srcOrd="1" destOrd="0" presId="urn:microsoft.com/office/officeart/2005/8/layout/hierarchy3"/>
    <dgm:cxn modelId="{F738F59C-8503-0143-86F5-720E06CE311D}" type="presParOf" srcId="{EC576FAD-6291-5541-9E62-D992DCEA2AC1}" destId="{6008E401-EBCC-9246-B471-EFBC388B468E}" srcOrd="1" destOrd="0" presId="urn:microsoft.com/office/officeart/2005/8/layout/hierarchy3"/>
    <dgm:cxn modelId="{A267025D-0645-C042-8A6C-C998AD4C651A}" type="presParOf" srcId="{6008E401-EBCC-9246-B471-EFBC388B468E}" destId="{B721259A-05F5-024D-B417-3A98C7D91C93}" srcOrd="0" destOrd="0" presId="urn:microsoft.com/office/officeart/2005/8/layout/hierarchy3"/>
    <dgm:cxn modelId="{87040204-415C-4242-A20C-2795534FC0E5}" type="presParOf" srcId="{6008E401-EBCC-9246-B471-EFBC388B468E}" destId="{AE5D2AE9-23C0-D045-8B99-DAC0F72AC4A4}" srcOrd="1" destOrd="0" presId="urn:microsoft.com/office/officeart/2005/8/layout/hierarchy3"/>
    <dgm:cxn modelId="{0DF14588-2925-D844-9CFA-20CDE11A6EE5}" type="presParOf" srcId="{6008E401-EBCC-9246-B471-EFBC388B468E}" destId="{7C919996-FA28-FB42-9304-919C3A5E0608}" srcOrd="2" destOrd="0" presId="urn:microsoft.com/office/officeart/2005/8/layout/hierarchy3"/>
    <dgm:cxn modelId="{11D04B79-B4A8-D642-A96E-44AD24F1DE85}" type="presParOf" srcId="{6008E401-EBCC-9246-B471-EFBC388B468E}" destId="{887656BB-9829-844F-91F6-5AACB7CEE500}" srcOrd="3" destOrd="0" presId="urn:microsoft.com/office/officeart/2005/8/layout/hierarchy3"/>
    <dgm:cxn modelId="{5DC8991E-9C5B-C741-8BBD-F297BC452B3D}" type="presParOf" srcId="{6008E401-EBCC-9246-B471-EFBC388B468E}" destId="{535927C0-98DC-2B48-B388-23B860D6E9B7}" srcOrd="4" destOrd="0" presId="urn:microsoft.com/office/officeart/2005/8/layout/hierarchy3"/>
    <dgm:cxn modelId="{C463E828-053A-A340-9D8E-18880927EF9B}" type="presParOf" srcId="{6008E401-EBCC-9246-B471-EFBC388B468E}" destId="{C7331CA7-7119-9B4B-9E7D-B6F5F9D5DACD}" srcOrd="5" destOrd="0" presId="urn:microsoft.com/office/officeart/2005/8/layout/hierarchy3"/>
    <dgm:cxn modelId="{7DD0CE6D-ACC0-964F-8ADB-AC13EC3FE407}" type="presParOf" srcId="{6008E401-EBCC-9246-B471-EFBC388B468E}" destId="{ECA69AB4-2B39-5245-845C-A67606810600}" srcOrd="6" destOrd="0" presId="urn:microsoft.com/office/officeart/2005/8/layout/hierarchy3"/>
    <dgm:cxn modelId="{89B6936B-EC17-AF4A-B3B9-008D69A891C2}" type="presParOf" srcId="{6008E401-EBCC-9246-B471-EFBC388B468E}" destId="{68B64870-1DE7-6D48-A726-71ED48E39753}" srcOrd="7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E1E4B68-F667-DE44-A54C-1AB0DABA7E84}" type="doc">
      <dgm:prSet loTypeId="urn:microsoft.com/office/officeart/2005/8/layout/hList6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E464E6D-828B-D74C-A891-83588AD89683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pPr rtl="0"/>
          <a:r>
            <a:rPr lang="en-US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IT security plan documents: </a:t>
          </a:r>
        </a:p>
      </dgm:t>
    </dgm:pt>
    <dgm:pt modelId="{CD952E0C-1521-0D43-AE07-02F9036F69F2}" type="parTrans" cxnId="{F5D8E2E3-8594-0F40-8A4A-4182FF88DD34}">
      <dgm:prSet/>
      <dgm:spPr/>
      <dgm:t>
        <a:bodyPr/>
        <a:lstStyle/>
        <a:p>
          <a:endParaRPr lang="en-US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7DDE098-043A-3D4A-B76E-E313D14CAD24}" type="sibTrans" cxnId="{F5D8E2E3-8594-0F40-8A4A-4182FF88DD34}">
      <dgm:prSet/>
      <dgm:spPr/>
      <dgm:t>
        <a:bodyPr/>
        <a:lstStyle/>
        <a:p>
          <a:endParaRPr lang="en-US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7512BDD-4166-F942-B97D-8557318A7B47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pPr rtl="0"/>
          <a:r>
            <a:rPr lang="en-US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What needs to be done for each selected control</a:t>
          </a:r>
        </a:p>
      </dgm:t>
    </dgm:pt>
    <dgm:pt modelId="{ADEB3139-47B5-594E-BCB0-792699B2EECB}" type="parTrans" cxnId="{6E140B5B-4AB1-D143-9965-1ED69F23C064}">
      <dgm:prSet/>
      <dgm:spPr/>
      <dgm:t>
        <a:bodyPr/>
        <a:lstStyle/>
        <a:p>
          <a:endParaRPr lang="en-US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4A1494F-16E8-BF46-ABAA-C6DF6C4A42B7}" type="sibTrans" cxnId="{6E140B5B-4AB1-D143-9965-1ED69F23C064}">
      <dgm:prSet/>
      <dgm:spPr/>
      <dgm:t>
        <a:bodyPr/>
        <a:lstStyle/>
        <a:p>
          <a:endParaRPr lang="en-US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3577437-EDAC-9747-9223-99C3135FB852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pPr rtl="0"/>
          <a:r>
            <a:rPr lang="en-US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Personnel responsible</a:t>
          </a:r>
        </a:p>
      </dgm:t>
    </dgm:pt>
    <dgm:pt modelId="{082A2150-6F54-E545-A773-CFED4B2D01E9}" type="parTrans" cxnId="{691DC783-57EF-B94D-8607-C8C5F7E33E5E}">
      <dgm:prSet/>
      <dgm:spPr/>
      <dgm:t>
        <a:bodyPr/>
        <a:lstStyle/>
        <a:p>
          <a:endParaRPr lang="en-US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057AC55-C929-F542-894A-01FDAFD19F26}" type="sibTrans" cxnId="{691DC783-57EF-B94D-8607-C8C5F7E33E5E}">
      <dgm:prSet/>
      <dgm:spPr/>
      <dgm:t>
        <a:bodyPr/>
        <a:lstStyle/>
        <a:p>
          <a:endParaRPr lang="en-US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F13EC1A-71E9-1D4E-9A93-60CBD1335D97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pPr rtl="0"/>
          <a:r>
            <a:rPr lang="en-US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Resources and time frame</a:t>
          </a:r>
        </a:p>
      </dgm:t>
    </dgm:pt>
    <dgm:pt modelId="{2F7F0E25-500A-9D46-AACD-596B3AE08CD3}" type="parTrans" cxnId="{8F3B940E-1DF3-7040-9135-CA54DE953E07}">
      <dgm:prSet/>
      <dgm:spPr/>
      <dgm:t>
        <a:bodyPr/>
        <a:lstStyle/>
        <a:p>
          <a:endParaRPr lang="en-US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75707A4-6224-0C4D-A30F-DEC6A330AD3B}" type="sibTrans" cxnId="{8F3B940E-1DF3-7040-9135-CA54DE953E07}">
      <dgm:prSet/>
      <dgm:spPr/>
      <dgm:t>
        <a:bodyPr/>
        <a:lstStyle/>
        <a:p>
          <a:endParaRPr lang="en-US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65D18DA-AF94-034A-920E-367BA7E4FBEB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pPr rtl="0"/>
          <a:r>
            <a:rPr lang="en-US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Identified personnel:</a:t>
          </a:r>
        </a:p>
      </dgm:t>
    </dgm:pt>
    <dgm:pt modelId="{F4AE3499-D82C-144A-96E5-588F81027709}" type="parTrans" cxnId="{CE32FE4C-8C35-AA4C-87AC-6891845E4774}">
      <dgm:prSet/>
      <dgm:spPr/>
      <dgm:t>
        <a:bodyPr/>
        <a:lstStyle/>
        <a:p>
          <a:endParaRPr lang="en-US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194A585-2A60-CC4F-9270-DC618CF70318}" type="sibTrans" cxnId="{CE32FE4C-8C35-AA4C-87AC-6891845E4774}">
      <dgm:prSet/>
      <dgm:spPr/>
      <dgm:t>
        <a:bodyPr/>
        <a:lstStyle/>
        <a:p>
          <a:endParaRPr lang="en-US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FDB263D-CAB3-024E-8475-B9C227F9624D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pPr rtl="0"/>
          <a:r>
            <a:rPr lang="en-US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Implement new or enhanced controls</a:t>
          </a:r>
        </a:p>
      </dgm:t>
    </dgm:pt>
    <dgm:pt modelId="{3B542E20-597F-064F-885D-929D0C61FEE4}" type="parTrans" cxnId="{A50763A6-97E7-594A-AA8C-3CE221AA4B60}">
      <dgm:prSet/>
      <dgm:spPr/>
      <dgm:t>
        <a:bodyPr/>
        <a:lstStyle/>
        <a:p>
          <a:endParaRPr lang="en-US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A51DC15-F80D-9842-8B88-906791F59EB4}" type="sibTrans" cxnId="{A50763A6-97E7-594A-AA8C-3CE221AA4B60}">
      <dgm:prSet/>
      <dgm:spPr/>
      <dgm:t>
        <a:bodyPr/>
        <a:lstStyle/>
        <a:p>
          <a:endParaRPr lang="en-US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AF05DA4-8341-5A47-A0EA-FE7BB1207059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pPr rtl="0"/>
          <a:r>
            <a:rPr lang="en-US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May need system configuration changes, upgrades or new system installation</a:t>
          </a:r>
        </a:p>
      </dgm:t>
    </dgm:pt>
    <dgm:pt modelId="{E8F37739-DD97-6047-BCCE-C059722AC365}" type="parTrans" cxnId="{315018A7-AA01-2743-96B1-267D8402E6F5}">
      <dgm:prSet/>
      <dgm:spPr/>
      <dgm:t>
        <a:bodyPr/>
        <a:lstStyle/>
        <a:p>
          <a:endParaRPr lang="en-US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2042325-4608-F54B-A302-5B178357E552}" type="sibTrans" cxnId="{315018A7-AA01-2743-96B1-267D8402E6F5}">
      <dgm:prSet/>
      <dgm:spPr/>
      <dgm:t>
        <a:bodyPr/>
        <a:lstStyle/>
        <a:p>
          <a:endParaRPr lang="en-US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70AD440-AD5D-DE47-B38B-E47990B7D0D7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pPr rtl="0"/>
          <a:r>
            <a:rPr lang="en-US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May also involve development of new or extended procedures</a:t>
          </a:r>
        </a:p>
      </dgm:t>
    </dgm:pt>
    <dgm:pt modelId="{D620E912-71D9-334A-A689-4D709C57C160}" type="parTrans" cxnId="{0980FE0A-6545-784F-B888-4501D29B3F26}">
      <dgm:prSet/>
      <dgm:spPr/>
      <dgm:t>
        <a:bodyPr/>
        <a:lstStyle/>
        <a:p>
          <a:endParaRPr lang="en-US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DE3CEDE-4B32-7F4E-B3A6-ECF738157EF9}" type="sibTrans" cxnId="{0980FE0A-6545-784F-B888-4501D29B3F26}">
      <dgm:prSet/>
      <dgm:spPr/>
      <dgm:t>
        <a:bodyPr/>
        <a:lstStyle/>
        <a:p>
          <a:endParaRPr lang="en-US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2BA0D14-60D9-B24F-A866-50087B4F5339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pPr rtl="0"/>
          <a:r>
            <a:rPr lang="en-US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Need to be encouraged and monitored by management</a:t>
          </a:r>
        </a:p>
      </dgm:t>
    </dgm:pt>
    <dgm:pt modelId="{FFC5CDE5-2D3A-1641-80B8-1615056973DD}" type="parTrans" cxnId="{CDFEF125-36D4-D64C-B245-2D926FA6A006}">
      <dgm:prSet/>
      <dgm:spPr/>
      <dgm:t>
        <a:bodyPr/>
        <a:lstStyle/>
        <a:p>
          <a:endParaRPr lang="en-US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5966864-B292-7947-A80E-7D0475231D3E}" type="sibTrans" cxnId="{CDFEF125-36D4-D64C-B245-2D926FA6A006}">
      <dgm:prSet/>
      <dgm:spPr/>
      <dgm:t>
        <a:bodyPr/>
        <a:lstStyle/>
        <a:p>
          <a:endParaRPr lang="en-US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26DF7C1-26EA-2140-90D3-80701CB9F1FE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pPr rtl="0"/>
          <a:r>
            <a:rPr lang="en-US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When implementation is completed management authorizes the system for operational use</a:t>
          </a:r>
        </a:p>
      </dgm:t>
    </dgm:pt>
    <dgm:pt modelId="{B1677DD4-2FE6-5448-B490-4801E09E10F9}" type="parTrans" cxnId="{BCA18675-B297-6749-B232-B6FE632A4FD3}">
      <dgm:prSet/>
      <dgm:spPr/>
      <dgm:t>
        <a:bodyPr/>
        <a:lstStyle/>
        <a:p>
          <a:endParaRPr lang="en-US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619598C-047C-6C4E-A20D-E7F339DAD000}" type="sibTrans" cxnId="{BCA18675-B297-6749-B232-B6FE632A4FD3}">
      <dgm:prSet/>
      <dgm:spPr/>
      <dgm:t>
        <a:bodyPr/>
        <a:lstStyle/>
        <a:p>
          <a:endParaRPr lang="en-US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3E07EEE-BD14-F845-AED2-2F7FD67B56D0}" type="pres">
      <dgm:prSet presAssocID="{4E1E4B68-F667-DE44-A54C-1AB0DABA7E84}" presName="Name0" presStyleCnt="0">
        <dgm:presLayoutVars>
          <dgm:dir/>
          <dgm:resizeHandles val="exact"/>
        </dgm:presLayoutVars>
      </dgm:prSet>
      <dgm:spPr/>
    </dgm:pt>
    <dgm:pt modelId="{814F6F70-D5D1-2940-AC52-BA0B54AE6C65}" type="pres">
      <dgm:prSet presAssocID="{BE464E6D-828B-D74C-A891-83588AD89683}" presName="node" presStyleLbl="node1" presStyleIdx="0" presStyleCnt="3">
        <dgm:presLayoutVars>
          <dgm:bulletEnabled val="1"/>
        </dgm:presLayoutVars>
      </dgm:prSet>
      <dgm:spPr/>
    </dgm:pt>
    <dgm:pt modelId="{8A5FA54A-49B8-8E4A-B25C-B761E21C9E51}" type="pres">
      <dgm:prSet presAssocID="{57DDE098-043A-3D4A-B76E-E313D14CAD24}" presName="sibTrans" presStyleCnt="0"/>
      <dgm:spPr/>
    </dgm:pt>
    <dgm:pt modelId="{257B7868-3E85-3547-B1BB-EF1D6FD8A468}" type="pres">
      <dgm:prSet presAssocID="{A65D18DA-AF94-034A-920E-367BA7E4FBEB}" presName="node" presStyleLbl="node1" presStyleIdx="1" presStyleCnt="3">
        <dgm:presLayoutVars>
          <dgm:bulletEnabled val="1"/>
        </dgm:presLayoutVars>
      </dgm:prSet>
      <dgm:spPr/>
    </dgm:pt>
    <dgm:pt modelId="{26D33AC7-8790-1F4E-85A2-E6217C5C8A6D}" type="pres">
      <dgm:prSet presAssocID="{0194A585-2A60-CC4F-9270-DC618CF70318}" presName="sibTrans" presStyleCnt="0"/>
      <dgm:spPr/>
    </dgm:pt>
    <dgm:pt modelId="{F00163D4-7968-264D-A3B4-CCFCA1095065}" type="pres">
      <dgm:prSet presAssocID="{A26DF7C1-26EA-2140-90D3-80701CB9F1FE}" presName="node" presStyleLbl="node1" presStyleIdx="2" presStyleCnt="3">
        <dgm:presLayoutVars>
          <dgm:bulletEnabled val="1"/>
        </dgm:presLayoutVars>
      </dgm:prSet>
      <dgm:spPr/>
    </dgm:pt>
  </dgm:ptLst>
  <dgm:cxnLst>
    <dgm:cxn modelId="{0980FE0A-6545-784F-B888-4501D29B3F26}" srcId="{A65D18DA-AF94-034A-920E-367BA7E4FBEB}" destId="{470AD440-AD5D-DE47-B38B-E47990B7D0D7}" srcOrd="2" destOrd="0" parTransId="{D620E912-71D9-334A-A689-4D709C57C160}" sibTransId="{5DE3CEDE-4B32-7F4E-B3A6-ECF738157EF9}"/>
    <dgm:cxn modelId="{8F3B940E-1DF3-7040-9135-CA54DE953E07}" srcId="{BE464E6D-828B-D74C-A891-83588AD89683}" destId="{2F13EC1A-71E9-1D4E-9A93-60CBD1335D97}" srcOrd="2" destOrd="0" parTransId="{2F7F0E25-500A-9D46-AACD-596B3AE08CD3}" sibTransId="{E75707A4-6224-0C4D-A30F-DEC6A330AD3B}"/>
    <dgm:cxn modelId="{FF00EC17-8CAE-994B-ADB7-2203A90D922B}" type="presOf" srcId="{A65D18DA-AF94-034A-920E-367BA7E4FBEB}" destId="{257B7868-3E85-3547-B1BB-EF1D6FD8A468}" srcOrd="0" destOrd="0" presId="urn:microsoft.com/office/officeart/2005/8/layout/hList6"/>
    <dgm:cxn modelId="{31B9CA18-3034-964C-AA25-0D1097252A09}" type="presOf" srcId="{D2BA0D14-60D9-B24F-A866-50087B4F5339}" destId="{257B7868-3E85-3547-B1BB-EF1D6FD8A468}" srcOrd="0" destOrd="4" presId="urn:microsoft.com/office/officeart/2005/8/layout/hList6"/>
    <dgm:cxn modelId="{CDFEF125-36D4-D64C-B245-2D926FA6A006}" srcId="{A65D18DA-AF94-034A-920E-367BA7E4FBEB}" destId="{D2BA0D14-60D9-B24F-A866-50087B4F5339}" srcOrd="3" destOrd="0" parTransId="{FFC5CDE5-2D3A-1641-80B8-1615056973DD}" sibTransId="{45966864-B292-7947-A80E-7D0475231D3E}"/>
    <dgm:cxn modelId="{28AACE3E-0BE6-7D47-A9A5-5F4CFD31BA8C}" type="presOf" srcId="{A3577437-EDAC-9747-9223-99C3135FB852}" destId="{814F6F70-D5D1-2940-AC52-BA0B54AE6C65}" srcOrd="0" destOrd="2" presId="urn:microsoft.com/office/officeart/2005/8/layout/hList6"/>
    <dgm:cxn modelId="{6E140B5B-4AB1-D143-9965-1ED69F23C064}" srcId="{BE464E6D-828B-D74C-A891-83588AD89683}" destId="{07512BDD-4166-F942-B97D-8557318A7B47}" srcOrd="0" destOrd="0" parTransId="{ADEB3139-47B5-594E-BCB0-792699B2EECB}" sibTransId="{C4A1494F-16E8-BF46-ABAA-C6DF6C4A42B7}"/>
    <dgm:cxn modelId="{217B7F66-3333-944E-9ED7-AF5E614D31DE}" type="presOf" srcId="{07512BDD-4166-F942-B97D-8557318A7B47}" destId="{814F6F70-D5D1-2940-AC52-BA0B54AE6C65}" srcOrd="0" destOrd="1" presId="urn:microsoft.com/office/officeart/2005/8/layout/hList6"/>
    <dgm:cxn modelId="{CE32FE4C-8C35-AA4C-87AC-6891845E4774}" srcId="{4E1E4B68-F667-DE44-A54C-1AB0DABA7E84}" destId="{A65D18DA-AF94-034A-920E-367BA7E4FBEB}" srcOrd="1" destOrd="0" parTransId="{F4AE3499-D82C-144A-96E5-588F81027709}" sibTransId="{0194A585-2A60-CC4F-9270-DC618CF70318}"/>
    <dgm:cxn modelId="{BCA18675-B297-6749-B232-B6FE632A4FD3}" srcId="{4E1E4B68-F667-DE44-A54C-1AB0DABA7E84}" destId="{A26DF7C1-26EA-2140-90D3-80701CB9F1FE}" srcOrd="2" destOrd="0" parTransId="{B1677DD4-2FE6-5448-B490-4801E09E10F9}" sibTransId="{E619598C-047C-6C4E-A20D-E7F339DAD000}"/>
    <dgm:cxn modelId="{397A677F-F673-A24E-8DBE-88EF734432A4}" type="presOf" srcId="{4E1E4B68-F667-DE44-A54C-1AB0DABA7E84}" destId="{13E07EEE-BD14-F845-AED2-2F7FD67B56D0}" srcOrd="0" destOrd="0" presId="urn:microsoft.com/office/officeart/2005/8/layout/hList6"/>
    <dgm:cxn modelId="{691DC783-57EF-B94D-8607-C8C5F7E33E5E}" srcId="{BE464E6D-828B-D74C-A891-83588AD89683}" destId="{A3577437-EDAC-9747-9223-99C3135FB852}" srcOrd="1" destOrd="0" parTransId="{082A2150-6F54-E545-A773-CFED4B2D01E9}" sibTransId="{3057AC55-C929-F542-894A-01FDAFD19F26}"/>
    <dgm:cxn modelId="{D22F3690-E9F2-B34D-BC5A-BCB2EF6B70A2}" type="presOf" srcId="{470AD440-AD5D-DE47-B38B-E47990B7D0D7}" destId="{257B7868-3E85-3547-B1BB-EF1D6FD8A468}" srcOrd="0" destOrd="3" presId="urn:microsoft.com/office/officeart/2005/8/layout/hList6"/>
    <dgm:cxn modelId="{FF6C29A5-BDBF-8241-9E04-A6FFB6B19835}" type="presOf" srcId="{A26DF7C1-26EA-2140-90D3-80701CB9F1FE}" destId="{F00163D4-7968-264D-A3B4-CCFCA1095065}" srcOrd="0" destOrd="0" presId="urn:microsoft.com/office/officeart/2005/8/layout/hList6"/>
    <dgm:cxn modelId="{A50763A6-97E7-594A-AA8C-3CE221AA4B60}" srcId="{A65D18DA-AF94-034A-920E-367BA7E4FBEB}" destId="{8FDB263D-CAB3-024E-8475-B9C227F9624D}" srcOrd="0" destOrd="0" parTransId="{3B542E20-597F-064F-885D-929D0C61FEE4}" sibTransId="{4A51DC15-F80D-9842-8B88-906791F59EB4}"/>
    <dgm:cxn modelId="{315018A7-AA01-2743-96B1-267D8402E6F5}" srcId="{A65D18DA-AF94-034A-920E-367BA7E4FBEB}" destId="{3AF05DA4-8341-5A47-A0EA-FE7BB1207059}" srcOrd="1" destOrd="0" parTransId="{E8F37739-DD97-6047-BCCE-C059722AC365}" sibTransId="{52042325-4608-F54B-A302-5B178357E552}"/>
    <dgm:cxn modelId="{18F882A8-FC01-F042-BEAE-E626F6E1F8E4}" type="presOf" srcId="{8FDB263D-CAB3-024E-8475-B9C227F9624D}" destId="{257B7868-3E85-3547-B1BB-EF1D6FD8A468}" srcOrd="0" destOrd="1" presId="urn:microsoft.com/office/officeart/2005/8/layout/hList6"/>
    <dgm:cxn modelId="{C60F44E0-DD09-3F45-B699-85D0E29DE060}" type="presOf" srcId="{BE464E6D-828B-D74C-A891-83588AD89683}" destId="{814F6F70-D5D1-2940-AC52-BA0B54AE6C65}" srcOrd="0" destOrd="0" presId="urn:microsoft.com/office/officeart/2005/8/layout/hList6"/>
    <dgm:cxn modelId="{F5D8E2E3-8594-0F40-8A4A-4182FF88DD34}" srcId="{4E1E4B68-F667-DE44-A54C-1AB0DABA7E84}" destId="{BE464E6D-828B-D74C-A891-83588AD89683}" srcOrd="0" destOrd="0" parTransId="{CD952E0C-1521-0D43-AE07-02F9036F69F2}" sibTransId="{57DDE098-043A-3D4A-B76E-E313D14CAD24}"/>
    <dgm:cxn modelId="{F2E679E6-3CE8-DE48-866F-3FFC731AAB54}" type="presOf" srcId="{3AF05DA4-8341-5A47-A0EA-FE7BB1207059}" destId="{257B7868-3E85-3547-B1BB-EF1D6FD8A468}" srcOrd="0" destOrd="2" presId="urn:microsoft.com/office/officeart/2005/8/layout/hList6"/>
    <dgm:cxn modelId="{03E3A7F7-630C-F044-B8FC-A5C02C1C294D}" type="presOf" srcId="{2F13EC1A-71E9-1D4E-9A93-60CBD1335D97}" destId="{814F6F70-D5D1-2940-AC52-BA0B54AE6C65}" srcOrd="0" destOrd="3" presId="urn:microsoft.com/office/officeart/2005/8/layout/hList6"/>
    <dgm:cxn modelId="{20A56D53-7A59-7E48-84DC-A5D275BBBB65}" type="presParOf" srcId="{13E07EEE-BD14-F845-AED2-2F7FD67B56D0}" destId="{814F6F70-D5D1-2940-AC52-BA0B54AE6C65}" srcOrd="0" destOrd="0" presId="urn:microsoft.com/office/officeart/2005/8/layout/hList6"/>
    <dgm:cxn modelId="{5008FCA4-6B7C-D943-A6E0-198730DABC5E}" type="presParOf" srcId="{13E07EEE-BD14-F845-AED2-2F7FD67B56D0}" destId="{8A5FA54A-49B8-8E4A-B25C-B761E21C9E51}" srcOrd="1" destOrd="0" presId="urn:microsoft.com/office/officeart/2005/8/layout/hList6"/>
    <dgm:cxn modelId="{5BCA51AF-C528-CD41-8CF3-392F5EE63684}" type="presParOf" srcId="{13E07EEE-BD14-F845-AED2-2F7FD67B56D0}" destId="{257B7868-3E85-3547-B1BB-EF1D6FD8A468}" srcOrd="2" destOrd="0" presId="urn:microsoft.com/office/officeart/2005/8/layout/hList6"/>
    <dgm:cxn modelId="{DC44D64F-9FB1-3849-B9CE-254C0B00335A}" type="presParOf" srcId="{13E07EEE-BD14-F845-AED2-2F7FD67B56D0}" destId="{26D33AC7-8790-1F4E-85A2-E6217C5C8A6D}" srcOrd="3" destOrd="0" presId="urn:microsoft.com/office/officeart/2005/8/layout/hList6"/>
    <dgm:cxn modelId="{A25272ED-F8B9-F947-83B8-B38DA6E7246C}" type="presParOf" srcId="{13E07EEE-BD14-F845-AED2-2F7FD67B56D0}" destId="{F00163D4-7968-264D-A3B4-CCFCA1095065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9F1AE4A-2274-A647-B901-EAF276BB56B5}" type="doc">
      <dgm:prSet loTypeId="urn:microsoft.com/office/officeart/2005/8/layout/h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6DF8EA0-7CCB-5643-A93A-A07DB379AB6B}">
      <dgm:prSet phldrT="[Text]" custT="1"/>
      <dgm:spPr>
        <a:solidFill>
          <a:schemeClr val="accent3">
            <a:lumMod val="75000"/>
          </a:schemeClr>
        </a:solidFill>
        <a:ln>
          <a:solidFill>
            <a:schemeClr val="accent3">
              <a:lumMod val="50000"/>
            </a:schemeClr>
          </a:solidFill>
        </a:ln>
      </dgm:spPr>
      <dgm:t>
        <a:bodyPr/>
        <a:lstStyle/>
        <a:p>
          <a:r>
            <a:rPr lang="en-US" sz="2400" b="1" i="0" dirty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Includes a number of aspects</a:t>
          </a:r>
          <a:endParaRPr lang="en-US" sz="2400" b="1" i="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63AA794-27F5-F146-BFE4-5BE587727177}" type="parTrans" cxnId="{3EF06331-736B-6246-AD87-26E7119CE706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9B226E5-7580-DB49-B895-1EEC8AB763AE}" type="sibTrans" cxnId="{3EF06331-736B-6246-AD87-26E7119CE706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25F15EC-CCB4-D44F-90B7-B6512DE1FAEE}">
      <dgm:prSet/>
      <dgm:spPr>
        <a:solidFill>
          <a:schemeClr val="bg1"/>
        </a:solidFill>
      </dgm:spPr>
      <dgm:t>
        <a:bodyPr/>
        <a:lstStyle/>
        <a:p>
          <a:r>
            <a:rPr lang="en-US" dirty="0">
              <a:latin typeface="Arial" panose="020B0604020202020204" pitchFamily="34" charset="0"/>
              <a:ea typeface="+mn-ea"/>
              <a:cs typeface="Arial" panose="020B0604020202020204" pitchFamily="34" charset="0"/>
            </a:rPr>
            <a:t>Maintenance of security controls</a:t>
          </a:r>
        </a:p>
      </dgm:t>
    </dgm:pt>
    <dgm:pt modelId="{7B11B4B5-7B64-0E49-91E7-5465863ECAAA}" type="parTrans" cxnId="{B1BEA0CE-E7EF-1B43-8239-56B20D09075B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8405F4C-8061-E743-B7CA-2066D36025FE}" type="sibTrans" cxnId="{B1BEA0CE-E7EF-1B43-8239-56B20D09075B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C426684-96A6-A747-AA4A-78B2951EDC43}">
      <dgm:prSet/>
      <dgm:spPr>
        <a:solidFill>
          <a:schemeClr val="bg1"/>
        </a:solidFill>
      </dgm:spPr>
      <dgm:t>
        <a:bodyPr/>
        <a:lstStyle/>
        <a:p>
          <a:r>
            <a:rPr lang="en-US" dirty="0">
              <a:latin typeface="Arial" panose="020B0604020202020204" pitchFamily="34" charset="0"/>
              <a:ea typeface="+mn-ea"/>
              <a:cs typeface="Arial" panose="020B0604020202020204" pitchFamily="34" charset="0"/>
            </a:rPr>
            <a:t>Security compliance checking</a:t>
          </a:r>
        </a:p>
      </dgm:t>
    </dgm:pt>
    <dgm:pt modelId="{0E6597BD-C67B-BB47-9789-C3D902A55B4B}" type="parTrans" cxnId="{8D07F037-DC17-354B-8D67-EF0E2B052728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49B4DAB-A956-8441-8D90-CD805DD12D30}" type="sibTrans" cxnId="{8D07F037-DC17-354B-8D67-EF0E2B052728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29E820A-F177-964E-BB81-D336D1F727F5}">
      <dgm:prSet/>
      <dgm:spPr>
        <a:solidFill>
          <a:schemeClr val="bg1"/>
        </a:solidFill>
      </dgm:spPr>
      <dgm:t>
        <a:bodyPr/>
        <a:lstStyle/>
        <a:p>
          <a:r>
            <a:rPr lang="en-US" dirty="0">
              <a:latin typeface="Arial" panose="020B0604020202020204" pitchFamily="34" charset="0"/>
              <a:ea typeface="+mn-ea"/>
              <a:cs typeface="Arial" panose="020B0604020202020204" pitchFamily="34" charset="0"/>
            </a:rPr>
            <a:t>Change and configuration management</a:t>
          </a:r>
        </a:p>
      </dgm:t>
    </dgm:pt>
    <dgm:pt modelId="{57591957-1ECE-AB42-AADA-C280622BA06D}" type="parTrans" cxnId="{FD6BE71F-61AD-5544-9B27-1D5F2B052EB3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AB55FCB-DFC7-EB47-BCB0-EFE2825EACC2}" type="sibTrans" cxnId="{FD6BE71F-61AD-5544-9B27-1D5F2B052EB3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F6AA785-A453-5643-8C62-EA459EA3CDAB}">
      <dgm:prSet/>
      <dgm:spPr>
        <a:solidFill>
          <a:schemeClr val="bg1"/>
        </a:solidFill>
      </dgm:spPr>
      <dgm:t>
        <a:bodyPr/>
        <a:lstStyle/>
        <a:p>
          <a:r>
            <a:rPr lang="en-US" dirty="0">
              <a:latin typeface="Arial" panose="020B0604020202020204" pitchFamily="34" charset="0"/>
              <a:ea typeface="+mn-ea"/>
              <a:cs typeface="Arial" panose="020B0604020202020204" pitchFamily="34" charset="0"/>
            </a:rPr>
            <a:t>Incident handling</a:t>
          </a:r>
        </a:p>
      </dgm:t>
    </dgm:pt>
    <dgm:pt modelId="{2AF7CB2A-50CE-C044-B6E6-B68C22618958}" type="parTrans" cxnId="{443F1E3B-C65F-6D43-B029-7A4740547985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DA514F2-7821-7D40-95EC-E355E9A7913B}" type="sibTrans" cxnId="{443F1E3B-C65F-6D43-B029-7A4740547985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8BBF26C-3D86-2246-BBEF-40B13DD9DA87}" type="pres">
      <dgm:prSet presAssocID="{99F1AE4A-2274-A647-B901-EAF276BB56B5}" presName="Name0" presStyleCnt="0">
        <dgm:presLayoutVars>
          <dgm:dir/>
          <dgm:animLvl val="lvl"/>
          <dgm:resizeHandles val="exact"/>
        </dgm:presLayoutVars>
      </dgm:prSet>
      <dgm:spPr/>
    </dgm:pt>
    <dgm:pt modelId="{A136B7C8-FCF9-DB44-B5E7-C4F8691A0499}" type="pres">
      <dgm:prSet presAssocID="{46DF8EA0-7CCB-5643-A93A-A07DB379AB6B}" presName="composite" presStyleCnt="0"/>
      <dgm:spPr/>
    </dgm:pt>
    <dgm:pt modelId="{F757406B-5ABA-0A4C-A525-387B95498A0E}" type="pres">
      <dgm:prSet presAssocID="{46DF8EA0-7CCB-5643-A93A-A07DB379AB6B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6EBE5E45-590F-D943-AB07-0CB8407D7FF8}" type="pres">
      <dgm:prSet presAssocID="{46DF8EA0-7CCB-5643-A93A-A07DB379AB6B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FD6BE71F-61AD-5544-9B27-1D5F2B052EB3}" srcId="{46DF8EA0-7CCB-5643-A93A-A07DB379AB6B}" destId="{129E820A-F177-964E-BB81-D336D1F727F5}" srcOrd="2" destOrd="0" parTransId="{57591957-1ECE-AB42-AADA-C280622BA06D}" sibTransId="{FAB55FCB-DFC7-EB47-BCB0-EFE2825EACC2}"/>
    <dgm:cxn modelId="{3EF06331-736B-6246-AD87-26E7119CE706}" srcId="{99F1AE4A-2274-A647-B901-EAF276BB56B5}" destId="{46DF8EA0-7CCB-5643-A93A-A07DB379AB6B}" srcOrd="0" destOrd="0" parTransId="{C63AA794-27F5-F146-BFE4-5BE587727177}" sibTransId="{B9B226E5-7580-DB49-B895-1EEC8AB763AE}"/>
    <dgm:cxn modelId="{8D07F037-DC17-354B-8D67-EF0E2B052728}" srcId="{46DF8EA0-7CCB-5643-A93A-A07DB379AB6B}" destId="{BC426684-96A6-A747-AA4A-78B2951EDC43}" srcOrd="1" destOrd="0" parTransId="{0E6597BD-C67B-BB47-9789-C3D902A55B4B}" sibTransId="{549B4DAB-A956-8441-8D90-CD805DD12D30}"/>
    <dgm:cxn modelId="{443F1E3B-C65F-6D43-B029-7A4740547985}" srcId="{46DF8EA0-7CCB-5643-A93A-A07DB379AB6B}" destId="{CF6AA785-A453-5643-8C62-EA459EA3CDAB}" srcOrd="3" destOrd="0" parTransId="{2AF7CB2A-50CE-C044-B6E6-B68C22618958}" sibTransId="{9DA514F2-7821-7D40-95EC-E355E9A7913B}"/>
    <dgm:cxn modelId="{A47CAA7C-C541-ED43-ADD3-25DA8D1A8134}" type="presOf" srcId="{99F1AE4A-2274-A647-B901-EAF276BB56B5}" destId="{28BBF26C-3D86-2246-BBEF-40B13DD9DA87}" srcOrd="0" destOrd="0" presId="urn:microsoft.com/office/officeart/2005/8/layout/hList1"/>
    <dgm:cxn modelId="{6FFA078C-44F2-F64F-97C2-BDFF88864BA5}" type="presOf" srcId="{46DF8EA0-7CCB-5643-A93A-A07DB379AB6B}" destId="{F757406B-5ABA-0A4C-A525-387B95498A0E}" srcOrd="0" destOrd="0" presId="urn:microsoft.com/office/officeart/2005/8/layout/hList1"/>
    <dgm:cxn modelId="{90F16E94-B251-3D41-AEC2-420F84382C57}" type="presOf" srcId="{CF6AA785-A453-5643-8C62-EA459EA3CDAB}" destId="{6EBE5E45-590F-D943-AB07-0CB8407D7FF8}" srcOrd="0" destOrd="3" presId="urn:microsoft.com/office/officeart/2005/8/layout/hList1"/>
    <dgm:cxn modelId="{78C688AD-D338-B242-8648-16DEB9AEEF78}" type="presOf" srcId="{B25F15EC-CCB4-D44F-90B7-B6512DE1FAEE}" destId="{6EBE5E45-590F-D943-AB07-0CB8407D7FF8}" srcOrd="0" destOrd="0" presId="urn:microsoft.com/office/officeart/2005/8/layout/hList1"/>
    <dgm:cxn modelId="{BAA11ABA-9567-6945-83B3-7D1E474A8401}" type="presOf" srcId="{BC426684-96A6-A747-AA4A-78B2951EDC43}" destId="{6EBE5E45-590F-D943-AB07-0CB8407D7FF8}" srcOrd="0" destOrd="1" presId="urn:microsoft.com/office/officeart/2005/8/layout/hList1"/>
    <dgm:cxn modelId="{B1BEA0CE-E7EF-1B43-8239-56B20D09075B}" srcId="{46DF8EA0-7CCB-5643-A93A-A07DB379AB6B}" destId="{B25F15EC-CCB4-D44F-90B7-B6512DE1FAEE}" srcOrd="0" destOrd="0" parTransId="{7B11B4B5-7B64-0E49-91E7-5465863ECAAA}" sibTransId="{88405F4C-8061-E743-B7CA-2066D36025FE}"/>
    <dgm:cxn modelId="{C19455EC-608C-904C-8C22-F261B6AF01EE}" type="presOf" srcId="{129E820A-F177-964E-BB81-D336D1F727F5}" destId="{6EBE5E45-590F-D943-AB07-0CB8407D7FF8}" srcOrd="0" destOrd="2" presId="urn:microsoft.com/office/officeart/2005/8/layout/hList1"/>
    <dgm:cxn modelId="{89074A91-3267-794D-AD23-A73F59515429}" type="presParOf" srcId="{28BBF26C-3D86-2246-BBEF-40B13DD9DA87}" destId="{A136B7C8-FCF9-DB44-B5E7-C4F8691A0499}" srcOrd="0" destOrd="0" presId="urn:microsoft.com/office/officeart/2005/8/layout/hList1"/>
    <dgm:cxn modelId="{A61ABC3F-A6CE-184A-B6F7-8893CA6E7359}" type="presParOf" srcId="{A136B7C8-FCF9-DB44-B5E7-C4F8691A0499}" destId="{F757406B-5ABA-0A4C-A525-387B95498A0E}" srcOrd="0" destOrd="0" presId="urn:microsoft.com/office/officeart/2005/8/layout/hList1"/>
    <dgm:cxn modelId="{A750F27F-FC84-2647-8B46-ACD2007716E7}" type="presParOf" srcId="{A136B7C8-FCF9-DB44-B5E7-C4F8691A0499}" destId="{6EBE5E45-590F-D943-AB07-0CB8407D7FF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2D64C67-A162-BD4A-974D-51828053EFD4}" type="doc">
      <dgm:prSet loTypeId="urn:microsoft.com/office/officeart/2005/8/layout/venn3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7CDFADE-3CFA-9F4D-8017-2681B0CA32CC}">
      <dgm:prSet custT="1"/>
      <dgm:spPr>
        <a:solidFill>
          <a:schemeClr val="accent6">
            <a:lumMod val="60000"/>
            <a:lumOff val="40000"/>
          </a:schemeClr>
        </a:solidFill>
        <a:ln>
          <a:solidFill>
            <a:schemeClr val="accent3">
              <a:lumMod val="50000"/>
            </a:schemeClr>
          </a:solidFill>
        </a:ln>
      </dgm:spPr>
      <dgm:t>
        <a:bodyPr/>
        <a:lstStyle/>
        <a:p>
          <a:r>
            <a:rPr lang="en-US" sz="16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Periodic review of controls</a:t>
          </a:r>
        </a:p>
      </dgm:t>
    </dgm:pt>
    <dgm:pt modelId="{F77A297C-A3CE-174B-A241-BBCAFB1EB648}" type="parTrans" cxnId="{DE2307C1-A43B-7546-A929-40183AF60E92}">
      <dgm:prSet/>
      <dgm:spPr/>
      <dgm:t>
        <a:bodyPr/>
        <a:lstStyle/>
        <a:p>
          <a:endParaRPr lang="en-US" b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1484785-51D2-FE40-A944-69107B0296D0}" type="sibTrans" cxnId="{DE2307C1-A43B-7546-A929-40183AF60E92}">
      <dgm:prSet/>
      <dgm:spPr/>
      <dgm:t>
        <a:bodyPr/>
        <a:lstStyle/>
        <a:p>
          <a:endParaRPr lang="en-US" b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55BE1D1-076A-9549-9C67-B2ED78EF9CDA}">
      <dgm:prSet custT="1"/>
      <dgm:spPr>
        <a:solidFill>
          <a:schemeClr val="accent6">
            <a:lumMod val="60000"/>
            <a:lumOff val="40000"/>
          </a:schemeClr>
        </a:solidFill>
        <a:ln>
          <a:solidFill>
            <a:schemeClr val="accent3">
              <a:lumMod val="50000"/>
            </a:schemeClr>
          </a:solidFill>
        </a:ln>
      </dgm:spPr>
      <dgm:t>
        <a:bodyPr/>
        <a:lstStyle/>
        <a:p>
          <a:r>
            <a:rPr lang="en-US" sz="16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Upgrade of controls to meet new requirements</a:t>
          </a:r>
        </a:p>
      </dgm:t>
    </dgm:pt>
    <dgm:pt modelId="{F068766A-3D6C-BC41-B482-A626E295694D}" type="parTrans" cxnId="{A0EB495E-12B9-7E48-8BC6-ACC71248EF11}">
      <dgm:prSet/>
      <dgm:spPr/>
      <dgm:t>
        <a:bodyPr/>
        <a:lstStyle/>
        <a:p>
          <a:endParaRPr lang="en-US" b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D85888A-0547-B84C-8976-39D5E16CD6B2}" type="sibTrans" cxnId="{A0EB495E-12B9-7E48-8BC6-ACC71248EF11}">
      <dgm:prSet/>
      <dgm:spPr/>
      <dgm:t>
        <a:bodyPr/>
        <a:lstStyle/>
        <a:p>
          <a:endParaRPr lang="en-US" b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354105A-A47E-6742-83BC-ABD4EB570A48}">
      <dgm:prSet custT="1"/>
      <dgm:spPr>
        <a:solidFill>
          <a:schemeClr val="accent6">
            <a:lumMod val="60000"/>
            <a:lumOff val="40000"/>
          </a:schemeClr>
        </a:solidFill>
        <a:ln>
          <a:solidFill>
            <a:schemeClr val="accent3">
              <a:lumMod val="50000"/>
            </a:schemeClr>
          </a:solidFill>
        </a:ln>
      </dgm:spPr>
      <dgm:t>
        <a:bodyPr/>
        <a:lstStyle/>
        <a:p>
          <a:r>
            <a:rPr lang="en-US" sz="16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System changes do not impact controls</a:t>
          </a:r>
        </a:p>
      </dgm:t>
    </dgm:pt>
    <dgm:pt modelId="{42B1962A-1630-AA4F-8AFC-2EA0DB8B3A27}" type="parTrans" cxnId="{6480937F-28A9-884D-BEFB-0AC864125BBE}">
      <dgm:prSet/>
      <dgm:spPr/>
      <dgm:t>
        <a:bodyPr/>
        <a:lstStyle/>
        <a:p>
          <a:endParaRPr lang="en-US" b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AD029A7-F072-7545-A5BA-78AF9A7D27B1}" type="sibTrans" cxnId="{6480937F-28A9-884D-BEFB-0AC864125BBE}">
      <dgm:prSet/>
      <dgm:spPr/>
      <dgm:t>
        <a:bodyPr/>
        <a:lstStyle/>
        <a:p>
          <a:endParaRPr lang="en-US" b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F14C74E-7F79-524D-B68C-9B29E3F0F98E}">
      <dgm:prSet custT="1"/>
      <dgm:spPr>
        <a:solidFill>
          <a:schemeClr val="accent6">
            <a:lumMod val="60000"/>
            <a:lumOff val="40000"/>
          </a:schemeClr>
        </a:solidFill>
        <a:ln>
          <a:solidFill>
            <a:schemeClr val="accent3">
              <a:lumMod val="50000"/>
            </a:schemeClr>
          </a:solidFill>
        </a:ln>
      </dgm:spPr>
      <dgm:t>
        <a:bodyPr/>
        <a:lstStyle/>
        <a:p>
          <a:r>
            <a:rPr lang="en-US" sz="16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Address new threats or vulnerabilities</a:t>
          </a:r>
        </a:p>
      </dgm:t>
    </dgm:pt>
    <dgm:pt modelId="{9D945201-09A8-A147-8366-32F54D8C0FAA}" type="parTrans" cxnId="{96D1F857-C5C3-9544-845A-81F76543F963}">
      <dgm:prSet/>
      <dgm:spPr/>
      <dgm:t>
        <a:bodyPr/>
        <a:lstStyle/>
        <a:p>
          <a:endParaRPr lang="en-US" b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FFDD2D0-54C0-794C-A72B-413CB7E05A14}" type="sibTrans" cxnId="{96D1F857-C5C3-9544-845A-81F76543F963}">
      <dgm:prSet/>
      <dgm:spPr/>
      <dgm:t>
        <a:bodyPr/>
        <a:lstStyle/>
        <a:p>
          <a:endParaRPr lang="en-US" b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B572979-9A06-7840-90AA-AAE0D9A1A59F}" type="pres">
      <dgm:prSet presAssocID="{F2D64C67-A162-BD4A-974D-51828053EFD4}" presName="Name0" presStyleCnt="0">
        <dgm:presLayoutVars>
          <dgm:dir/>
          <dgm:resizeHandles val="exact"/>
        </dgm:presLayoutVars>
      </dgm:prSet>
      <dgm:spPr/>
    </dgm:pt>
    <dgm:pt modelId="{16E6D8D1-4202-CC4E-9A3B-54955769094D}" type="pres">
      <dgm:prSet presAssocID="{C7CDFADE-3CFA-9F4D-8017-2681B0CA32CC}" presName="Name5" presStyleLbl="vennNode1" presStyleIdx="0" presStyleCnt="4">
        <dgm:presLayoutVars>
          <dgm:bulletEnabled val="1"/>
        </dgm:presLayoutVars>
      </dgm:prSet>
      <dgm:spPr/>
    </dgm:pt>
    <dgm:pt modelId="{16D09F2A-22DE-414E-9D4D-3BDD0E636C1D}" type="pres">
      <dgm:prSet presAssocID="{B1484785-51D2-FE40-A944-69107B0296D0}" presName="space" presStyleCnt="0"/>
      <dgm:spPr/>
    </dgm:pt>
    <dgm:pt modelId="{15709739-4678-674D-8FCB-58E5821EEE47}" type="pres">
      <dgm:prSet presAssocID="{555BE1D1-076A-9549-9C67-B2ED78EF9CDA}" presName="Name5" presStyleLbl="vennNode1" presStyleIdx="1" presStyleCnt="4">
        <dgm:presLayoutVars>
          <dgm:bulletEnabled val="1"/>
        </dgm:presLayoutVars>
      </dgm:prSet>
      <dgm:spPr/>
    </dgm:pt>
    <dgm:pt modelId="{D55B3B87-2842-9044-8B80-0274336B10DA}" type="pres">
      <dgm:prSet presAssocID="{DD85888A-0547-B84C-8976-39D5E16CD6B2}" presName="space" presStyleCnt="0"/>
      <dgm:spPr/>
    </dgm:pt>
    <dgm:pt modelId="{620DDF20-24CD-F441-A7BF-3C9E568E0503}" type="pres">
      <dgm:prSet presAssocID="{1354105A-A47E-6742-83BC-ABD4EB570A48}" presName="Name5" presStyleLbl="vennNode1" presStyleIdx="2" presStyleCnt="4">
        <dgm:presLayoutVars>
          <dgm:bulletEnabled val="1"/>
        </dgm:presLayoutVars>
      </dgm:prSet>
      <dgm:spPr/>
    </dgm:pt>
    <dgm:pt modelId="{DB6C1486-113B-C54F-94F5-925599471225}" type="pres">
      <dgm:prSet presAssocID="{CAD029A7-F072-7545-A5BA-78AF9A7D27B1}" presName="space" presStyleCnt="0"/>
      <dgm:spPr/>
    </dgm:pt>
    <dgm:pt modelId="{AEC40B1F-2BDF-0140-A63B-E717CFD4700D}" type="pres">
      <dgm:prSet presAssocID="{7F14C74E-7F79-524D-B68C-9B29E3F0F98E}" presName="Name5" presStyleLbl="vennNode1" presStyleIdx="3" presStyleCnt="4">
        <dgm:presLayoutVars>
          <dgm:bulletEnabled val="1"/>
        </dgm:presLayoutVars>
      </dgm:prSet>
      <dgm:spPr/>
    </dgm:pt>
  </dgm:ptLst>
  <dgm:cxnLst>
    <dgm:cxn modelId="{19CA8A0D-400C-8146-8AFE-458B1CE9A95C}" type="presOf" srcId="{555BE1D1-076A-9549-9C67-B2ED78EF9CDA}" destId="{15709739-4678-674D-8FCB-58E5821EEE47}" srcOrd="0" destOrd="0" presId="urn:microsoft.com/office/officeart/2005/8/layout/venn3"/>
    <dgm:cxn modelId="{0748FF1E-2EBC-E442-A3DC-81FBF9D253F9}" type="presOf" srcId="{1354105A-A47E-6742-83BC-ABD4EB570A48}" destId="{620DDF20-24CD-F441-A7BF-3C9E568E0503}" srcOrd="0" destOrd="0" presId="urn:microsoft.com/office/officeart/2005/8/layout/venn3"/>
    <dgm:cxn modelId="{BA9EE635-7E52-3641-A73A-5FE3ED74EDD0}" type="presOf" srcId="{C7CDFADE-3CFA-9F4D-8017-2681B0CA32CC}" destId="{16E6D8D1-4202-CC4E-9A3B-54955769094D}" srcOrd="0" destOrd="0" presId="urn:microsoft.com/office/officeart/2005/8/layout/venn3"/>
    <dgm:cxn modelId="{A0EB495E-12B9-7E48-8BC6-ACC71248EF11}" srcId="{F2D64C67-A162-BD4A-974D-51828053EFD4}" destId="{555BE1D1-076A-9549-9C67-B2ED78EF9CDA}" srcOrd="1" destOrd="0" parTransId="{F068766A-3D6C-BC41-B482-A626E295694D}" sibTransId="{DD85888A-0547-B84C-8976-39D5E16CD6B2}"/>
    <dgm:cxn modelId="{96D1F857-C5C3-9544-845A-81F76543F963}" srcId="{F2D64C67-A162-BD4A-974D-51828053EFD4}" destId="{7F14C74E-7F79-524D-B68C-9B29E3F0F98E}" srcOrd="3" destOrd="0" parTransId="{9D945201-09A8-A147-8366-32F54D8C0FAA}" sibTransId="{9FFDD2D0-54C0-794C-A72B-413CB7E05A14}"/>
    <dgm:cxn modelId="{6480937F-28A9-884D-BEFB-0AC864125BBE}" srcId="{F2D64C67-A162-BD4A-974D-51828053EFD4}" destId="{1354105A-A47E-6742-83BC-ABD4EB570A48}" srcOrd="2" destOrd="0" parTransId="{42B1962A-1630-AA4F-8AFC-2EA0DB8B3A27}" sibTransId="{CAD029A7-F072-7545-A5BA-78AF9A7D27B1}"/>
    <dgm:cxn modelId="{F17537A0-2902-7A47-BBA8-BC6A58CF459F}" type="presOf" srcId="{7F14C74E-7F79-524D-B68C-9B29E3F0F98E}" destId="{AEC40B1F-2BDF-0140-A63B-E717CFD4700D}" srcOrd="0" destOrd="0" presId="urn:microsoft.com/office/officeart/2005/8/layout/venn3"/>
    <dgm:cxn modelId="{DE2307C1-A43B-7546-A929-40183AF60E92}" srcId="{F2D64C67-A162-BD4A-974D-51828053EFD4}" destId="{C7CDFADE-3CFA-9F4D-8017-2681B0CA32CC}" srcOrd="0" destOrd="0" parTransId="{F77A297C-A3CE-174B-A241-BBCAFB1EB648}" sibTransId="{B1484785-51D2-FE40-A944-69107B0296D0}"/>
    <dgm:cxn modelId="{50AD25EA-736C-AF49-880A-4D171E067B15}" type="presOf" srcId="{F2D64C67-A162-BD4A-974D-51828053EFD4}" destId="{CB572979-9A06-7840-90AA-AAE0D9A1A59F}" srcOrd="0" destOrd="0" presId="urn:microsoft.com/office/officeart/2005/8/layout/venn3"/>
    <dgm:cxn modelId="{99303487-7F98-6F4D-978E-6D4F2D20FC64}" type="presParOf" srcId="{CB572979-9A06-7840-90AA-AAE0D9A1A59F}" destId="{16E6D8D1-4202-CC4E-9A3B-54955769094D}" srcOrd="0" destOrd="0" presId="urn:microsoft.com/office/officeart/2005/8/layout/venn3"/>
    <dgm:cxn modelId="{7262D119-CD65-8A46-86F3-9C1B57B411E1}" type="presParOf" srcId="{CB572979-9A06-7840-90AA-AAE0D9A1A59F}" destId="{16D09F2A-22DE-414E-9D4D-3BDD0E636C1D}" srcOrd="1" destOrd="0" presId="urn:microsoft.com/office/officeart/2005/8/layout/venn3"/>
    <dgm:cxn modelId="{8BCA0EE5-37FA-714A-849A-F78E6679334D}" type="presParOf" srcId="{CB572979-9A06-7840-90AA-AAE0D9A1A59F}" destId="{15709739-4678-674D-8FCB-58E5821EEE47}" srcOrd="2" destOrd="0" presId="urn:microsoft.com/office/officeart/2005/8/layout/venn3"/>
    <dgm:cxn modelId="{6838558E-4B75-054A-9070-A30F1A6D2CA8}" type="presParOf" srcId="{CB572979-9A06-7840-90AA-AAE0D9A1A59F}" destId="{D55B3B87-2842-9044-8B80-0274336B10DA}" srcOrd="3" destOrd="0" presId="urn:microsoft.com/office/officeart/2005/8/layout/venn3"/>
    <dgm:cxn modelId="{998E9136-8ED0-0B4B-9345-E6F7B5DECE80}" type="presParOf" srcId="{CB572979-9A06-7840-90AA-AAE0D9A1A59F}" destId="{620DDF20-24CD-F441-A7BF-3C9E568E0503}" srcOrd="4" destOrd="0" presId="urn:microsoft.com/office/officeart/2005/8/layout/venn3"/>
    <dgm:cxn modelId="{BDA8CD77-D186-4A40-83D6-7044A9544C3C}" type="presParOf" srcId="{CB572979-9A06-7840-90AA-AAE0D9A1A59F}" destId="{DB6C1486-113B-C54F-94F5-925599471225}" srcOrd="5" destOrd="0" presId="urn:microsoft.com/office/officeart/2005/8/layout/venn3"/>
    <dgm:cxn modelId="{5401A6FD-4049-E34D-91DA-8F80954D6CA4}" type="presParOf" srcId="{CB572979-9A06-7840-90AA-AAE0D9A1A59F}" destId="{AEC40B1F-2BDF-0140-A63B-E717CFD4700D}" srcOrd="6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56650E-4BE7-B541-9CCE-6E3EAB2AD4FD}">
      <dsp:nvSpPr>
        <dsp:cNvPr id="0" name=""/>
        <dsp:cNvSpPr/>
      </dsp:nvSpPr>
      <dsp:spPr>
        <a:xfrm>
          <a:off x="1327407" y="1239"/>
          <a:ext cx="1761969" cy="880984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Should include</a:t>
          </a:r>
        </a:p>
      </dsp:txBody>
      <dsp:txXfrm>
        <a:off x="1353210" y="27042"/>
        <a:ext cx="1710363" cy="829378"/>
      </dsp:txXfrm>
    </dsp:sp>
    <dsp:sp modelId="{B721259A-05F5-024D-B417-3A98C7D91C93}">
      <dsp:nvSpPr>
        <dsp:cNvPr id="0" name=""/>
        <dsp:cNvSpPr/>
      </dsp:nvSpPr>
      <dsp:spPr>
        <a:xfrm>
          <a:off x="1503604" y="882224"/>
          <a:ext cx="176196" cy="6607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0738"/>
              </a:lnTo>
              <a:lnTo>
                <a:pt x="176196" y="660738"/>
              </a:lnTo>
            </a:path>
          </a:pathLst>
        </a:custGeom>
        <a:noFill/>
        <a:ln w="9525" cap="flat" cmpd="sng" algn="ctr">
          <a:solidFill>
            <a:schemeClr val="accent5">
              <a:lumMod val="60000"/>
              <a:lumOff val="40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5D2AE9-23C0-D045-8B99-DAC0F72AC4A4}">
      <dsp:nvSpPr>
        <dsp:cNvPr id="0" name=""/>
        <dsp:cNvSpPr/>
      </dsp:nvSpPr>
      <dsp:spPr>
        <a:xfrm>
          <a:off x="1679801" y="1102470"/>
          <a:ext cx="1409575" cy="8809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lumMod val="50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effectLst/>
              <a:latin typeface="Arial" panose="020B0604020202020204" pitchFamily="34" charset="0"/>
              <a:cs typeface="Arial" panose="020B0604020202020204" pitchFamily="34" charset="0"/>
            </a:rPr>
            <a:t>Risks, recommended controls, action priority</a:t>
          </a:r>
        </a:p>
      </dsp:txBody>
      <dsp:txXfrm>
        <a:off x="1705604" y="1128273"/>
        <a:ext cx="1357969" cy="829378"/>
      </dsp:txXfrm>
    </dsp:sp>
    <dsp:sp modelId="{7C919996-FA28-FB42-9304-919C3A5E0608}">
      <dsp:nvSpPr>
        <dsp:cNvPr id="0" name=""/>
        <dsp:cNvSpPr/>
      </dsp:nvSpPr>
      <dsp:spPr>
        <a:xfrm>
          <a:off x="1503604" y="882224"/>
          <a:ext cx="176196" cy="17619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61969"/>
              </a:lnTo>
              <a:lnTo>
                <a:pt x="176196" y="1761969"/>
              </a:lnTo>
            </a:path>
          </a:pathLst>
        </a:custGeom>
        <a:noFill/>
        <a:ln w="9525" cap="flat" cmpd="sng" algn="ctr">
          <a:solidFill>
            <a:schemeClr val="accent5">
              <a:lumMod val="60000"/>
              <a:lumOff val="40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7656BB-9829-844F-91F6-5AACB7CEE500}">
      <dsp:nvSpPr>
        <dsp:cNvPr id="0" name=""/>
        <dsp:cNvSpPr/>
      </dsp:nvSpPr>
      <dsp:spPr>
        <a:xfrm>
          <a:off x="1679801" y="2203701"/>
          <a:ext cx="1409575" cy="8809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lumMod val="50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effectLst/>
              <a:latin typeface="Arial" panose="020B0604020202020204" pitchFamily="34" charset="0"/>
              <a:cs typeface="Arial" panose="020B0604020202020204" pitchFamily="34" charset="0"/>
            </a:rPr>
            <a:t>Selected controls, resources needed</a:t>
          </a:r>
        </a:p>
      </dsp:txBody>
      <dsp:txXfrm>
        <a:off x="1705604" y="2229504"/>
        <a:ext cx="1357969" cy="829378"/>
      </dsp:txXfrm>
    </dsp:sp>
    <dsp:sp modelId="{535927C0-98DC-2B48-B388-23B860D6E9B7}">
      <dsp:nvSpPr>
        <dsp:cNvPr id="0" name=""/>
        <dsp:cNvSpPr/>
      </dsp:nvSpPr>
      <dsp:spPr>
        <a:xfrm>
          <a:off x="1503604" y="882224"/>
          <a:ext cx="176196" cy="28632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63200"/>
              </a:lnTo>
              <a:lnTo>
                <a:pt x="176196" y="2863200"/>
              </a:lnTo>
            </a:path>
          </a:pathLst>
        </a:custGeom>
        <a:noFill/>
        <a:ln w="9525" cap="flat" cmpd="sng" algn="ctr">
          <a:solidFill>
            <a:schemeClr val="accent5">
              <a:lumMod val="50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331CA7-7119-9B4B-9E7D-B6F5F9D5DACD}">
      <dsp:nvSpPr>
        <dsp:cNvPr id="0" name=""/>
        <dsp:cNvSpPr/>
      </dsp:nvSpPr>
      <dsp:spPr>
        <a:xfrm>
          <a:off x="1679801" y="3304932"/>
          <a:ext cx="1409575" cy="8809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lumMod val="50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effectLst/>
              <a:latin typeface="Arial" panose="020B0604020202020204" pitchFamily="34" charset="0"/>
              <a:cs typeface="Arial" panose="020B0604020202020204" pitchFamily="34" charset="0"/>
            </a:rPr>
            <a:t>Responsible personnel, implementation dates</a:t>
          </a:r>
        </a:p>
      </dsp:txBody>
      <dsp:txXfrm>
        <a:off x="1705604" y="3330735"/>
        <a:ext cx="1357969" cy="829378"/>
      </dsp:txXfrm>
    </dsp:sp>
    <dsp:sp modelId="{ECA69AB4-2B39-5245-845C-A67606810600}">
      <dsp:nvSpPr>
        <dsp:cNvPr id="0" name=""/>
        <dsp:cNvSpPr/>
      </dsp:nvSpPr>
      <dsp:spPr>
        <a:xfrm>
          <a:off x="1503604" y="882224"/>
          <a:ext cx="176196" cy="39644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4431"/>
              </a:lnTo>
              <a:lnTo>
                <a:pt x="176196" y="3964431"/>
              </a:lnTo>
            </a:path>
          </a:pathLst>
        </a:custGeom>
        <a:noFill/>
        <a:ln w="9525" cap="flat" cmpd="sng" algn="ctr">
          <a:solidFill>
            <a:schemeClr val="accent5">
              <a:lumMod val="60000"/>
              <a:lumOff val="40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B64870-1DE7-6D48-A726-71ED48E39753}">
      <dsp:nvSpPr>
        <dsp:cNvPr id="0" name=""/>
        <dsp:cNvSpPr/>
      </dsp:nvSpPr>
      <dsp:spPr>
        <a:xfrm>
          <a:off x="1679801" y="4406163"/>
          <a:ext cx="1409575" cy="8809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lumMod val="50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effectLst/>
              <a:latin typeface="Arial" panose="020B0604020202020204" pitchFamily="34" charset="0"/>
              <a:cs typeface="Arial" panose="020B0604020202020204" pitchFamily="34" charset="0"/>
            </a:rPr>
            <a:t>Maintenance requirements</a:t>
          </a:r>
        </a:p>
      </dsp:txBody>
      <dsp:txXfrm>
        <a:off x="1705604" y="4431966"/>
        <a:ext cx="1357969" cy="8293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4F6F70-D5D1-2940-AC52-BA0B54AE6C65}">
      <dsp:nvSpPr>
        <dsp:cNvPr id="0" name=""/>
        <dsp:cNvSpPr/>
      </dsp:nvSpPr>
      <dsp:spPr>
        <a:xfrm rot="16200000">
          <a:off x="-1031025" y="1032048"/>
          <a:ext cx="4724399" cy="2660302"/>
        </a:xfrm>
        <a:prstGeom prst="flowChartManualOperation">
          <a:avLst/>
        </a:prstGeom>
        <a:solidFill>
          <a:schemeClr val="accent3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650" tIns="0" rIns="121323" bIns="0" numCol="1" spcCol="1270" anchor="t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IT security plan documents: 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What needs to be done for each selected control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Personnel responsible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Resources and time frame</a:t>
          </a:r>
        </a:p>
      </dsp:txBody>
      <dsp:txXfrm rot="5400000">
        <a:off x="1023" y="944880"/>
        <a:ext cx="2660302" cy="2834639"/>
      </dsp:txXfrm>
    </dsp:sp>
    <dsp:sp modelId="{257B7868-3E85-3547-B1BB-EF1D6FD8A468}">
      <dsp:nvSpPr>
        <dsp:cNvPr id="0" name=""/>
        <dsp:cNvSpPr/>
      </dsp:nvSpPr>
      <dsp:spPr>
        <a:xfrm rot="16200000">
          <a:off x="1828800" y="1032048"/>
          <a:ext cx="4724399" cy="2660302"/>
        </a:xfrm>
        <a:prstGeom prst="flowChartManualOperation">
          <a:avLst/>
        </a:prstGeom>
        <a:solidFill>
          <a:schemeClr val="accent6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650" tIns="0" rIns="121323" bIns="0" numCol="1" spcCol="1270" anchor="t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Identified personnel: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Implement new or enhanced controls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May need system configuration changes, upgrades or new system installation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May also involve development of new or extended procedures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Need to be encouraged and monitored by management</a:t>
          </a:r>
        </a:p>
      </dsp:txBody>
      <dsp:txXfrm rot="5400000">
        <a:off x="2860848" y="944880"/>
        <a:ext cx="2660302" cy="2834639"/>
      </dsp:txXfrm>
    </dsp:sp>
    <dsp:sp modelId="{F00163D4-7968-264D-A3B4-CCFCA1095065}">
      <dsp:nvSpPr>
        <dsp:cNvPr id="0" name=""/>
        <dsp:cNvSpPr/>
      </dsp:nvSpPr>
      <dsp:spPr>
        <a:xfrm rot="16200000">
          <a:off x="4688625" y="1032048"/>
          <a:ext cx="4724399" cy="2660302"/>
        </a:xfrm>
        <a:prstGeom prst="flowChartManualOperation">
          <a:avLst/>
        </a:prstGeom>
        <a:solidFill>
          <a:schemeClr val="accent5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650" tIns="0" rIns="121323" bIns="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When implementation is completed management authorizes the system for operational use</a:t>
          </a:r>
        </a:p>
      </dsp:txBody>
      <dsp:txXfrm rot="5400000">
        <a:off x="5720673" y="944880"/>
        <a:ext cx="2660302" cy="283463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57406B-5ABA-0A4C-A525-387B95498A0E}">
      <dsp:nvSpPr>
        <dsp:cNvPr id="0" name=""/>
        <dsp:cNvSpPr/>
      </dsp:nvSpPr>
      <dsp:spPr>
        <a:xfrm>
          <a:off x="0" y="38655"/>
          <a:ext cx="5257800" cy="518400"/>
        </a:xfrm>
        <a:prstGeom prst="rect">
          <a:avLst/>
        </a:prstGeom>
        <a:solidFill>
          <a:schemeClr val="accent3">
            <a:lumMod val="75000"/>
          </a:schemeClr>
        </a:solidFill>
        <a:ln w="9525" cap="flat" cmpd="sng" algn="ctr">
          <a:solidFill>
            <a:schemeClr val="accent3">
              <a:lumMod val="50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Includes a number of aspects</a:t>
          </a:r>
          <a:endParaRPr lang="en-US" sz="2400" b="1" i="0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38655"/>
        <a:ext cx="5257800" cy="518400"/>
      </dsp:txXfrm>
    </dsp:sp>
    <dsp:sp modelId="{6EBE5E45-590F-D943-AB07-0CB8407D7FF8}">
      <dsp:nvSpPr>
        <dsp:cNvPr id="0" name=""/>
        <dsp:cNvSpPr/>
      </dsp:nvSpPr>
      <dsp:spPr>
        <a:xfrm>
          <a:off x="0" y="557055"/>
          <a:ext cx="5257800" cy="1309365"/>
        </a:xfrm>
        <a:prstGeom prst="rect">
          <a:avLst/>
        </a:prstGeom>
        <a:solidFill>
          <a:schemeClr val="bg1"/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Arial" panose="020B0604020202020204" pitchFamily="34" charset="0"/>
              <a:ea typeface="+mn-ea"/>
              <a:cs typeface="Arial" panose="020B0604020202020204" pitchFamily="34" charset="0"/>
            </a:rPr>
            <a:t>Maintenance of security controls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Arial" panose="020B0604020202020204" pitchFamily="34" charset="0"/>
              <a:ea typeface="+mn-ea"/>
              <a:cs typeface="Arial" panose="020B0604020202020204" pitchFamily="34" charset="0"/>
            </a:rPr>
            <a:t>Security compliance checking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Arial" panose="020B0604020202020204" pitchFamily="34" charset="0"/>
              <a:ea typeface="+mn-ea"/>
              <a:cs typeface="Arial" panose="020B0604020202020204" pitchFamily="34" charset="0"/>
            </a:rPr>
            <a:t>Change and configuration management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Arial" panose="020B0604020202020204" pitchFamily="34" charset="0"/>
              <a:ea typeface="+mn-ea"/>
              <a:cs typeface="Arial" panose="020B0604020202020204" pitchFamily="34" charset="0"/>
            </a:rPr>
            <a:t>Incident handling</a:t>
          </a:r>
        </a:p>
      </dsp:txBody>
      <dsp:txXfrm>
        <a:off x="0" y="557055"/>
        <a:ext cx="5257800" cy="130936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E6D8D1-4202-CC4E-9A3B-54955769094D}">
      <dsp:nvSpPr>
        <dsp:cNvPr id="0" name=""/>
        <dsp:cNvSpPr/>
      </dsp:nvSpPr>
      <dsp:spPr>
        <a:xfrm>
          <a:off x="2068" y="463048"/>
          <a:ext cx="2075519" cy="2075519"/>
        </a:xfrm>
        <a:prstGeom prst="ellipse">
          <a:avLst/>
        </a:prstGeom>
        <a:solidFill>
          <a:schemeClr val="accent6">
            <a:lumMod val="60000"/>
            <a:lumOff val="40000"/>
          </a:schemeClr>
        </a:solidFill>
        <a:ln>
          <a:solidFill>
            <a:schemeClr val="accent3">
              <a:lumMod val="50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14223" tIns="20320" rIns="114223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Periodic review of controls</a:t>
          </a:r>
        </a:p>
      </dsp:txBody>
      <dsp:txXfrm>
        <a:off x="306021" y="767001"/>
        <a:ext cx="1467613" cy="1467613"/>
      </dsp:txXfrm>
    </dsp:sp>
    <dsp:sp modelId="{15709739-4678-674D-8FCB-58E5821EEE47}">
      <dsp:nvSpPr>
        <dsp:cNvPr id="0" name=""/>
        <dsp:cNvSpPr/>
      </dsp:nvSpPr>
      <dsp:spPr>
        <a:xfrm>
          <a:off x="1662484" y="463048"/>
          <a:ext cx="2075519" cy="2075519"/>
        </a:xfrm>
        <a:prstGeom prst="ellipse">
          <a:avLst/>
        </a:prstGeom>
        <a:solidFill>
          <a:schemeClr val="accent6">
            <a:lumMod val="60000"/>
            <a:lumOff val="40000"/>
          </a:schemeClr>
        </a:solidFill>
        <a:ln>
          <a:solidFill>
            <a:schemeClr val="accent3">
              <a:lumMod val="50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14223" tIns="20320" rIns="114223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Upgrade of controls to meet new requirements</a:t>
          </a:r>
        </a:p>
      </dsp:txBody>
      <dsp:txXfrm>
        <a:off x="1966437" y="767001"/>
        <a:ext cx="1467613" cy="1467613"/>
      </dsp:txXfrm>
    </dsp:sp>
    <dsp:sp modelId="{620DDF20-24CD-F441-A7BF-3C9E568E0503}">
      <dsp:nvSpPr>
        <dsp:cNvPr id="0" name=""/>
        <dsp:cNvSpPr/>
      </dsp:nvSpPr>
      <dsp:spPr>
        <a:xfrm>
          <a:off x="3322900" y="463048"/>
          <a:ext cx="2075519" cy="2075519"/>
        </a:xfrm>
        <a:prstGeom prst="ellipse">
          <a:avLst/>
        </a:prstGeom>
        <a:solidFill>
          <a:schemeClr val="accent6">
            <a:lumMod val="60000"/>
            <a:lumOff val="40000"/>
          </a:schemeClr>
        </a:solidFill>
        <a:ln>
          <a:solidFill>
            <a:schemeClr val="accent3">
              <a:lumMod val="50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14223" tIns="20320" rIns="114223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System changes do not impact controls</a:t>
          </a:r>
        </a:p>
      </dsp:txBody>
      <dsp:txXfrm>
        <a:off x="3626853" y="767001"/>
        <a:ext cx="1467613" cy="1467613"/>
      </dsp:txXfrm>
    </dsp:sp>
    <dsp:sp modelId="{AEC40B1F-2BDF-0140-A63B-E717CFD4700D}">
      <dsp:nvSpPr>
        <dsp:cNvPr id="0" name=""/>
        <dsp:cNvSpPr/>
      </dsp:nvSpPr>
      <dsp:spPr>
        <a:xfrm>
          <a:off x="4983316" y="463048"/>
          <a:ext cx="2075519" cy="2075519"/>
        </a:xfrm>
        <a:prstGeom prst="ellipse">
          <a:avLst/>
        </a:prstGeom>
        <a:solidFill>
          <a:schemeClr val="accent6">
            <a:lumMod val="60000"/>
            <a:lumOff val="40000"/>
          </a:schemeClr>
        </a:solidFill>
        <a:ln>
          <a:solidFill>
            <a:schemeClr val="accent3">
              <a:lumMod val="50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14223" tIns="20320" rIns="114223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Address new threats or vulnerabilities</a:t>
          </a:r>
        </a:p>
      </dsp:txBody>
      <dsp:txXfrm>
        <a:off x="5287269" y="767001"/>
        <a:ext cx="1467613" cy="14676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AE49A57-252E-5856-0249-6E1EAAAF7E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5069BF-16CF-3C74-F2F3-606931B6C73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4CCDF5-1267-5645-AE4B-2A75F94B291A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C383E8-9CF2-B618-90AB-4456BAA66D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0A6E49-8BEC-E6BD-7A2D-565CDA1425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48DCE6-73C3-6547-87E9-607ADF5AB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46025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04B2-5B56-1C46-8F9D-E0702B1A86A5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60373-E21E-9E43-BB3A-0658B3FEE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606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3AEBA196-9BD8-C65F-9BF7-6195007CCD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F60F98A-F34F-40CB-85F3-7EC88FB7009C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15C54C63-EE09-D656-19A8-3B23DC5732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F3C3985A-4381-E379-36EE-ACCDFA2F94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CB2CF9D9-5B2D-D9ED-3ADA-36D704005C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4A754DC-612A-4066-87C7-69BF83227BE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E7624232-A3FF-9441-E8C3-C295E546BB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DC072A1D-B9AC-26B3-7553-5085CAF709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CB2CF9D9-5B2D-D9ED-3ADA-36D704005C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4A754DC-612A-4066-87C7-69BF83227BE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E7624232-A3FF-9441-E8C3-C295E546BB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DC072A1D-B9AC-26B3-7553-5085CAF709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1919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CB2CF9D9-5B2D-D9ED-3ADA-36D704005C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4A754DC-612A-4066-87C7-69BF83227BE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E7624232-A3FF-9441-E8C3-C295E546BB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DC072A1D-B9AC-26B3-7553-5085CAF709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4953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CB2CF9D9-5B2D-D9ED-3ADA-36D704005C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4A754DC-612A-4066-87C7-69BF83227BE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E7624232-A3FF-9441-E8C3-C295E546BB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DC072A1D-B9AC-26B3-7553-5085CAF709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dirty="0">
                <a:latin typeface="Arial" panose="020B0604020202020204" pitchFamily="34" charset="0"/>
              </a:rPr>
              <a:t>SMB – Server Message block</a:t>
            </a:r>
          </a:p>
        </p:txBody>
      </p:sp>
    </p:spTree>
    <p:extLst>
      <p:ext uri="{BB962C8B-B14F-4D97-AF65-F5344CB8AC3E}">
        <p14:creationId xmlns:p14="http://schemas.microsoft.com/office/powerpoint/2010/main" val="42118547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CB2CF9D9-5B2D-D9ED-3ADA-36D704005C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4A754DC-612A-4066-87C7-69BF83227BE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E7624232-A3FF-9441-E8C3-C295E546BB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DC072A1D-B9AC-26B3-7553-5085CAF709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1736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CB2CF9D9-5B2D-D9ED-3ADA-36D704005C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4A754DC-612A-4066-87C7-69BF83227BE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E7624232-A3FF-9441-E8C3-C295E546BB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DC072A1D-B9AC-26B3-7553-5085CAF709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6601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0C8D9515-730F-1A44-6746-E4D47C7279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F17AFF-73E1-492C-8BC0-5112F1787B1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39411DDB-0B4C-C96B-788E-B1302DBC3F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00217E5F-3F46-9B66-80A7-2BF2F37AFE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50557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A risk assessment on an organization’s IT systems identifies areas needing treatment.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The next step, as shown in Figure 14.1 on risk analysis options, is to select suitable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controls to use in this treatment. An IT security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control, safeguard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, or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countermeasure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 (the terms are used interchangeably) helps to reduce risks. We use the following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definition:</a:t>
            </a:r>
          </a:p>
          <a:p>
            <a:endParaRPr lang="en-US" b="0" dirty="0">
              <a:latin typeface="Times New Roman" pitchFamily="-107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“</a:t>
            </a:r>
            <a:r>
              <a:rPr lang="en-US" sz="1200" kern="1200" dirty="0">
                <a:solidFill>
                  <a:schemeClr val="tx1"/>
                </a:solidFill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 An action, device, procedure, or other measure that reduces risk by eliminating or preventing a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security violation, by minimizing the harm it can cause, or by discovering and reporting it to enable corrective action</a:t>
            </a:r>
            <a:r>
              <a:rPr lang="en-US" sz="1200" kern="1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.”</a:t>
            </a:r>
            <a:endParaRPr lang="en-US" dirty="0">
              <a:latin typeface="Times New Roman" pitchFamily="33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57344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 Some controls address multiple risks at the same time, and selecting such controls can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be very cost effective. Controls can be classified as belonging to one of the following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classes (although some controls include features from several of these):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Arial" pitchFamily="-110" charset="0"/>
              <a:ea typeface="ＭＳ Ｐゴシック" pitchFamily="33" charset="-128"/>
              <a:cs typeface="ＭＳ Ｐゴシック" pitchFamily="33" charset="-128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• Management controls: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  Focus on security policies, planning, guidelines, and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standards that influence the selection of operational and technical controls to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reduce the risk of loss and to protect the organization’s mission. These controls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refer to issues that management needs to address. We discuss a number of these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in Chapters 14 and 15.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Arial" pitchFamily="-110" charset="0"/>
              <a:ea typeface="ＭＳ Ｐゴシック" pitchFamily="33" charset="-128"/>
              <a:cs typeface="ＭＳ Ｐゴシック" pitchFamily="33" charset="-128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• Operational controls: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  Address the correct implementation and use of security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policies and standards, ensuring consistency in security operations and correcting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identified operational deficiencies. These controls relate to mechanisms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and procedures that are primarily implemented by people rather than systems.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They are used to improve the security of a system or group of systems. We will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discuss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some of these in Chapters 16 and 17.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Arial" pitchFamily="-110" charset="0"/>
              <a:ea typeface="ＭＳ Ｐゴシック" pitchFamily="33" charset="-128"/>
              <a:cs typeface="ＭＳ Ｐゴシック" pitchFamily="33" charset="-128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• Technical controls: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  Involve the correct use of hardware and software security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capabilities in systems. These range from simple to complex measures that work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together to secure critical and sensitive data, information, and IT systems functions.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45621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 Lists of controls are provided in a number of national and international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standards, including ISO 27002 (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Code of practice for information security management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2013), ISO 13335 (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Management of information and communications technology</a:t>
            </a:r>
          </a:p>
          <a:p>
            <a:r>
              <a:rPr lang="en-US" sz="1200" i="1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security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, 2004), FIPS 200 (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Minimum Security Requirements for Federal Information</a:t>
            </a:r>
          </a:p>
          <a:p>
            <a:r>
              <a:rPr lang="en-US" sz="1200" i="1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and Information Systems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, March 2006) and NIST SP 800-53 (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Recommended Security</a:t>
            </a:r>
          </a:p>
          <a:p>
            <a:r>
              <a:rPr lang="en-US" sz="1200" i="1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Controls for Federal Information Systems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,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January 2015). There is broad agreement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among these and other standards as to the types of controls that should be used and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the detailed lists of typical controls. Indeed many of the standards cross-reference each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other, indicating their agreement on these lists. ISO 27002 is generally regarded as the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master list of controls and is cited by most other standards. Table 15.1 (adapted from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Table 1 in NIST SP 800-53) is a typical list of families of controls within each of the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classes.</a:t>
            </a:r>
          </a:p>
          <a:p>
            <a:endParaRPr lang="en-US" dirty="0">
              <a:latin typeface="Times" pitchFamily="33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7562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 Lists of controls are provided in a number of national and international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standards, including ISO 27002 (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Code of practice for information security management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2013), ISO 13335 (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Management of information and communications technology</a:t>
            </a:r>
          </a:p>
          <a:p>
            <a:r>
              <a:rPr lang="en-US" sz="1200" i="1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security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, 2004), FIPS 200 (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Minimum Security Requirements for Federal Information</a:t>
            </a:r>
          </a:p>
          <a:p>
            <a:r>
              <a:rPr lang="en-US" sz="1200" i="1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and Information Systems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, March 2006) and NIST SP 800-53 (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Recommended Security</a:t>
            </a:r>
          </a:p>
          <a:p>
            <a:r>
              <a:rPr lang="en-US" sz="1200" i="1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Controls for Federal Information Systems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,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January 2015). There is broad agreement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among these and other standards as to the types of controls that should be used and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the detailed lists of typical controls. Indeed many of the standards cross-reference each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other, indicating their agreement on these lists. ISO 27002 is generally regarded as the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master list of controls and is cited by most other standards. Table 15.1 (adapted from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Table 1 in NIST SP 800-53) is a typical list of families of controls within each of the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classes.</a:t>
            </a:r>
          </a:p>
          <a:p>
            <a:endParaRPr lang="en-US" dirty="0">
              <a:latin typeface="Times" pitchFamily="33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22783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 Lists of controls are provided in a number of national and international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standards, including ISO 27002 (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Code of practice for information security management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2013), ISO 13335 (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Management of information and communications technology</a:t>
            </a:r>
          </a:p>
          <a:p>
            <a:r>
              <a:rPr lang="en-US" sz="1200" i="1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security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, 2004), FIPS 200 (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Minimum Security Requirements for Federal Information</a:t>
            </a:r>
          </a:p>
          <a:p>
            <a:r>
              <a:rPr lang="en-US" sz="1200" i="1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and Information Systems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, March 2006) and NIST SP 800-53 (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Recommended Security</a:t>
            </a:r>
          </a:p>
          <a:p>
            <a:r>
              <a:rPr lang="en-US" sz="1200" i="1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Controls for Federal Information Systems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,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January 2015). There is broad agreement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among these and other standards as to the types of controls that should be used and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the detailed lists of typical controls. Indeed many of the standards cross-reference each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other, indicating their agreement on these lists. ISO 27002 is generally regarded as the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master list of controls and is cited by most other standards. Table 15.1 (adapted from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Table 1 in NIST SP 800-53) is a typical list of families of controls within each of the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classes.</a:t>
            </a:r>
          </a:p>
          <a:p>
            <a:endParaRPr lang="en-US" dirty="0">
              <a:latin typeface="Times" pitchFamily="33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68578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 Lists of controls are provided in a number of national and international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standards, including ISO 27002 (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Code of practice for information security management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2013), ISO 13335 (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Management of information and communications technology</a:t>
            </a:r>
          </a:p>
          <a:p>
            <a:r>
              <a:rPr lang="en-US" sz="1200" i="1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security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, 2004), FIPS 200 (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Minimum Security Requirements for Federal Information</a:t>
            </a:r>
          </a:p>
          <a:p>
            <a:r>
              <a:rPr lang="en-US" sz="1200" i="1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and Information Systems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, March 2006) and NIST SP 800-53 (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Recommended Security</a:t>
            </a:r>
          </a:p>
          <a:p>
            <a:r>
              <a:rPr lang="en-US" sz="1200" i="1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Controls for Federal Information Systems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,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January 2015). There is broad agreement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among these and other standards as to the types of controls that should be used and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the detailed lists of typical controls. Indeed many of the standards cross-reference each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other, indicating their agreement on these lists. ISO 27002 is generally regarded as the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master list of controls and is cited by most other standards. Table 15.1 (adapted from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Table 1 in NIST SP 800-53) is a typical list of families of controls within each of the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classes.</a:t>
            </a:r>
          </a:p>
          <a:p>
            <a:endParaRPr lang="en-US" dirty="0">
              <a:latin typeface="Times" pitchFamily="33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05977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 Some controls address multiple risks at the same time, and selecting such controls can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be very cost effective. Controls can be classified as belonging to one of the following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classes (although some controls include features from several of these):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Arial" pitchFamily="-110" charset="0"/>
              <a:ea typeface="ＭＳ Ｐゴシック" pitchFamily="33" charset="-128"/>
              <a:cs typeface="ＭＳ Ｐゴシック" pitchFamily="33" charset="-128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• Management controls: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  Focus on security policies, planning, guidelines, and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standards that influence the selection of operational and technical controls to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reduce the risk of loss and to protect the organization’s mission. These controls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refer to issues that management needs to address. We discuss a number of these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in Chapters 14 and 15.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Arial" pitchFamily="-110" charset="0"/>
              <a:ea typeface="ＭＳ Ｐゴシック" pitchFamily="33" charset="-128"/>
              <a:cs typeface="ＭＳ Ｐゴシック" pitchFamily="33" charset="-128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• Operational controls: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  Address the correct implementation and use of security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policies and standards, ensuring consistency in security operations and correcting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identified operational deficiencies. These controls relate to mechanisms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and procedures that are primarily implemented by people rather than systems.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They are used to improve the security of a system or group of systems. We will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discuss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some of these in Chapters 16 and 17.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Arial" pitchFamily="-110" charset="0"/>
              <a:ea typeface="ＭＳ Ｐゴシック" pitchFamily="33" charset="-128"/>
              <a:cs typeface="ＭＳ Ｐゴシック" pitchFamily="33" charset="-128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• Technical controls: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  Involve the correct use of hardware and software security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capabilities in systems. These range from simple to complex measures that work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together to secure critical and sensitive data, information, and IT systems functions.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01495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pitchFamily="33" charset="0"/>
              </a:rPr>
              <a:t>Having identified a range of possible controls from which management has selected</a:t>
            </a:r>
          </a:p>
          <a:p>
            <a:pPr eaLnBrk="1" hangingPunct="1"/>
            <a:r>
              <a:rPr lang="en-US" dirty="0">
                <a:latin typeface="Arial" pitchFamily="33" charset="0"/>
              </a:rPr>
              <a:t>some to implement, an IT security plan should then be created, as indicated in</a:t>
            </a:r>
          </a:p>
          <a:p>
            <a:pPr eaLnBrk="1" hangingPunct="1"/>
            <a:r>
              <a:rPr lang="en-US" dirty="0">
                <a:latin typeface="Arial" pitchFamily="33" charset="0"/>
              </a:rPr>
              <a:t>Figures 14.1 and 15.1 . This is a document that provides details as to what will be</a:t>
            </a:r>
          </a:p>
          <a:p>
            <a:pPr eaLnBrk="1" hangingPunct="1"/>
            <a:r>
              <a:rPr lang="en-US" dirty="0">
                <a:latin typeface="Arial" pitchFamily="33" charset="0"/>
              </a:rPr>
              <a:t>done, what resources are needed, and who will be responsible. The goal is to detail</a:t>
            </a:r>
          </a:p>
          <a:p>
            <a:pPr eaLnBrk="1" hangingPunct="1"/>
            <a:r>
              <a:rPr lang="en-US" dirty="0">
                <a:latin typeface="Arial" pitchFamily="33" charset="0"/>
              </a:rPr>
              <a:t>the actions needed to improve the identified deficiencies in the organization’s risk</a:t>
            </a:r>
          </a:p>
          <a:p>
            <a:r>
              <a:rPr lang="en-US" dirty="0">
                <a:latin typeface="Arial" pitchFamily="33" charset="0"/>
              </a:rPr>
              <a:t>profile in a timely manner.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 NIST SP 800-30 (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Risk Management Guide for Information Technology</a:t>
            </a:r>
          </a:p>
          <a:p>
            <a:r>
              <a:rPr lang="en-US" sz="1200" i="1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Systems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, September 2012) suggests that this plan should include details of:</a:t>
            </a:r>
          </a:p>
          <a:p>
            <a:pPr eaLnBrk="1" hangingPunct="1"/>
            <a:endParaRPr lang="en-US" dirty="0">
              <a:latin typeface="Arial" pitchFamily="33" charset="0"/>
            </a:endParaRPr>
          </a:p>
          <a:p>
            <a:pPr eaLnBrk="1" hangingPunct="1"/>
            <a:r>
              <a:rPr lang="en-US" dirty="0">
                <a:latin typeface="Arial" pitchFamily="33" charset="0"/>
              </a:rPr>
              <a:t>• Risks (asset/threat/vulnerability combinations)</a:t>
            </a:r>
          </a:p>
          <a:p>
            <a:pPr eaLnBrk="1" hangingPunct="1"/>
            <a:endParaRPr lang="en-US" dirty="0">
              <a:latin typeface="Arial" pitchFamily="33" charset="0"/>
            </a:endParaRPr>
          </a:p>
          <a:p>
            <a:pPr eaLnBrk="1" hangingPunct="1"/>
            <a:r>
              <a:rPr lang="en-US" dirty="0">
                <a:latin typeface="Arial" pitchFamily="33" charset="0"/>
              </a:rPr>
              <a:t>• Recommended controls (from the risk assessment)</a:t>
            </a:r>
          </a:p>
          <a:p>
            <a:pPr eaLnBrk="1" hangingPunct="1"/>
            <a:endParaRPr lang="en-US" dirty="0">
              <a:latin typeface="Arial" pitchFamily="33" charset="0"/>
            </a:endParaRPr>
          </a:p>
          <a:p>
            <a:pPr eaLnBrk="1" hangingPunct="1"/>
            <a:r>
              <a:rPr lang="en-US" dirty="0">
                <a:latin typeface="Arial" pitchFamily="33" charset="0"/>
              </a:rPr>
              <a:t>• Action priority for each risk</a:t>
            </a:r>
          </a:p>
          <a:p>
            <a:pPr eaLnBrk="1" hangingPunct="1"/>
            <a:endParaRPr lang="en-US" dirty="0">
              <a:latin typeface="Arial" pitchFamily="33" charset="0"/>
            </a:endParaRPr>
          </a:p>
          <a:p>
            <a:pPr eaLnBrk="1" hangingPunct="1"/>
            <a:r>
              <a:rPr lang="en-US" dirty="0">
                <a:latin typeface="Arial" pitchFamily="33" charset="0"/>
              </a:rPr>
              <a:t>• Selected controls (on the basis of the cost-benefit analysis)</a:t>
            </a:r>
          </a:p>
          <a:p>
            <a:pPr eaLnBrk="1" hangingPunct="1"/>
            <a:endParaRPr lang="en-US" dirty="0">
              <a:latin typeface="Arial" pitchFamily="33" charset="0"/>
            </a:endParaRPr>
          </a:p>
          <a:p>
            <a:pPr eaLnBrk="1" hangingPunct="1"/>
            <a:r>
              <a:rPr lang="en-US" dirty="0">
                <a:latin typeface="Arial" pitchFamily="33" charset="0"/>
              </a:rPr>
              <a:t>• Required resources for implementing the selected controls</a:t>
            </a:r>
          </a:p>
          <a:p>
            <a:pPr eaLnBrk="1" hangingPunct="1"/>
            <a:endParaRPr lang="en-US" dirty="0">
              <a:latin typeface="Arial" pitchFamily="33" charset="0"/>
            </a:endParaRPr>
          </a:p>
          <a:p>
            <a:pPr eaLnBrk="1" hangingPunct="1"/>
            <a:r>
              <a:rPr lang="en-US" dirty="0">
                <a:latin typeface="Arial" pitchFamily="33" charset="0"/>
              </a:rPr>
              <a:t>• Responsible personnel</a:t>
            </a:r>
          </a:p>
          <a:p>
            <a:pPr eaLnBrk="1" hangingPunct="1"/>
            <a:endParaRPr lang="en-US" dirty="0">
              <a:latin typeface="Arial" pitchFamily="33" charset="0"/>
            </a:endParaRPr>
          </a:p>
          <a:p>
            <a:pPr eaLnBrk="1" hangingPunct="1"/>
            <a:r>
              <a:rPr lang="en-US" dirty="0">
                <a:latin typeface="Arial" pitchFamily="33" charset="0"/>
              </a:rPr>
              <a:t>• Target start and end dates for implementation</a:t>
            </a:r>
          </a:p>
          <a:p>
            <a:pPr eaLnBrk="1" hangingPunct="1"/>
            <a:endParaRPr lang="en-US" dirty="0">
              <a:latin typeface="Arial" pitchFamily="33" charset="0"/>
            </a:endParaRPr>
          </a:p>
          <a:p>
            <a:pPr eaLnBrk="1" hangingPunct="1"/>
            <a:r>
              <a:rPr lang="en-US" dirty="0">
                <a:latin typeface="Arial" pitchFamily="33" charset="0"/>
              </a:rPr>
              <a:t>• Maintenance requirements and other comments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78868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pitchFamily="33" charset="0"/>
              </a:rPr>
              <a:t>These details are summarized in an </a:t>
            </a:r>
            <a:r>
              <a:rPr lang="en-US" b="1" dirty="0">
                <a:latin typeface="Arial" pitchFamily="33" charset="0"/>
              </a:rPr>
              <a:t>implementation plan table</a:t>
            </a:r>
            <a:r>
              <a:rPr lang="en-US" dirty="0">
                <a:latin typeface="Arial" pitchFamily="33" charset="0"/>
              </a:rPr>
              <a:t>, such as</a:t>
            </a:r>
          </a:p>
          <a:p>
            <a:pPr eaLnBrk="1" hangingPunct="1"/>
            <a:r>
              <a:rPr lang="en-US" dirty="0">
                <a:latin typeface="Arial" pitchFamily="33" charset="0"/>
              </a:rPr>
              <a:t>that shown in Table 15.4 . This illustrates an example implementation plan for</a:t>
            </a:r>
          </a:p>
          <a:p>
            <a:pPr eaLnBrk="1" hangingPunct="1"/>
            <a:r>
              <a:rPr lang="en-US" dirty="0">
                <a:latin typeface="Arial" pitchFamily="33" charset="0"/>
              </a:rPr>
              <a:t>the example risk identified and shown in Table 14.5 . The suggested controls are</a:t>
            </a:r>
          </a:p>
          <a:p>
            <a:pPr eaLnBrk="1" hangingPunct="1"/>
            <a:r>
              <a:rPr lang="en-US" dirty="0">
                <a:latin typeface="Arial" pitchFamily="33" charset="0"/>
              </a:rPr>
              <a:t>specific examples of remote access, auditable event, user identification, system</a:t>
            </a:r>
          </a:p>
          <a:p>
            <a:pPr eaLnBrk="1" hangingPunct="1"/>
            <a:r>
              <a:rPr lang="en-US" dirty="0">
                <a:latin typeface="Arial" pitchFamily="33" charset="0"/>
              </a:rPr>
              <a:t>backup, and configuration change controls, applied to the identified threatened</a:t>
            </a:r>
          </a:p>
          <a:p>
            <a:pPr eaLnBrk="1" hangingPunct="1"/>
            <a:r>
              <a:rPr lang="en-US" dirty="0">
                <a:latin typeface="Arial" pitchFamily="33" charset="0"/>
              </a:rPr>
              <a:t>asset. All of them are chosen, because they are neither costly nor difficult to</a:t>
            </a:r>
          </a:p>
          <a:p>
            <a:pPr eaLnBrk="1" hangingPunct="1"/>
            <a:r>
              <a:rPr lang="en-US" dirty="0">
                <a:latin typeface="Arial" pitchFamily="33" charset="0"/>
              </a:rPr>
              <a:t>implement. They do require some changes to procedures. The relevant network</a:t>
            </a:r>
          </a:p>
          <a:p>
            <a:pPr eaLnBrk="1" hangingPunct="1"/>
            <a:r>
              <a:rPr lang="en-US" dirty="0">
                <a:latin typeface="Arial" pitchFamily="33" charset="0"/>
              </a:rPr>
              <a:t>administration staff must be notified of these changes. Staff members may also</a:t>
            </a:r>
          </a:p>
          <a:p>
            <a:pPr eaLnBrk="1" hangingPunct="1"/>
            <a:r>
              <a:rPr lang="en-US" dirty="0">
                <a:latin typeface="Arial" pitchFamily="33" charset="0"/>
              </a:rPr>
              <a:t>require training on the correct implementation of the new procedures and their</a:t>
            </a:r>
          </a:p>
          <a:p>
            <a:pPr eaLnBrk="1" hangingPunct="1"/>
            <a:r>
              <a:rPr lang="en-US" dirty="0">
                <a:latin typeface="Arial" pitchFamily="33" charset="0"/>
              </a:rPr>
              <a:t>rights and responsibilities.</a:t>
            </a:r>
            <a:endParaRPr lang="en-US" dirty="0">
              <a:latin typeface="Times" pitchFamily="33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73462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pitchFamily="33" charset="0"/>
              </a:rPr>
              <a:t>The next phase in the IT security management process, as indicated in Figure 14.1, is</a:t>
            </a:r>
          </a:p>
          <a:p>
            <a:pPr eaLnBrk="1" hangingPunct="1"/>
            <a:r>
              <a:rPr lang="en-US" dirty="0">
                <a:latin typeface="Arial" pitchFamily="33" charset="0"/>
              </a:rPr>
              <a:t>to manage the implementation of the controls detailed in the IT security plan. This</a:t>
            </a:r>
          </a:p>
          <a:p>
            <a:pPr eaLnBrk="1" hangingPunct="1"/>
            <a:r>
              <a:rPr lang="en-US" dirty="0">
                <a:latin typeface="Arial" pitchFamily="33" charset="0"/>
              </a:rPr>
              <a:t>comprises the </a:t>
            </a:r>
            <a:r>
              <a:rPr lang="en-US" i="1" dirty="0">
                <a:latin typeface="Arial" pitchFamily="33" charset="0"/>
              </a:rPr>
              <a:t>do </a:t>
            </a:r>
            <a:r>
              <a:rPr lang="en-US" i="0" dirty="0">
                <a:latin typeface="Arial" pitchFamily="33" charset="0"/>
              </a:rPr>
              <a:t>stage of the cyclic implementation model discussed in Chapter 14 </a:t>
            </a:r>
            <a:r>
              <a:rPr lang="en-US" i="1" dirty="0">
                <a:latin typeface="Arial" pitchFamily="33" charset="0"/>
              </a:rPr>
              <a:t>.</a:t>
            </a:r>
          </a:p>
          <a:p>
            <a:pPr eaLnBrk="1" hangingPunct="1"/>
            <a:r>
              <a:rPr lang="en-US" dirty="0">
                <a:latin typeface="Arial" pitchFamily="33" charset="0"/>
              </a:rPr>
              <a:t>The implementation phase comprises not only the direct implementation of the</a:t>
            </a:r>
          </a:p>
          <a:p>
            <a:pPr eaLnBrk="1" hangingPunct="1"/>
            <a:r>
              <a:rPr lang="en-US" dirty="0">
                <a:latin typeface="Arial" pitchFamily="33" charset="0"/>
              </a:rPr>
              <a:t>controls as detailed in the security plan, but also the associated specific training and</a:t>
            </a:r>
          </a:p>
          <a:p>
            <a:pPr eaLnBrk="1" hangingPunct="1"/>
            <a:r>
              <a:rPr lang="en-US" dirty="0">
                <a:latin typeface="Arial" pitchFamily="33" charset="0"/>
              </a:rPr>
              <a:t>general security awareness programs for the organization.</a:t>
            </a:r>
          </a:p>
          <a:p>
            <a:pPr eaLnBrk="1" hangingPunct="1"/>
            <a:endParaRPr lang="en-US" dirty="0">
              <a:latin typeface="Arial" pitchFamily="33" charset="0"/>
            </a:endParaRPr>
          </a:p>
          <a:p>
            <a:pPr eaLnBrk="1" hangingPunct="1"/>
            <a:r>
              <a:rPr lang="en-US" dirty="0">
                <a:latin typeface="Arial" pitchFamily="33" charset="0"/>
              </a:rPr>
              <a:t>The </a:t>
            </a:r>
            <a:r>
              <a:rPr lang="en-US" b="1" dirty="0">
                <a:latin typeface="Arial" pitchFamily="33" charset="0"/>
              </a:rPr>
              <a:t>IT security plan </a:t>
            </a:r>
            <a:r>
              <a:rPr lang="en-US" b="0" dirty="0">
                <a:latin typeface="Arial" pitchFamily="33" charset="0"/>
              </a:rPr>
              <a:t>documents what needs to be done for each selected control,</a:t>
            </a:r>
          </a:p>
          <a:p>
            <a:pPr eaLnBrk="1" hangingPunct="1"/>
            <a:r>
              <a:rPr lang="en-US" dirty="0">
                <a:latin typeface="Arial" pitchFamily="33" charset="0"/>
              </a:rPr>
              <a:t>along with the personnel responsible, and the resources and time frame to</a:t>
            </a:r>
          </a:p>
          <a:p>
            <a:pPr eaLnBrk="1" hangingPunct="1"/>
            <a:r>
              <a:rPr lang="en-US" dirty="0">
                <a:latin typeface="Arial" pitchFamily="33" charset="0"/>
              </a:rPr>
              <a:t>be used. The identified personnel then undertake the tasks needed to implement</a:t>
            </a:r>
          </a:p>
          <a:p>
            <a:pPr eaLnBrk="1" hangingPunct="1"/>
            <a:r>
              <a:rPr lang="en-US" dirty="0">
                <a:latin typeface="Arial" pitchFamily="33" charset="0"/>
              </a:rPr>
              <a:t>the new or enhanced controls, be they technical, managerial, or operational.</a:t>
            </a:r>
          </a:p>
          <a:p>
            <a:pPr eaLnBrk="1" hangingPunct="1"/>
            <a:r>
              <a:rPr lang="en-US" dirty="0">
                <a:latin typeface="Arial" pitchFamily="33" charset="0"/>
              </a:rPr>
              <a:t>This may involve some combination of system configuration changes, upgrades,</a:t>
            </a:r>
          </a:p>
          <a:p>
            <a:pPr eaLnBrk="1" hangingPunct="1"/>
            <a:r>
              <a:rPr lang="en-US" dirty="0">
                <a:latin typeface="Arial" pitchFamily="33" charset="0"/>
              </a:rPr>
              <a:t>or new system installation. It may also involve the development of new or</a:t>
            </a:r>
          </a:p>
          <a:p>
            <a:pPr eaLnBrk="1" hangingPunct="1"/>
            <a:r>
              <a:rPr lang="en-US" dirty="0">
                <a:latin typeface="Arial" pitchFamily="33" charset="0"/>
              </a:rPr>
              <a:t>extended procedures to document practices needed to achieve the desired</a:t>
            </a:r>
          </a:p>
          <a:p>
            <a:pPr eaLnBrk="1" hangingPunct="1"/>
            <a:r>
              <a:rPr lang="en-US" dirty="0">
                <a:latin typeface="Arial" pitchFamily="33" charset="0"/>
              </a:rPr>
              <a:t>security goals. Note that even technical controls typically require associated</a:t>
            </a:r>
          </a:p>
          <a:p>
            <a:pPr eaLnBrk="1" hangingPunct="1"/>
            <a:r>
              <a:rPr lang="en-US" dirty="0">
                <a:latin typeface="Arial" pitchFamily="33" charset="0"/>
              </a:rPr>
              <a:t>operational procedures to ensure their correct use. The use of these procedures</a:t>
            </a:r>
          </a:p>
          <a:p>
            <a:pPr eaLnBrk="1" hangingPunct="1"/>
            <a:r>
              <a:rPr lang="en-US" dirty="0">
                <a:latin typeface="Arial" pitchFamily="33" charset="0"/>
              </a:rPr>
              <a:t>needs to be encouraged and monitored by management.</a:t>
            </a:r>
          </a:p>
          <a:p>
            <a:pPr eaLnBrk="1" hangingPunct="1"/>
            <a:endParaRPr lang="en-US" dirty="0">
              <a:latin typeface="Arial" pitchFamily="33" charset="0"/>
            </a:endParaRPr>
          </a:p>
          <a:p>
            <a:pPr eaLnBrk="1" hangingPunct="1"/>
            <a:r>
              <a:rPr lang="en-US" dirty="0">
                <a:latin typeface="Arial" pitchFamily="33" charset="0"/>
              </a:rPr>
              <a:t>The implementation process should be monitored to ensure its correctness.</a:t>
            </a:r>
          </a:p>
          <a:p>
            <a:pPr eaLnBrk="1" hangingPunct="1"/>
            <a:r>
              <a:rPr lang="en-US" dirty="0">
                <a:latin typeface="Arial" pitchFamily="33" charset="0"/>
              </a:rPr>
              <a:t>This is typically performed by the organizational security officer, who checks that:</a:t>
            </a:r>
          </a:p>
          <a:p>
            <a:pPr eaLnBrk="1" hangingPunct="1"/>
            <a:endParaRPr lang="en-US" dirty="0">
              <a:latin typeface="Arial" pitchFamily="33" charset="0"/>
            </a:endParaRPr>
          </a:p>
          <a:p>
            <a:pPr eaLnBrk="1" hangingPunct="1"/>
            <a:r>
              <a:rPr lang="en-US" dirty="0">
                <a:latin typeface="Arial" pitchFamily="33" charset="0"/>
              </a:rPr>
              <a:t>• The implementation costs and resources used stay within identified bounds.</a:t>
            </a:r>
          </a:p>
          <a:p>
            <a:pPr eaLnBrk="1" hangingPunct="1"/>
            <a:endParaRPr lang="en-US" dirty="0">
              <a:latin typeface="Arial" pitchFamily="33" charset="0"/>
            </a:endParaRPr>
          </a:p>
          <a:p>
            <a:pPr eaLnBrk="1" hangingPunct="1"/>
            <a:r>
              <a:rPr lang="en-US" dirty="0">
                <a:latin typeface="Arial" pitchFamily="33" charset="0"/>
              </a:rPr>
              <a:t>• The controls are correctly implemented as specified in the plan, in order that</a:t>
            </a:r>
          </a:p>
          <a:p>
            <a:pPr eaLnBrk="1" hangingPunct="1"/>
            <a:r>
              <a:rPr lang="en-US" dirty="0">
                <a:latin typeface="Arial" pitchFamily="33" charset="0"/>
              </a:rPr>
              <a:t>the identified reduction in risk level is achieved.</a:t>
            </a:r>
          </a:p>
          <a:p>
            <a:pPr eaLnBrk="1" hangingPunct="1"/>
            <a:endParaRPr lang="en-US" dirty="0">
              <a:latin typeface="Arial" pitchFamily="33" charset="0"/>
            </a:endParaRPr>
          </a:p>
          <a:p>
            <a:pPr eaLnBrk="1" hangingPunct="1"/>
            <a:r>
              <a:rPr lang="en-US" dirty="0">
                <a:latin typeface="Arial" pitchFamily="33" charset="0"/>
              </a:rPr>
              <a:t>• The controls are operated and administered as needed.</a:t>
            </a:r>
          </a:p>
          <a:p>
            <a:pPr eaLnBrk="1" hangingPunct="1"/>
            <a:endParaRPr lang="en-US" dirty="0">
              <a:latin typeface="Arial" pitchFamily="33" charset="0"/>
            </a:endParaRPr>
          </a:p>
          <a:p>
            <a:pPr eaLnBrk="1" hangingPunct="1"/>
            <a:r>
              <a:rPr lang="en-US" dirty="0">
                <a:latin typeface="Arial" pitchFamily="33" charset="0"/>
              </a:rPr>
              <a:t>When the implementation is successfully completed, management needs to</a:t>
            </a:r>
          </a:p>
          <a:p>
            <a:pPr eaLnBrk="1" hangingPunct="1"/>
            <a:r>
              <a:rPr lang="en-US" dirty="0">
                <a:latin typeface="Arial" pitchFamily="33" charset="0"/>
              </a:rPr>
              <a:t>authorize the system for operational use. This may be a purely informal process</a:t>
            </a:r>
          </a:p>
          <a:p>
            <a:pPr eaLnBrk="1" hangingPunct="1"/>
            <a:r>
              <a:rPr lang="en-US" dirty="0">
                <a:latin typeface="Arial" pitchFamily="33" charset="0"/>
              </a:rPr>
              <a:t>within the organization. Alternatively, especially in government organizations,</a:t>
            </a:r>
          </a:p>
          <a:p>
            <a:pPr eaLnBrk="1" hangingPunct="1"/>
            <a:r>
              <a:rPr lang="en-US" dirty="0">
                <a:latin typeface="Arial" pitchFamily="33" charset="0"/>
              </a:rPr>
              <a:t>this may be part of a formal process resulting in accreditation of the system</a:t>
            </a:r>
          </a:p>
          <a:p>
            <a:pPr eaLnBrk="1" hangingPunct="1"/>
            <a:r>
              <a:rPr lang="en-US" dirty="0">
                <a:latin typeface="Arial" pitchFamily="33" charset="0"/>
              </a:rPr>
              <a:t>as meeting required standards. This is usually associated with the installation,</a:t>
            </a:r>
          </a:p>
          <a:p>
            <a:pPr eaLnBrk="1" hangingPunct="1"/>
            <a:r>
              <a:rPr lang="en-US" dirty="0">
                <a:latin typeface="Arial" pitchFamily="33" charset="0"/>
              </a:rPr>
              <a:t>certification, and use of trusted computing system, as we will discuss in Chapter 27 .</a:t>
            </a:r>
          </a:p>
          <a:p>
            <a:pPr eaLnBrk="1" hangingPunct="1"/>
            <a:r>
              <a:rPr lang="en-US" dirty="0">
                <a:latin typeface="Arial" pitchFamily="33" charset="0"/>
              </a:rPr>
              <a:t>In these cases an external accrediting body will verify the documented evidence of</a:t>
            </a:r>
          </a:p>
          <a:p>
            <a:pPr eaLnBrk="1" hangingPunct="1"/>
            <a:r>
              <a:rPr lang="en-US" dirty="0">
                <a:latin typeface="Arial" pitchFamily="33" charset="0"/>
              </a:rPr>
              <a:t>the correct design and implementation of the system.</a:t>
            </a:r>
          </a:p>
          <a:p>
            <a:pPr eaLnBrk="1" hangingPunct="1"/>
            <a:endParaRPr lang="en-US" dirty="0">
              <a:latin typeface="Times" pitchFamily="33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38988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The IT security management process does not end with the implementation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controls and the training of personnel. As we noted in Chapter 14, it is a cyclic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process, constantly repeated to respond to changes in the IT systems and the risk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environment. The various controls implemented should be monitored to ensure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their continued effectiveness. Any proposed changes to systems should be checked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for security implications and the risk profile of the affected system reviewed if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necessary. Unfortunately, this aspect of IT security management often receives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the least attention and in many cases is added as an afterthought, if at all. Failure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to do so can greatly increase the likelihood that a security failure will occur.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This follow-up stage of the management process includes a number of aspects: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ＭＳ Ｐゴシック" pitchFamily="33" charset="-128"/>
              <a:cs typeface="ＭＳ Ｐゴシック" pitchFamily="33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• Maintenance of security controls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ＭＳ Ｐゴシック" pitchFamily="33" charset="-128"/>
              <a:cs typeface="ＭＳ Ｐゴシック" pitchFamily="33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• Security compliance checking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ＭＳ Ｐゴシック" pitchFamily="33" charset="-128"/>
              <a:cs typeface="ＭＳ Ｐゴシック" pitchFamily="33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• Change and configuration management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ＭＳ Ｐゴシック" pitchFamily="33" charset="-128"/>
              <a:cs typeface="ＭＳ Ｐゴシック" pitchFamily="33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• Incident handling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ＭＳ Ｐゴシック" pitchFamily="33" charset="-128"/>
              <a:cs typeface="ＭＳ Ｐゴシック" pitchFamily="33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Any of these aspects might indicate that changes are needed to the previous stages 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the IT security management process. An obvious example is that if a breach should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occur, such as a virus infection of desktop systems, then changes may be needed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the risk assessment, to the controls chosen, or to the details of their implementation.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This can trigger a review of earlier stages in the process.</a:t>
            </a:r>
            <a:endParaRPr lang="en-US" dirty="0">
              <a:latin typeface="Times" pitchFamily="33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83408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The first aspect concerns the continued maintenance and monitoring of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implemented controls to ensure their continued correct functioning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appropriateness. It is important that someone has responsibility for this maintenance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process, which is generally coordinated by the organization’s security officer.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The maintenance tasks include ensuring that: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ＭＳ Ｐゴシック" pitchFamily="33" charset="-128"/>
              <a:cs typeface="ＭＳ Ｐゴシック" pitchFamily="33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• Controls are periodically reviewed to verify that they still function as intended.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ＭＳ Ｐゴシック" pitchFamily="33" charset="-128"/>
              <a:cs typeface="ＭＳ Ｐゴシック" pitchFamily="33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• Controls are upgraded when new requirements are discovered.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ＭＳ Ｐゴシック" pitchFamily="33" charset="-128"/>
              <a:cs typeface="ＭＳ Ｐゴシック" pitchFamily="33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• Changes to systems do not adversely affect the controls.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ＭＳ Ｐゴシック" pitchFamily="33" charset="-128"/>
              <a:cs typeface="ＭＳ Ｐゴシック" pitchFamily="33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• New threats or vulnerabilities have not become known.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ＭＳ Ｐゴシック" pitchFamily="33" charset="-128"/>
              <a:cs typeface="ＭＳ Ｐゴシック" pitchFamily="33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This review includes regular analysis of log files to ensure various system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components are functioning as expected, and to determine a baseline of activity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against which abnormal events can be compared when handling incidents.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We discuss security auditing further in Chapter 18 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ＭＳ Ｐゴシック" pitchFamily="33" charset="-128"/>
              <a:cs typeface="ＭＳ Ｐゴシック" pitchFamily="33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The goal of maintenance is to ensure that the controls continue to perform as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intended, and hence that the organization’s risk exposure remains as chosen. Failure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to maintain controls could lead to a security breach with a potentially significant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33" charset="-128"/>
                <a:cs typeface="ＭＳ Ｐゴシック" pitchFamily="33" charset="-128"/>
              </a:rPr>
              <a:t>impact on the organization.</a:t>
            </a:r>
            <a:endParaRPr lang="en-US" dirty="0">
              <a:latin typeface="Arial" pitchFamily="33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9429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&#10;&#10;Description automatically generated">
            <a:extLst>
              <a:ext uri="{FF2B5EF4-FFF2-40B4-BE49-F238E27FC236}">
                <a16:creationId xmlns:a16="http://schemas.microsoft.com/office/drawing/2014/main" id="{D8DB9D91-12A9-6D85-5C4A-107079AA87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683"/>
            <a:ext cx="12192000" cy="6844631"/>
          </a:xfrm>
          <a:prstGeom prst="rect">
            <a:avLst/>
          </a:prstGeom>
        </p:spPr>
      </p:pic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C0596B2-8BCF-CDB9-86A8-E5F1D3BA81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28461" y="4144617"/>
            <a:ext cx="7335078" cy="1412031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4000" b="1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3600" dirty="0"/>
              <a:t>Title for Presentation</a:t>
            </a:r>
          </a:p>
          <a:p>
            <a:r>
              <a:rPr lang="en-US" sz="3600" dirty="0"/>
              <a:t>Line 2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5FA1AF5-5DD9-B40B-465B-79A7653C5A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5550" y="5744152"/>
            <a:ext cx="4660900" cy="35022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2400" dirty="0"/>
              <a:t>Date xx, 202x</a:t>
            </a:r>
          </a:p>
        </p:txBody>
      </p:sp>
    </p:spTree>
    <p:extLst>
      <p:ext uri="{BB962C8B-B14F-4D97-AF65-F5344CB8AC3E}">
        <p14:creationId xmlns:p14="http://schemas.microsoft.com/office/powerpoint/2010/main" val="1216705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0F28B-6949-8A10-8B7C-D18BAEBDE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9987" y="6211957"/>
            <a:ext cx="2684813" cy="274623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A1A663-AB5A-1C46-BB3F-DC91B87E167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45B7E347-82C1-5BCB-9E72-D9CF29D032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580" y="5641720"/>
            <a:ext cx="1829546" cy="78548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653E720E-FE37-173B-65F6-62EFA236FB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571500"/>
            <a:ext cx="11277600" cy="736439"/>
          </a:xfrm>
          <a:prstGeom prst="rect">
            <a:avLst/>
          </a:prstGeom>
        </p:spPr>
        <p:txBody>
          <a:bodyPr anchor="t"/>
          <a:lstStyle>
            <a:lvl1pPr algn="l">
              <a:defRPr sz="3600" b="1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</a:t>
            </a:r>
            <a:endParaRPr lang="en-US" sz="7200" dirty="0">
              <a:solidFill>
                <a:srgbClr val="005A95"/>
              </a:solidFill>
            </a:endParaRPr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77A9F672-EF72-2298-66D3-AB7575B19E3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600200"/>
            <a:ext cx="11277599" cy="3886200"/>
          </a:xfrm>
          <a:prstGeom prst="rect">
            <a:avLst/>
          </a:prstGeom>
        </p:spPr>
        <p:txBody>
          <a:bodyPr/>
          <a:lstStyle>
            <a:lvl1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4146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08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456" userDrawn="1">
          <p15:clr>
            <a:srgbClr val="FBAE40"/>
          </p15:clr>
        </p15:guide>
        <p15:guide id="4" orient="horz" pos="360" userDrawn="1">
          <p15:clr>
            <a:srgbClr val="FBAE40"/>
          </p15:clr>
        </p15:guide>
        <p15:guide id="5" orient="horz" pos="1008" userDrawn="1">
          <p15:clr>
            <a:srgbClr val="FBAE40"/>
          </p15:clr>
        </p15:guide>
        <p15:guide id="6" pos="288" userDrawn="1">
          <p15:clr>
            <a:srgbClr val="FBAE40"/>
          </p15:clr>
        </p15:guide>
        <p15:guide id="7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0F28B-6949-8A10-8B7C-D18BAEBDE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9987" y="6211957"/>
            <a:ext cx="2684813" cy="274623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A1A663-AB5A-1C46-BB3F-DC91B87E167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45B7E347-82C1-5BCB-9E72-D9CF29D032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580" y="5641720"/>
            <a:ext cx="1829546" cy="78548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653E720E-FE37-173B-65F6-62EFA236FB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571500"/>
            <a:ext cx="11277600" cy="736439"/>
          </a:xfrm>
          <a:prstGeom prst="rect">
            <a:avLst/>
          </a:prstGeom>
        </p:spPr>
        <p:txBody>
          <a:bodyPr anchor="t"/>
          <a:lstStyle>
            <a:lvl1pPr algn="l">
              <a:defRPr sz="3600" b="1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</a:t>
            </a:r>
            <a:endParaRPr lang="en-US" sz="7200" dirty="0">
              <a:solidFill>
                <a:srgbClr val="005A95"/>
              </a:solidFill>
            </a:endParaRPr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77A9F672-EF72-2298-66D3-AB7575B19E3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1" y="1600200"/>
            <a:ext cx="5638800" cy="3886200"/>
          </a:xfrm>
          <a:prstGeom prst="rect">
            <a:avLst/>
          </a:prstGeom>
        </p:spPr>
        <p:txBody>
          <a:bodyPr/>
          <a:lstStyle>
            <a:lvl1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21">
            <a:extLst>
              <a:ext uri="{FF2B5EF4-FFF2-40B4-BE49-F238E27FC236}">
                <a16:creationId xmlns:a16="http://schemas.microsoft.com/office/drawing/2014/main" id="{D8FF0C6D-7B44-4491-2943-59A5D94A7B3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99667" y="1593184"/>
            <a:ext cx="4935132" cy="3892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800" b="0" i="0" kern="1200" dirty="0">
                <a:solidFill>
                  <a:srgbClr val="7671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sz="2800" b="0" i="0" kern="1200" dirty="0">
                <a:solidFill>
                  <a:srgbClr val="7671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624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08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456" userDrawn="1">
          <p15:clr>
            <a:srgbClr val="FBAE40"/>
          </p15:clr>
        </p15:guide>
        <p15:guide id="4" orient="horz" pos="360" userDrawn="1">
          <p15:clr>
            <a:srgbClr val="FBAE40"/>
          </p15:clr>
        </p15:guide>
        <p15:guide id="5" orient="horz" pos="1008" userDrawn="1">
          <p15:clr>
            <a:srgbClr val="FBAE40"/>
          </p15:clr>
        </p15:guide>
        <p15:guide id="6" pos="288" userDrawn="1">
          <p15:clr>
            <a:srgbClr val="FBAE40"/>
          </p15:clr>
        </p15:guide>
        <p15:guide id="7" pos="739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6BA7C3E-9407-286B-C955-92021F6E2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9987" y="6211957"/>
            <a:ext cx="2684813" cy="274623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A1A663-AB5A-1C46-BB3F-DC91B87E167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DB1E25ED-196F-AD3E-730C-350C97EE93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0049"/>
          <a:stretch/>
        </p:blipFill>
        <p:spPr>
          <a:xfrm>
            <a:off x="0" y="6684"/>
            <a:ext cx="6096000" cy="6851316"/>
          </a:xfrm>
          <a:prstGeom prst="rect">
            <a:avLst/>
          </a:prstGeom>
        </p:spPr>
      </p:pic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F3FDA9FC-5FAF-19E1-2999-FA81EB28D6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833" y="2772348"/>
            <a:ext cx="4702175" cy="18466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000" b="1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Long Title Goes Here</a:t>
            </a:r>
          </a:p>
          <a:p>
            <a:pPr lvl="0"/>
            <a:r>
              <a:rPr lang="en-US" dirty="0" err="1"/>
              <a:t>Xxxxxxx</a:t>
            </a:r>
            <a:endParaRPr lang="en-US" dirty="0"/>
          </a:p>
          <a:p>
            <a:pPr lvl="0"/>
            <a:r>
              <a:rPr lang="en-US" dirty="0" err="1"/>
              <a:t>Xxxxxxx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647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0F28B-6949-8A10-8B7C-D18BAEBDE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9987" y="6211957"/>
            <a:ext cx="2684813" cy="274623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A1A663-AB5A-1C46-BB3F-DC91B87E167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45B7E347-82C1-5BCB-9E72-D9CF29D032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580" y="5641720"/>
            <a:ext cx="1829546" cy="7854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B4A8D20-7863-7BFB-62B7-82573F4C0688}"/>
              </a:ext>
            </a:extLst>
          </p:cNvPr>
          <p:cNvSpPr/>
          <p:nvPr userDrawn="1"/>
        </p:nvSpPr>
        <p:spPr>
          <a:xfrm>
            <a:off x="0" y="0"/>
            <a:ext cx="12192000" cy="5486400"/>
          </a:xfrm>
          <a:prstGeom prst="rect">
            <a:avLst/>
          </a:prstGeom>
          <a:solidFill>
            <a:srgbClr val="0061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56D25ECA-C5BA-AE0A-264F-72583C103F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28461" y="2286000"/>
            <a:ext cx="7335078" cy="114300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3600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8151544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08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456" userDrawn="1">
          <p15:clr>
            <a:srgbClr val="FBAE40"/>
          </p15:clr>
        </p15:guide>
        <p15:guide id="4" orient="horz" pos="360" userDrawn="1">
          <p15:clr>
            <a:srgbClr val="FBAE40"/>
          </p15:clr>
        </p15:guide>
        <p15:guide id="5" orient="horz" pos="1008" userDrawn="1">
          <p15:clr>
            <a:srgbClr val="FBAE40"/>
          </p15:clr>
        </p15:guide>
        <p15:guide id="6" pos="288" userDrawn="1">
          <p15:clr>
            <a:srgbClr val="FBAE40"/>
          </p15:clr>
        </p15:guide>
        <p15:guide id="7" pos="739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0F28B-6949-8A10-8B7C-D18BAEBDE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9987" y="6211957"/>
            <a:ext cx="2684813" cy="274623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A1A663-AB5A-1C46-BB3F-DC91B87E167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45B7E347-82C1-5BCB-9E72-D9CF29D032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580" y="5641720"/>
            <a:ext cx="1829546" cy="78548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BCF72C4-98D7-9FF3-70FE-096C982889BD}"/>
              </a:ext>
            </a:extLst>
          </p:cNvPr>
          <p:cNvSpPr/>
          <p:nvPr userDrawn="1"/>
        </p:nvSpPr>
        <p:spPr>
          <a:xfrm>
            <a:off x="0" y="0"/>
            <a:ext cx="12192000" cy="5486400"/>
          </a:xfrm>
          <a:prstGeom prst="rect">
            <a:avLst/>
          </a:prstGeom>
          <a:solidFill>
            <a:srgbClr val="BBBF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995E"/>
              </a:highlight>
            </a:endParaRP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88E2CF5-F61B-C587-8CED-45B374FC4C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28461" y="2286000"/>
            <a:ext cx="7335078" cy="114300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3600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812381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08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456" userDrawn="1">
          <p15:clr>
            <a:srgbClr val="FBAE40"/>
          </p15:clr>
        </p15:guide>
        <p15:guide id="4" orient="horz" pos="360" userDrawn="1">
          <p15:clr>
            <a:srgbClr val="FBAE40"/>
          </p15:clr>
        </p15:guide>
        <p15:guide id="5" orient="horz" pos="1008" userDrawn="1">
          <p15:clr>
            <a:srgbClr val="FBAE40"/>
          </p15:clr>
        </p15:guide>
        <p15:guide id="6" pos="288" userDrawn="1">
          <p15:clr>
            <a:srgbClr val="FBAE40"/>
          </p15:clr>
        </p15:guide>
        <p15:guide id="7" pos="739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84A3350B-D6F5-E020-D657-C3F27D9B12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682"/>
            <a:ext cx="12199526" cy="6848856"/>
          </a:xfrm>
          <a:prstGeom prst="rect">
            <a:avLst/>
          </a:prstGeom>
        </p:spPr>
      </p:pic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67772414-34C0-529E-33AE-2D9DF25D31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28461" y="2863661"/>
            <a:ext cx="7335078" cy="1412031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4000" b="1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3600" dirty="0"/>
              <a:t>Divider Title Slide</a:t>
            </a:r>
          </a:p>
          <a:p>
            <a:r>
              <a:rPr lang="en-US" sz="3600" dirty="0"/>
              <a:t>Line 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865473-E2AD-6245-4447-BAEF54B15394}"/>
              </a:ext>
            </a:extLst>
          </p:cNvPr>
          <p:cNvSpPr/>
          <p:nvPr userDrawn="1"/>
        </p:nvSpPr>
        <p:spPr>
          <a:xfrm>
            <a:off x="2428461" y="4275692"/>
            <a:ext cx="7335078" cy="99085"/>
          </a:xfrm>
          <a:prstGeom prst="rect">
            <a:avLst/>
          </a:prstGeom>
          <a:solidFill>
            <a:srgbClr val="0061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5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725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231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186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3574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149105" y="6583679"/>
            <a:ext cx="1574040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Fall 2013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583679"/>
            <a:ext cx="3860800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MU CS 4001/7001 Cloud Computing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9576" y="6583679"/>
            <a:ext cx="827592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2A0DFCB6-F3ED-DC4B-9103-56EDD9D71A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9052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149105" y="6583679"/>
            <a:ext cx="1574040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Fall 2013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583679"/>
            <a:ext cx="3860800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MU CS 4001/7001 Cloud Computing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9576" y="6583679"/>
            <a:ext cx="827592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2A0DFCB6-F3ED-DC4B-9103-56EDD9D71A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1488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136A3-E6B7-CC43-A8FA-0B94F0D35B4B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FCB6-F3ED-DC4B-9103-56EDD9D7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5977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136A3-E6B7-CC43-A8FA-0B94F0D35B4B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FCB6-F3ED-DC4B-9103-56EDD9D7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7302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136A3-E6B7-CC43-A8FA-0B94F0D35B4B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FCB6-F3ED-DC4B-9103-56EDD9D7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7551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149105" y="6583679"/>
            <a:ext cx="1574040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Fall 2013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583679"/>
            <a:ext cx="3860800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MU CS 4001/7001 Cloud Computing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9576" y="6583679"/>
            <a:ext cx="827592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2A0DFCB6-F3ED-DC4B-9103-56EDD9D71A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7066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149105" y="6583679"/>
            <a:ext cx="1574040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Fall 2013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583679"/>
            <a:ext cx="3860800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MU CS 4001/7001 Cloud Computing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9576" y="6583679"/>
            <a:ext cx="827592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2A0DFCB6-F3ED-DC4B-9103-56EDD9D71A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8381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136A3-E6B7-CC43-A8FA-0B94F0D35B4B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FCB6-F3ED-DC4B-9103-56EDD9D7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4254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136A3-E6B7-CC43-A8FA-0B94F0D35B4B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FCB6-F3ED-DC4B-9103-56EDD9D7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7000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136A3-E6B7-CC43-A8FA-0B94F0D35B4B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FCB6-F3ED-DC4B-9103-56EDD9D7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0129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136A3-E6B7-CC43-A8FA-0B94F0D35B4B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FCB6-F3ED-DC4B-9103-56EDD9D7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7661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BEA3C659-FA72-4470-1331-B5C193EC9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219200"/>
            <a:ext cx="10566400" cy="914400"/>
          </a:xfrm>
          <a:custGeom>
            <a:avLst/>
            <a:gdLst>
              <a:gd name="T0" fmla="*/ 0 w 1000"/>
              <a:gd name="T1" fmla="*/ 836127360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3" name="Line 8">
            <a:extLst>
              <a:ext uri="{FF2B5EF4-FFF2-40B4-BE49-F238E27FC236}">
                <a16:creationId xmlns:a16="http://schemas.microsoft.com/office/drawing/2014/main" id="{F20168EF-1EA3-0398-0072-F4D3608CF0D9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116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1" y="1524000"/>
            <a:ext cx="10164233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3962400"/>
            <a:ext cx="87376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0912E6-87FE-A317-B474-04AE46A407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F98B453-222B-98E7-DF30-788FF601BE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Garamond" pitchFamily="18" charset="0"/>
              </a:defRPr>
            </a:lvl1pPr>
          </a:lstStyle>
          <a:p>
            <a:pPr>
              <a:defRPr/>
            </a:pPr>
            <a:r>
              <a:rPr lang="en-US" altLang="en-US" dirty="0"/>
              <a:t>© 2024 by Pearson Education, Inc.              Chapter 15  Cybersecurity Engineering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3B38787-38BB-2E5A-9E5D-2A2038928D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3638"/>
            <a:ext cx="284480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DC451A-CEBF-4078-8EC3-AA1C90449BA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5838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A013614-6F43-51D8-D02E-27C425DE8B8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© 2024 by Pearson Education, Inc.              Chapter 15  Cybersecurity Engineering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89C310A-ACC0-8D5F-03EA-6C922992B61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1CD0AE-0794-445D-8DEC-822634AB856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15546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637E0B8-57D3-160C-16E0-D036C2DA683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© 2024 by Pearson Education, Inc.              Chapter 15  Cybersecurity Engineering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46B6787-759B-EE6C-A09C-0007F99E95F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AC0851-6903-40E6-BE03-49AB503B5D6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2294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BDD6FD-C802-BB48-3CF7-9983252AB0B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© 2024 by Pearson Education, Inc.              Chapter 15  Cybersecurity Engineering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E7393A-C601-E3EC-B02D-8B0729651F2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4A6C39-8DD3-4963-AD0A-27AEEA38F36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5837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AE3113B-DA8D-B1C8-EF66-448FE9A945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© 2024 by Pearson Education, Inc.              Chapter 15  Cybersecurity Engineering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989A297-9047-067B-D593-F68FF4606FB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8E93DE-5743-4D50-BD2C-CC7412A124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9919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6FC63B9-58A6-5B28-5529-5EF9D26BF7B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© 2024 by Pearson Education, Inc.              Chapter 15  Cybersecurity Engineering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7ED5DBF-A8E9-0977-4004-422382F5DE7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90BD4A-7090-4B0D-8420-B67BC30323C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74405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03CAF3F-055B-A753-B488-D0A7AD6D1BA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© 2024 by Pearson Education, Inc.              Chapter 15  Cybersecurity Engineering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2134F9F-A247-859B-3A83-8A90883530B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F7F778-1105-4975-9D23-A5782F3BE4A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31033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29C782-2D3B-7547-523C-F1E6B9CC08F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© 2024 by Pearson Education, Inc.              Chapter 15  Cybersecurity Engineering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D176FC-E517-014D-8807-0C536B4884D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9332BF-E4BD-4380-B166-7CFB62D21A4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59034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5DE3CF-14E9-E1FD-E2E1-2EF68BEFC3B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© 2024 by Pearson Education, Inc.              Chapter 15  Cybersecurity Engineering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FE061D-74A6-98AC-36FA-E0002401F7A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B2FACF-5DCC-4B2F-B8A6-BC5D772DA61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81963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192EB75-1FC0-FC2F-9C0D-E5D65C3700F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© 2024 by Pearson Education, Inc.              Chapter 15  Cybersecurity Engineering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46DB3B6-61AD-CCDE-82FB-2D93634E0E1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7A3C45-39F9-407B-B4A4-DAA485AD933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81901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2F75B9D-B10C-D2FB-5899-3F50560A658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© 2024 by Pearson Education, Inc.              Chapter 15  Cybersecurity Engineering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1DC2B31-3C31-E218-9C40-61FC33DEB4C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9F3CA3-DD6A-40DB-9FFE-DA63F25673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8368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7116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0" r:id="rId2"/>
    <p:sldLayoutId id="2147483659" r:id="rId3"/>
    <p:sldLayoutId id="2147483655" r:id="rId4"/>
    <p:sldLayoutId id="2147483658" r:id="rId5"/>
    <p:sldLayoutId id="2147483660" r:id="rId6"/>
    <p:sldLayoutId id="2147483649" r:id="rId7"/>
    <p:sldLayoutId id="2147483663" r:id="rId8"/>
    <p:sldLayoutId id="2147483664" r:id="rId9"/>
    <p:sldLayoutId id="2147483665" r:id="rId10"/>
    <p:sldLayoutId id="2147483666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9105" y="6583679"/>
            <a:ext cx="1574040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Fall 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583679"/>
            <a:ext cx="3860800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MU CS 4001/7001 Cloud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9576" y="6583679"/>
            <a:ext cx="827592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2A0DFCB6-F3ED-DC4B-9103-56EDD9D71A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400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400" kern="1200">
          <a:solidFill>
            <a:srgbClr val="0000FF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68CAFB3-231F-3419-2AC4-F9E3324B0D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BE1FCDE-B96F-8584-D82E-0755C02472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10596" name="Rectangle 4">
            <a:extLst>
              <a:ext uri="{FF2B5EF4-FFF2-40B4-BE49-F238E27FC236}">
                <a16:creationId xmlns:a16="http://schemas.microsoft.com/office/drawing/2014/main" id="{16862D6D-4277-1642-3DD2-30CE19256CC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248400"/>
            <a:ext cx="883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solidFill>
                  <a:schemeClr val="accent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 dirty="0"/>
              <a:t>© 2024 by Pearson Education, Inc.              Chapter 15  Cybersecurity Engineering</a:t>
            </a:r>
          </a:p>
        </p:txBody>
      </p:sp>
      <p:sp>
        <p:nvSpPr>
          <p:cNvPr id="110597" name="Rectangle 5">
            <a:extLst>
              <a:ext uri="{FF2B5EF4-FFF2-40B4-BE49-F238E27FC236}">
                <a16:creationId xmlns:a16="http://schemas.microsoft.com/office/drawing/2014/main" id="{EC6FF116-A76D-584C-0347-20F50F8929C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550400" y="6243638"/>
            <a:ext cx="203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accent1"/>
                </a:solidFill>
                <a:latin typeface="Garamond" panose="02020404030301010803" pitchFamily="18" charset="0"/>
              </a:defRPr>
            </a:lvl1pPr>
          </a:lstStyle>
          <a:p>
            <a:fld id="{BBE20EB0-7577-4DB1-ABC5-6CF3DA8AA16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0" name="Freeform 6">
            <a:extLst>
              <a:ext uri="{FF2B5EF4-FFF2-40B4-BE49-F238E27FC236}">
                <a16:creationId xmlns:a16="http://schemas.microsoft.com/office/drawing/2014/main" id="{8368378C-2F10-43BE-453D-C1346573C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>
              <a:gd name="T0" fmla="*/ 0 w 1000"/>
              <a:gd name="T1" fmla="*/ 371612160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773522520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>
          <a:solidFill>
            <a:schemeClr val="accent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>
          <a:solidFill>
            <a:schemeClr val="accent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>
          <a:solidFill>
            <a:schemeClr val="accent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>
          <a:solidFill>
            <a:schemeClr val="accent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accent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accent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accent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accent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accent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security/develop/threat-modeling-tool-threat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Relationship Id="rId5" Type="http://schemas.openxmlformats.org/officeDocument/2006/relationships/hyperlink" Target="https://en.wikipedia.org/wiki/DREAD_(risk_assessment_model)" TargetMode="External"/><Relationship Id="rId4" Type="http://schemas.openxmlformats.org/officeDocument/2006/relationships/hyperlink" Target="https://versprite.com/blog/what-is-pasta-threat-modeling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.docx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32AD01-B626-8541-DD34-941AFABB40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4161824"/>
            <a:ext cx="12192000" cy="650141"/>
          </a:xfrm>
        </p:spPr>
        <p:txBody>
          <a:bodyPr/>
          <a:lstStyle/>
          <a:p>
            <a:r>
              <a:rPr lang="en-US" sz="4800" dirty="0"/>
              <a:t>CEN 3078 Computer Security</a:t>
            </a:r>
            <a:endParaRPr lang="en-US" sz="2000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AC5A7-CF21-681C-AD2A-CAFD76C83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58705" y="5663508"/>
            <a:ext cx="6674590" cy="350227"/>
          </a:xfrm>
        </p:spPr>
        <p:txBody>
          <a:bodyPr/>
          <a:lstStyle/>
          <a:p>
            <a:r>
              <a:rPr lang="en-US" sz="2400" dirty="0"/>
              <a:t>Module 3 – Defense Architectures and Design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53553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EAAE10-AC41-4204-9F7F-9B66DE6D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A663-AB5A-1C46-BB3F-DC91B87E167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939404-9D34-18F4-9D95-C4281E2746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200" dirty="0"/>
              <a:t>Module 3 – Defense Architectures and Design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DB613D-D509-BE18-749F-9E8A5481C2FC}"/>
              </a:ext>
            </a:extLst>
          </p:cNvPr>
          <p:cNvSpPr txBox="1"/>
          <p:nvPr/>
        </p:nvSpPr>
        <p:spPr>
          <a:xfrm>
            <a:off x="6388360" y="300271"/>
            <a:ext cx="552372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Network Scanning and Vulnerability Scanning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Digital Forensics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Cybersecurity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Security policies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Firewalls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Authentication, Access controls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Federated trust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IoT/Cloud middleware</a:t>
            </a:r>
          </a:p>
        </p:txBody>
      </p:sp>
    </p:spTree>
    <p:extLst>
      <p:ext uri="{BB962C8B-B14F-4D97-AF65-F5344CB8AC3E}">
        <p14:creationId xmlns:p14="http://schemas.microsoft.com/office/powerpoint/2010/main" val="2669928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EAAE10-AC41-4204-9F7F-9B66DE6D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A663-AB5A-1C46-BB3F-DC91B87E1671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939404-9D34-18F4-9D95-C4281E2746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200" dirty="0"/>
              <a:t>Module 3 – Defense Architectures and Design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DB613D-D509-BE18-749F-9E8A5481C2FC}"/>
              </a:ext>
            </a:extLst>
          </p:cNvPr>
          <p:cNvSpPr txBox="1"/>
          <p:nvPr/>
        </p:nvSpPr>
        <p:spPr>
          <a:xfrm>
            <a:off x="6388360" y="300271"/>
            <a:ext cx="552372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Network Scanning and Vulnerability Scanning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Digital Forensics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F0000"/>
                </a:solidFill>
              </a:rPr>
              <a:t>Cybersecurity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Security policies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Firewalls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Authentication, Access controls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Federated trust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IoT/Cloud middleware</a:t>
            </a:r>
          </a:p>
        </p:txBody>
      </p:sp>
    </p:spTree>
    <p:extLst>
      <p:ext uri="{BB962C8B-B14F-4D97-AF65-F5344CB8AC3E}">
        <p14:creationId xmlns:p14="http://schemas.microsoft.com/office/powerpoint/2010/main" val="2371849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Slide Number Placeholder 4">
            <a:extLst>
              <a:ext uri="{FF2B5EF4-FFF2-40B4-BE49-F238E27FC236}">
                <a16:creationId xmlns:a16="http://schemas.microsoft.com/office/drawing/2014/main" id="{36641A69-D0FF-CC2F-38F4-44B5CD88BC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A1B04147-F544-4EB2-97CF-90FA67E1D6FB}" type="slidenum">
              <a:rPr lang="en-US" altLang="en-US" sz="1200">
                <a:solidFill>
                  <a:srgbClr val="3366CC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4</a:t>
            </a:fld>
            <a:endParaRPr lang="en-US" altLang="en-US" sz="1200">
              <a:solidFill>
                <a:srgbClr val="3366CC"/>
              </a:solidFill>
              <a:latin typeface="Garamond" panose="02020404030301010803" pitchFamily="18" charset="0"/>
            </a:endParaRPr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76507F9C-CD94-AE0C-CD9C-3EA9ECEB37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4D045813-AB9E-4076-43F9-40021C6A5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Understand basic systems engineering concepts</a:t>
            </a:r>
          </a:p>
          <a:p>
            <a:pPr eaLnBrk="1" hangingPunct="1"/>
            <a:r>
              <a:rPr lang="en-US" altLang="en-US" dirty="0"/>
              <a:t>Understand how to integrate systems engineering into cybersecurity</a:t>
            </a:r>
          </a:p>
          <a:p>
            <a:pPr eaLnBrk="1" hangingPunct="1"/>
            <a:r>
              <a:rPr lang="en-US" altLang="en-US" dirty="0"/>
              <a:t>Utilize engineering tools in cybersecurity</a:t>
            </a:r>
          </a:p>
          <a:p>
            <a:pPr eaLnBrk="1" hangingPunct="1"/>
            <a:r>
              <a:rPr lang="en-US" altLang="en-US" dirty="0"/>
              <a:t>Explain the use of standards in cybersecurity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Slide Number Placeholder 4">
            <a:extLst>
              <a:ext uri="{FF2B5EF4-FFF2-40B4-BE49-F238E27FC236}">
                <a16:creationId xmlns:a16="http://schemas.microsoft.com/office/drawing/2014/main" id="{494A3FD1-D517-D15E-5378-DCD95F6D28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75E3BC1D-0E96-4637-BA10-F3FFF1142EAE}" type="slidenum">
              <a:rPr lang="en-US" altLang="en-US" sz="1200">
                <a:solidFill>
                  <a:srgbClr val="3366CC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5</a:t>
            </a:fld>
            <a:endParaRPr lang="en-US" altLang="en-US" sz="1200">
              <a:solidFill>
                <a:srgbClr val="3366CC"/>
              </a:solidFill>
              <a:latin typeface="Garamond" panose="02020404030301010803" pitchFamily="18" charset="0"/>
            </a:endParaRPr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162A3007-4AAD-830A-1BA6-D7E2FE9408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8197" name="Rectangle 3">
            <a:extLst>
              <a:ext uri="{FF2B5EF4-FFF2-40B4-BE49-F238E27FC236}">
                <a16:creationId xmlns:a16="http://schemas.microsoft.com/office/drawing/2014/main" id="{8D8F954F-D083-76EF-3664-87699C55FA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371601"/>
            <a:ext cx="8229600" cy="4759325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The field of cybersecurity is growing rapidly</a:t>
            </a:r>
          </a:p>
          <a:p>
            <a:pPr eaLnBrk="1" hangingPunct="1"/>
            <a:r>
              <a:rPr lang="en-US" altLang="en-US" sz="2600" dirty="0"/>
              <a:t>Presents challenges for defining the profession</a:t>
            </a:r>
          </a:p>
          <a:p>
            <a:pPr eaLnBrk="1" hangingPunct="1"/>
            <a:r>
              <a:rPr lang="en-US" altLang="en-US" sz="2600" dirty="0"/>
              <a:t>Many different approaches are used in cybersecurity and cybersecurity education</a:t>
            </a:r>
          </a:p>
          <a:p>
            <a:pPr lvl="1" indent="-325120" eaLnBrk="1" hangingPunct="1"/>
            <a:r>
              <a:rPr lang="en-US" altLang="en-US" sz="2200" dirty="0"/>
              <a:t>Practiced as a business management discipline</a:t>
            </a:r>
            <a:endParaRPr lang="en-US" altLang="en-US" sz="2200" dirty="0">
              <a:cs typeface="Arial"/>
            </a:endParaRPr>
          </a:p>
          <a:p>
            <a:pPr lvl="1" indent="-325120" eaLnBrk="1" hangingPunct="1"/>
            <a:r>
              <a:rPr lang="en-US" altLang="en-US" sz="2200" dirty="0"/>
              <a:t>Approached as a computer science sub-discipline</a:t>
            </a:r>
            <a:endParaRPr lang="en-US" altLang="en-US" sz="2200" dirty="0">
              <a:cs typeface="Arial"/>
            </a:endParaRPr>
          </a:p>
          <a:p>
            <a:pPr eaLnBrk="1" hangingPunct="1"/>
            <a:r>
              <a:rPr lang="en-US" altLang="en-US" sz="2600" dirty="0"/>
              <a:t>Wide range of technical backgrounds and skill sets for practitioners</a:t>
            </a:r>
          </a:p>
          <a:p>
            <a:pPr eaLnBrk="1" hangingPunct="1"/>
            <a:r>
              <a:rPr lang="en-US" altLang="en-US" sz="2600" dirty="0"/>
              <a:t>Cybersecurity can be viewed as an engineering discipline—a sub-discipline of systems engineering</a:t>
            </a:r>
            <a:endParaRPr lang="en-US" altLang="en-US" sz="2600" dirty="0"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Slide Number Placeholder 4">
            <a:extLst>
              <a:ext uri="{FF2B5EF4-FFF2-40B4-BE49-F238E27FC236}">
                <a16:creationId xmlns:a16="http://schemas.microsoft.com/office/drawing/2014/main" id="{494A3FD1-D517-D15E-5378-DCD95F6D28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75E3BC1D-0E96-4637-BA10-F3FFF1142EAE}" type="slidenum">
              <a:rPr lang="en-US" altLang="en-US" sz="1200">
                <a:solidFill>
                  <a:srgbClr val="3366CC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6</a:t>
            </a:fld>
            <a:endParaRPr lang="en-US" altLang="en-US" sz="1200">
              <a:solidFill>
                <a:srgbClr val="3366CC"/>
              </a:solidFill>
              <a:latin typeface="Garamond" panose="02020404030301010803" pitchFamily="18" charset="0"/>
            </a:endParaRPr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162A3007-4AAD-830A-1BA6-D7E2FE9408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</a:rPr>
              <a:t>Defining Cybersecurity Engineering</a:t>
            </a:r>
          </a:p>
        </p:txBody>
      </p:sp>
      <p:sp>
        <p:nvSpPr>
          <p:cNvPr id="8197" name="Rectangle 3">
            <a:extLst>
              <a:ext uri="{FF2B5EF4-FFF2-40B4-BE49-F238E27FC236}">
                <a16:creationId xmlns:a16="http://schemas.microsoft.com/office/drawing/2014/main" id="{8D8F954F-D083-76EF-3664-87699C55FA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371601"/>
            <a:ext cx="8229600" cy="475932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dirty="0"/>
              <a:t>Cybersecurity and Systems Engineering</a:t>
            </a:r>
          </a:p>
          <a:p>
            <a:pPr lvl="1" indent="-325120" eaLnBrk="1" hangingPunct="1"/>
            <a:r>
              <a:rPr lang="en-US" altLang="en-US" sz="2400" dirty="0"/>
              <a:t>Cybersecurity involves diverse computer systems, human processes, operating systems, and more</a:t>
            </a:r>
            <a:endParaRPr lang="en-US" altLang="en-US" sz="2400" dirty="0">
              <a:cs typeface="Arial"/>
            </a:endParaRPr>
          </a:p>
          <a:p>
            <a:pPr lvl="1" indent="-325120" eaLnBrk="1" hangingPunct="1"/>
            <a:r>
              <a:rPr lang="en-US" altLang="en-US" sz="2400" dirty="0"/>
              <a:t>Cybersecurity could be considered a sub-discipline of systems engineering</a:t>
            </a:r>
            <a:endParaRPr lang="en-US" altLang="en-US" sz="2400" dirty="0">
              <a:cs typeface="Arial"/>
            </a:endParaRPr>
          </a:p>
          <a:p>
            <a:pPr lvl="1" indent="-325120" eaLnBrk="1" hangingPunct="1"/>
            <a:r>
              <a:rPr lang="en-US" altLang="en-US" sz="2400" dirty="0"/>
              <a:t>Systems engineering is concerned with a given system, or system of systems, throughout the system life cycle</a:t>
            </a:r>
            <a:endParaRPr lang="en-US" altLang="en-US" sz="2400" dirty="0">
              <a:cs typeface="Arial"/>
            </a:endParaRPr>
          </a:p>
          <a:p>
            <a:pPr lvl="2" indent="-350520" eaLnBrk="1" hangingPunct="1"/>
            <a:r>
              <a:rPr lang="en-US" altLang="en-US" sz="2000" dirty="0"/>
              <a:t>Begins with the concept phase and continues through system disposal</a:t>
            </a:r>
            <a:endParaRPr lang="en-US" altLang="en-US" sz="2000" dirty="0">
              <a:cs typeface="Arial"/>
            </a:endParaRPr>
          </a:p>
          <a:p>
            <a:pPr lvl="2" indent="-350520" eaLnBrk="1" hangingPunct="1"/>
            <a:r>
              <a:rPr lang="en-US" altLang="en-US" sz="2000" dirty="0"/>
              <a:t>This is an appropriate approach for cybersecurity engineering</a:t>
            </a:r>
            <a:endParaRPr lang="en-US" alt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98637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Slide Number Placeholder 4">
            <a:extLst>
              <a:ext uri="{FF2B5EF4-FFF2-40B4-BE49-F238E27FC236}">
                <a16:creationId xmlns:a16="http://schemas.microsoft.com/office/drawing/2014/main" id="{494A3FD1-D517-D15E-5378-DCD95F6D28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75E3BC1D-0E96-4637-BA10-F3FFF1142EAE}" type="slidenum">
              <a:rPr lang="en-US" altLang="en-US" sz="1200">
                <a:solidFill>
                  <a:srgbClr val="3366CC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7</a:t>
            </a:fld>
            <a:endParaRPr lang="en-US" altLang="en-US" sz="1200">
              <a:solidFill>
                <a:srgbClr val="3366CC"/>
              </a:solidFill>
              <a:latin typeface="Garamond" panose="02020404030301010803" pitchFamily="18" charset="0"/>
            </a:endParaRPr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162A3007-4AAD-830A-1BA6-D7E2FE9408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</a:rPr>
              <a:t>Defining Cybersecurity Engineering</a:t>
            </a:r>
          </a:p>
        </p:txBody>
      </p:sp>
      <p:sp>
        <p:nvSpPr>
          <p:cNvPr id="8197" name="Rectangle 3">
            <a:extLst>
              <a:ext uri="{FF2B5EF4-FFF2-40B4-BE49-F238E27FC236}">
                <a16:creationId xmlns:a16="http://schemas.microsoft.com/office/drawing/2014/main" id="{8D8F954F-D083-76EF-3664-87699C55FA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371601"/>
            <a:ext cx="8229600" cy="475932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dirty="0"/>
              <a:t>Applying Engineering to Cybersecurity</a:t>
            </a:r>
          </a:p>
          <a:p>
            <a:pPr lvl="1" eaLnBrk="1" hangingPunct="1"/>
            <a:r>
              <a:rPr lang="en-US" altLang="en-US" sz="2400" dirty="0"/>
              <a:t>A cybersecurity project should begin by defining the requirements</a:t>
            </a:r>
          </a:p>
          <a:p>
            <a:pPr lvl="1" eaLnBrk="1" hangingPunct="1"/>
            <a:r>
              <a:rPr lang="en-US" altLang="en-US" sz="2400" dirty="0"/>
              <a:t>Use the SMART acronym for effective requirements:</a:t>
            </a:r>
          </a:p>
          <a:p>
            <a:pPr lvl="2" eaLnBrk="1" hangingPunct="1"/>
            <a:r>
              <a:rPr lang="en-US" altLang="en-US" sz="2000" dirty="0"/>
              <a:t>Specific</a:t>
            </a:r>
          </a:p>
          <a:p>
            <a:pPr lvl="2" eaLnBrk="1" hangingPunct="1"/>
            <a:r>
              <a:rPr lang="en-US" altLang="en-US" sz="2000" dirty="0"/>
              <a:t>Measurable</a:t>
            </a:r>
          </a:p>
          <a:p>
            <a:pPr lvl="2" eaLnBrk="1" hangingPunct="1"/>
            <a:r>
              <a:rPr lang="en-US" altLang="en-US" sz="2000" dirty="0"/>
              <a:t>Achievable</a:t>
            </a:r>
          </a:p>
          <a:p>
            <a:pPr lvl="2" eaLnBrk="1" hangingPunct="1"/>
            <a:r>
              <a:rPr lang="en-US" altLang="en-US" sz="2000" dirty="0"/>
              <a:t>Realistic</a:t>
            </a:r>
          </a:p>
          <a:p>
            <a:pPr lvl="2" eaLnBrk="1" hangingPunct="1"/>
            <a:r>
              <a:rPr lang="en-US" altLang="en-US" sz="2000" dirty="0"/>
              <a:t>Timely</a:t>
            </a:r>
          </a:p>
          <a:p>
            <a:pPr lvl="1" eaLnBrk="1" hangingPunct="1"/>
            <a:r>
              <a:rPr lang="en-US" altLang="en-US" sz="2400" dirty="0"/>
              <a:t>A tool to aid in planning is the Work Breakdown Structure (WBS), which breaks a project into smaller tasks; see the next slide for an example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37368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Slide Number Placeholder 4">
            <a:extLst>
              <a:ext uri="{FF2B5EF4-FFF2-40B4-BE49-F238E27FC236}">
                <a16:creationId xmlns:a16="http://schemas.microsoft.com/office/drawing/2014/main" id="{494A3FD1-D517-D15E-5378-DCD95F6D28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75E3BC1D-0E96-4637-BA10-F3FFF1142EAE}" type="slidenum">
              <a:rPr lang="en-US" altLang="en-US" sz="1200">
                <a:solidFill>
                  <a:srgbClr val="3366CC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8</a:t>
            </a:fld>
            <a:endParaRPr lang="en-US" altLang="en-US" sz="1200">
              <a:solidFill>
                <a:srgbClr val="3366CC"/>
              </a:solidFill>
              <a:latin typeface="Garamond" panose="02020404030301010803" pitchFamily="18" charset="0"/>
            </a:endParaRPr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162A3007-4AAD-830A-1BA6-D7E2FE9408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</a:rPr>
              <a:t>Work Breakdown Structure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DF3BE1-2409-A80F-2D7A-C2EE95730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8258" y="1561724"/>
            <a:ext cx="6875485" cy="445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830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Slide Number Placeholder 4">
            <a:extLst>
              <a:ext uri="{FF2B5EF4-FFF2-40B4-BE49-F238E27FC236}">
                <a16:creationId xmlns:a16="http://schemas.microsoft.com/office/drawing/2014/main" id="{494A3FD1-D517-D15E-5378-DCD95F6D28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75E3BC1D-0E96-4637-BA10-F3FFF1142EAE}" type="slidenum">
              <a:rPr lang="en-US" altLang="en-US" sz="1200">
                <a:solidFill>
                  <a:srgbClr val="3366CC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9</a:t>
            </a:fld>
            <a:endParaRPr lang="en-US" altLang="en-US" sz="1200">
              <a:solidFill>
                <a:srgbClr val="3366CC"/>
              </a:solidFill>
              <a:latin typeface="Garamond" panose="02020404030301010803" pitchFamily="18" charset="0"/>
            </a:endParaRPr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162A3007-4AAD-830A-1BA6-D7E2FE9408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</a:rPr>
              <a:t>Standards</a:t>
            </a:r>
          </a:p>
        </p:txBody>
      </p:sp>
      <p:sp>
        <p:nvSpPr>
          <p:cNvPr id="8197" name="Rectangle 3">
            <a:extLst>
              <a:ext uri="{FF2B5EF4-FFF2-40B4-BE49-F238E27FC236}">
                <a16:creationId xmlns:a16="http://schemas.microsoft.com/office/drawing/2014/main" id="{8D8F954F-D083-76EF-3664-87699C55FA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371601"/>
            <a:ext cx="8229600" cy="4759325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Every engineering discipline has specific standards</a:t>
            </a:r>
          </a:p>
          <a:p>
            <a:pPr eaLnBrk="1" hangingPunct="1"/>
            <a:r>
              <a:rPr lang="en-US" altLang="en-US" sz="2800" dirty="0"/>
              <a:t>Standards in the cybersecurity industry include:</a:t>
            </a:r>
          </a:p>
          <a:p>
            <a:pPr lvl="1" eaLnBrk="1" hangingPunct="1"/>
            <a:r>
              <a:rPr lang="en-US" altLang="en-US" sz="2400" dirty="0"/>
              <a:t>RMF: </a:t>
            </a:r>
            <a:r>
              <a:rPr lang="en-US" altLang="en-US" sz="2200" dirty="0"/>
              <a:t>Guide for Applying the Risk Management Framework</a:t>
            </a:r>
          </a:p>
          <a:p>
            <a:pPr lvl="1" eaLnBrk="1" hangingPunct="1"/>
            <a:r>
              <a:rPr lang="en-US" altLang="en-US" sz="2400" dirty="0"/>
              <a:t>ISO 27001: </a:t>
            </a:r>
            <a:r>
              <a:rPr lang="en-US" altLang="en-US" sz="2200" dirty="0"/>
              <a:t>Standard for Information Security Management System (ISMS)</a:t>
            </a:r>
          </a:p>
          <a:p>
            <a:pPr lvl="1" eaLnBrk="1" hangingPunct="1"/>
            <a:r>
              <a:rPr lang="en-US" altLang="en-US" sz="2400" dirty="0"/>
              <a:t>ISO 27004: </a:t>
            </a:r>
            <a:r>
              <a:rPr lang="en-US" altLang="en-US" sz="2200" dirty="0"/>
              <a:t>How to Measure Information Security</a:t>
            </a:r>
          </a:p>
          <a:p>
            <a:pPr lvl="1" eaLnBrk="1" hangingPunct="1"/>
            <a:r>
              <a:rPr lang="en-US" altLang="en-US" sz="2400" dirty="0"/>
              <a:t>NIST SP 800-63B: </a:t>
            </a:r>
            <a:r>
              <a:rPr lang="en-US" altLang="en-US" sz="2200" dirty="0"/>
              <a:t>Digital Identity Guidelines</a:t>
            </a:r>
          </a:p>
        </p:txBody>
      </p:sp>
    </p:spTree>
    <p:extLst>
      <p:ext uri="{BB962C8B-B14F-4D97-AF65-F5344CB8AC3E}">
        <p14:creationId xmlns:p14="http://schemas.microsoft.com/office/powerpoint/2010/main" val="1731954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Slide Number Placeholder 4">
            <a:extLst>
              <a:ext uri="{FF2B5EF4-FFF2-40B4-BE49-F238E27FC236}">
                <a16:creationId xmlns:a16="http://schemas.microsoft.com/office/drawing/2014/main" id="{494A3FD1-D517-D15E-5378-DCD95F6D28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75E3BC1D-0E96-4637-BA10-F3FFF1142EAE}" type="slidenum">
              <a:rPr lang="en-US" altLang="en-US" sz="1200">
                <a:solidFill>
                  <a:srgbClr val="3366CC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10</a:t>
            </a:fld>
            <a:endParaRPr lang="en-US" altLang="en-US" sz="1200">
              <a:solidFill>
                <a:srgbClr val="3366CC"/>
              </a:solidFill>
              <a:latin typeface="Garamond" panose="02020404030301010803" pitchFamily="18" charset="0"/>
            </a:endParaRPr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162A3007-4AAD-830A-1BA6-D7E2FE9408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</a:rPr>
              <a:t>Modeling</a:t>
            </a:r>
          </a:p>
        </p:txBody>
      </p:sp>
      <p:sp>
        <p:nvSpPr>
          <p:cNvPr id="8197" name="Rectangle 3">
            <a:extLst>
              <a:ext uri="{FF2B5EF4-FFF2-40B4-BE49-F238E27FC236}">
                <a16:creationId xmlns:a16="http://schemas.microsoft.com/office/drawing/2014/main" id="{8D8F954F-D083-76EF-3664-87699C55FA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52237" y="1371601"/>
            <a:ext cx="10348485" cy="4759325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Cybersecurity engineering is directed toward some threat</a:t>
            </a:r>
          </a:p>
          <a:p>
            <a:pPr eaLnBrk="1" hangingPunct="1"/>
            <a:r>
              <a:rPr lang="en-US" altLang="en-US" sz="2800" dirty="0"/>
              <a:t>Modeling ensures you are building your security to counter the threats specific to your systems</a:t>
            </a:r>
          </a:p>
          <a:p>
            <a:pPr eaLnBrk="1" hangingPunct="1"/>
            <a:r>
              <a:rPr lang="en-US" altLang="en-US" sz="2800" dirty="0"/>
              <a:t>Different modeling concepts include:</a:t>
            </a:r>
          </a:p>
          <a:p>
            <a:pPr lvl="1" eaLnBrk="1" hangingPunct="1"/>
            <a:r>
              <a:rPr lang="en-US" altLang="en-US" sz="2400" dirty="0">
                <a:hlinkClick r:id="rId3"/>
              </a:rPr>
              <a:t>STRIDE: Identifies threats in six categories</a:t>
            </a:r>
            <a:endParaRPr lang="en-US" altLang="en-US" sz="2400" dirty="0"/>
          </a:p>
          <a:p>
            <a:pPr lvl="1" eaLnBrk="1" hangingPunct="1"/>
            <a:r>
              <a:rPr lang="en-US" altLang="en-US" sz="2400" dirty="0">
                <a:hlinkClick r:id="rId4"/>
              </a:rPr>
              <a:t>PASTA: Risk-centric seven-step methodology</a:t>
            </a:r>
            <a:endParaRPr lang="en-US" altLang="en-US" sz="2400" dirty="0"/>
          </a:p>
          <a:p>
            <a:pPr lvl="1" eaLnBrk="1" hangingPunct="1"/>
            <a:r>
              <a:rPr lang="en-US" altLang="en-US" sz="2400" dirty="0">
                <a:hlinkClick r:id="rId5"/>
              </a:rPr>
              <a:t>DREAD: Mnemonic for risk rating using five categories</a:t>
            </a:r>
            <a:r>
              <a:rPr lang="en-US" altLang="en-US" sz="2400" dirty="0"/>
              <a:t> (Outdated)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328704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Slide Number Placeholder 4">
            <a:extLst>
              <a:ext uri="{FF2B5EF4-FFF2-40B4-BE49-F238E27FC236}">
                <a16:creationId xmlns:a16="http://schemas.microsoft.com/office/drawing/2014/main" id="{2E4AD6A4-3A63-5D8A-A0F6-CA7616A6CB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FD97747E-DE5D-4EB0-B37A-D471E55E2DE7}" type="slidenum">
              <a:rPr lang="en-US" altLang="en-US" sz="1200">
                <a:solidFill>
                  <a:srgbClr val="3366CC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11</a:t>
            </a:fld>
            <a:endParaRPr lang="en-US" altLang="en-US" sz="1200">
              <a:solidFill>
                <a:srgbClr val="3366CC"/>
              </a:solidFill>
              <a:latin typeface="Garamond" panose="02020404030301010803" pitchFamily="18" charset="0"/>
            </a:endParaRPr>
          </a:p>
        </p:txBody>
      </p:sp>
      <p:sp>
        <p:nvSpPr>
          <p:cNvPr id="36868" name="Rectangle 2">
            <a:extLst>
              <a:ext uri="{FF2B5EF4-FFF2-40B4-BE49-F238E27FC236}">
                <a16:creationId xmlns:a16="http://schemas.microsoft.com/office/drawing/2014/main" id="{A9355EC6-8084-89A3-3919-4CC2059CC2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36869" name="Rectangle 3">
            <a:extLst>
              <a:ext uri="{FF2B5EF4-FFF2-40B4-BE49-F238E27FC236}">
                <a16:creationId xmlns:a16="http://schemas.microsoft.com/office/drawing/2014/main" id="{4236387D-116B-6273-8ED0-44E0A74BEA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295401"/>
            <a:ext cx="8229600" cy="4835525"/>
          </a:xfrm>
        </p:spPr>
        <p:txBody>
          <a:bodyPr/>
          <a:lstStyle/>
          <a:p>
            <a:r>
              <a:rPr lang="en-US" altLang="en-US" sz="2800" dirty="0"/>
              <a:t>There are various applications of systems engineering to cybersecurity</a:t>
            </a:r>
          </a:p>
          <a:p>
            <a:r>
              <a:rPr lang="en-US" altLang="en-US" sz="2800" dirty="0"/>
              <a:t>The goal is to apply a methodical, systematic approach to cybersecurity</a:t>
            </a:r>
          </a:p>
          <a:p>
            <a:r>
              <a:rPr lang="en-US" altLang="en-US" sz="2800" dirty="0"/>
              <a:t>Penetration testing should be a carefully engineered process mapped to specific testing requirements</a:t>
            </a:r>
          </a:p>
          <a:p>
            <a:r>
              <a:rPr lang="en-US" altLang="en-US" sz="2800" dirty="0"/>
              <a:t>It is beneficial to model cybersecurity scenarios to better understand system security requirements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EAAE10-AC41-4204-9F7F-9B66DE6D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A663-AB5A-1C46-BB3F-DC91B87E1671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939404-9D34-18F4-9D95-C4281E2746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200" dirty="0"/>
              <a:t>Module 3 – Defense Architectures and Design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DB613D-D509-BE18-749F-9E8A5481C2FC}"/>
              </a:ext>
            </a:extLst>
          </p:cNvPr>
          <p:cNvSpPr txBox="1"/>
          <p:nvPr/>
        </p:nvSpPr>
        <p:spPr>
          <a:xfrm>
            <a:off x="6388360" y="300271"/>
            <a:ext cx="552372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Network Scanning and Vulnerability Scanning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Digital Forensics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Cybersecurity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F0000"/>
                </a:solidFill>
              </a:rPr>
              <a:t>Security policies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Firewalls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Authentication, Access controls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Federated trust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IoT/Cloud middleware</a:t>
            </a:r>
          </a:p>
        </p:txBody>
      </p:sp>
    </p:spTree>
    <p:extLst>
      <p:ext uri="{BB962C8B-B14F-4D97-AF65-F5344CB8AC3E}">
        <p14:creationId xmlns:p14="http://schemas.microsoft.com/office/powerpoint/2010/main" val="1578691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A6DA8-CF4C-3040-9E5B-DCA706854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Security Management Controls</a:t>
            </a:r>
            <a:endParaRPr lang="en-US" sz="2400"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B12ECA-8B2F-F64C-90B9-E8479DE51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1974" y="1153767"/>
            <a:ext cx="4267200" cy="552450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4B6DF7A-6EE6-7B40-ABF7-7399F75D91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13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1655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Security Control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A9B3B2F-ED91-BA4C-8F7F-94AC130F5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1930" y="1417638"/>
            <a:ext cx="8229600" cy="51657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Control is defined as: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“An action, device, procedure, or other measure that reduces risk by eliminating or preventing a security violation, by minimizing the harm it can cause, or by discovering and reporting it to enable corrective action.”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549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Control Classifications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A9B3B2F-ED91-BA4C-8F7F-94AC130F5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1930" y="1417638"/>
            <a:ext cx="8229600" cy="5165724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Management controls</a:t>
            </a:r>
          </a:p>
          <a:p>
            <a:pPr lvl="1"/>
            <a:r>
              <a:rPr lang="en-US" dirty="0"/>
              <a:t>Focus on security policies, planning, guidelines, and standards that influence the selection of operational and technical controls to reduce the risk of loss and to protect the organization’s mission</a:t>
            </a:r>
          </a:p>
          <a:p>
            <a:pPr lvl="1"/>
            <a:r>
              <a:rPr lang="en-US" dirty="0"/>
              <a:t>These controls refer to issues that management needs to address</a:t>
            </a:r>
          </a:p>
          <a:p>
            <a:r>
              <a:rPr lang="en-US" b="1" dirty="0"/>
              <a:t>Operational controls</a:t>
            </a:r>
          </a:p>
          <a:p>
            <a:pPr lvl="1"/>
            <a:r>
              <a:rPr lang="en-US" dirty="0"/>
              <a:t>Address the correct implementation and use of security policies and standards, ensuring consistency in security operations and correcting identified operational deficiencies</a:t>
            </a:r>
          </a:p>
          <a:p>
            <a:pPr lvl="1"/>
            <a:r>
              <a:rPr lang="en-US" dirty="0"/>
              <a:t>These controls relate to mechanisms and procedures that are primarily implemented by people rather than systems</a:t>
            </a:r>
          </a:p>
          <a:p>
            <a:pPr lvl="1"/>
            <a:r>
              <a:rPr lang="en-US" dirty="0"/>
              <a:t>They are used to improve the security of a system or group of systems</a:t>
            </a:r>
          </a:p>
          <a:p>
            <a:r>
              <a:rPr lang="en-US" b="1" dirty="0"/>
              <a:t>Technical controls</a:t>
            </a:r>
          </a:p>
          <a:p>
            <a:pPr lvl="1"/>
            <a:r>
              <a:rPr lang="en-US" dirty="0"/>
              <a:t>Involve the security policies on correct use of hardware and software security capabilities in systems</a:t>
            </a:r>
          </a:p>
          <a:p>
            <a:pPr lvl="1"/>
            <a:r>
              <a:rPr lang="en-US" dirty="0"/>
              <a:t>These range from simple to complex measures that work together to secure critical and sensitive data, information, and IT systems functions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256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NIST SP800-53 Security Controls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DC63AC0C-B700-FC4E-B937-100A2B87C1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9750" y="1289050"/>
          <a:ext cx="8574088" cy="514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086467" imgH="3651320" progId="Word.Document.12">
                  <p:embed/>
                </p:oleObj>
              </mc:Choice>
              <mc:Fallback>
                <p:oleObj name="Document" r:id="rId3" imgW="6086467" imgH="3651320" progId="Word.Document.12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DC63AC0C-B700-FC4E-B937-100A2B87C1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09750" y="1289050"/>
                        <a:ext cx="8574088" cy="5143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75865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Detailed Security Controls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17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2C27289C-D8CE-A64A-8DE2-A4FCE5C964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95722" y="1152774"/>
          <a:ext cx="4800556" cy="543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096000" imgH="6896100" progId="Word.Document.12">
                  <p:embed/>
                </p:oleObj>
              </mc:Choice>
              <mc:Fallback>
                <p:oleObj name="Document" r:id="rId3" imgW="6096000" imgH="6896100" progId="Word.Document.12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2C27289C-D8CE-A64A-8DE2-A4FCE5C964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95722" y="1152774"/>
                        <a:ext cx="4800556" cy="5430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51864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Detailed Security Controls (2)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18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C83244-E260-5440-8AE1-E5FD6797BE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29" b="52966"/>
          <a:stretch/>
        </p:blipFill>
        <p:spPr>
          <a:xfrm>
            <a:off x="2087729" y="1457325"/>
            <a:ext cx="7949013" cy="441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8519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Detailed Security Controls (3)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C83244-E260-5440-8AE1-E5FD6797BE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7033" b="4756"/>
          <a:stretch/>
        </p:blipFill>
        <p:spPr>
          <a:xfrm>
            <a:off x="2255521" y="1403564"/>
            <a:ext cx="7883957" cy="475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4199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Technical Security Controls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A16881-CF4C-1A4B-96C7-667B87583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1980" y="1244600"/>
            <a:ext cx="6362623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819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IT Security Plan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2F523-D71D-F148-8673-6F323871E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9730" y="1600201"/>
            <a:ext cx="5212080" cy="4525963"/>
          </a:xfrm>
        </p:spPr>
        <p:txBody>
          <a:bodyPr/>
          <a:lstStyle/>
          <a:p>
            <a:r>
              <a:rPr lang="en-US" dirty="0"/>
              <a:t>Provides details of:</a:t>
            </a:r>
          </a:p>
          <a:p>
            <a:pPr marL="0" indent="0">
              <a:buNone/>
            </a:pPr>
            <a:r>
              <a:rPr lang="en-US" dirty="0"/>
              <a:t>What will be done</a:t>
            </a:r>
          </a:p>
          <a:p>
            <a:pPr lvl="1"/>
            <a:r>
              <a:rPr lang="en-US" dirty="0"/>
              <a:t>What resources are needed</a:t>
            </a:r>
          </a:p>
          <a:p>
            <a:pPr lvl="1"/>
            <a:r>
              <a:rPr lang="en-US" dirty="0"/>
              <a:t>Who is responsible</a:t>
            </a:r>
          </a:p>
          <a:p>
            <a:pPr lvl="1"/>
            <a:r>
              <a:rPr lang="en-US" dirty="0"/>
              <a:t>Goal is to detail the actions needed to improve the identified deficiencies in the risk profile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CBF14644-FB9B-3349-9364-8243F9430DA4}"/>
              </a:ext>
            </a:extLst>
          </p:cNvPr>
          <p:cNvGraphicFramePr/>
          <p:nvPr/>
        </p:nvGraphicFramePr>
        <p:xfrm>
          <a:off x="6125486" y="1218987"/>
          <a:ext cx="4416785" cy="52883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691060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Security Plan Implementation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415348-8B1C-F743-9FC8-70AC947F8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3898" y="1435965"/>
            <a:ext cx="8136903" cy="528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7560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Security Plan Implementation (2)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" name="Content Placeholder 5">
            <a:extLst>
              <a:ext uri="{FF2B5EF4-FFF2-40B4-BE49-F238E27FC236}">
                <a16:creationId xmlns:a16="http://schemas.microsoft.com/office/drawing/2014/main" id="{4D459CA2-73DE-7C49-A5E9-D2C98A1CC83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81200" y="1905000"/>
          <a:ext cx="8382000" cy="472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183232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Security Plan Implementation Follow-up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BD8F7-91AB-A648-A005-24B7425AC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Security management is a cyclic process</a:t>
            </a:r>
          </a:p>
          <a:p>
            <a:pPr lvl="1"/>
            <a:r>
              <a:rPr lang="en-US" dirty="0"/>
              <a:t>Constantly repeated to respond to changes in the IT systems and the risk environment</a:t>
            </a:r>
          </a:p>
          <a:p>
            <a:r>
              <a:rPr lang="en-US" dirty="0"/>
              <a:t>Need to monitor implemented controls</a:t>
            </a:r>
          </a:p>
          <a:p>
            <a:r>
              <a:rPr lang="en-US" dirty="0"/>
              <a:t>Evaluate changes for security implications	</a:t>
            </a:r>
          </a:p>
          <a:p>
            <a:pPr lvl="1"/>
            <a:r>
              <a:rPr lang="en-US" dirty="0"/>
              <a:t>Otherwise increase chance of security breach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F76050C7-84DD-354B-9649-EC093ABB4F98}"/>
              </a:ext>
            </a:extLst>
          </p:cNvPr>
          <p:cNvGraphicFramePr/>
          <p:nvPr/>
        </p:nvGraphicFramePr>
        <p:xfrm>
          <a:off x="2895600" y="4221089"/>
          <a:ext cx="5257800" cy="1905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7836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Security Plan Maintenance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BD8F7-91AB-A648-A005-24B7425AC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 continued maintenance and monitoring of implemented controls to ensure continued correct functioning and appropriateness</a:t>
            </a:r>
          </a:p>
          <a:p>
            <a:r>
              <a:rPr lang="en-US" dirty="0"/>
              <a:t>Goal is to ensure controls perform as intended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DCA6FD2C-91C7-414D-BF9B-C15E4DCFE070}"/>
              </a:ext>
            </a:extLst>
          </p:cNvPr>
          <p:cNvGraphicFramePr/>
          <p:nvPr/>
        </p:nvGraphicFramePr>
        <p:xfrm>
          <a:off x="2633061" y="3429001"/>
          <a:ext cx="7060905" cy="30016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59605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GCU BLU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Edge">
  <a:themeElements>
    <a:clrScheme name="1_Edge 2">
      <a:dk1>
        <a:srgbClr val="333333"/>
      </a:dk1>
      <a:lt1>
        <a:srgbClr val="CCCCFF"/>
      </a:lt1>
      <a:dk2>
        <a:srgbClr val="0B0506"/>
      </a:dk2>
      <a:lt2>
        <a:srgbClr val="FFFFFF"/>
      </a:lt2>
      <a:accent1>
        <a:srgbClr val="3366CC"/>
      </a:accent1>
      <a:accent2>
        <a:srgbClr val="3333CC"/>
      </a:accent2>
      <a:accent3>
        <a:srgbClr val="AAAAAA"/>
      </a:accent3>
      <a:accent4>
        <a:srgbClr val="AEAEDA"/>
      </a:accent4>
      <a:accent5>
        <a:srgbClr val="ADB8E2"/>
      </a:accent5>
      <a:accent6>
        <a:srgbClr val="2D2DB9"/>
      </a:accent6>
      <a:hlink>
        <a:srgbClr val="808080"/>
      </a:hlink>
      <a:folHlink>
        <a:srgbClr val="666633"/>
      </a:folHlink>
    </a:clrScheme>
    <a:fontScheme name="1_Edg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dge 10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dge 11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3046</TotalTime>
  <Words>3237</Words>
  <Application>Microsoft Office PowerPoint</Application>
  <PresentationFormat>Widescreen</PresentationFormat>
  <Paragraphs>399</Paragraphs>
  <Slides>25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Arial</vt:lpstr>
      <vt:lpstr>Calibri</vt:lpstr>
      <vt:lpstr>Garamond</vt:lpstr>
      <vt:lpstr>Times</vt:lpstr>
      <vt:lpstr>Times New Roman</vt:lpstr>
      <vt:lpstr>Wingdings</vt:lpstr>
      <vt:lpstr>Office Theme</vt:lpstr>
      <vt:lpstr>1_Office Theme</vt:lpstr>
      <vt:lpstr>1_Edge</vt:lpstr>
      <vt:lpstr>Document</vt:lpstr>
      <vt:lpstr>PowerPoint Presentation</vt:lpstr>
      <vt:lpstr>PowerPoint Presentation</vt:lpstr>
      <vt:lpstr>PowerPoint Presentation</vt:lpstr>
      <vt:lpstr>Objectives</vt:lpstr>
      <vt:lpstr>Introduction</vt:lpstr>
      <vt:lpstr>Defining Cybersecurity Engineering</vt:lpstr>
      <vt:lpstr>Defining Cybersecurity Engineering</vt:lpstr>
      <vt:lpstr>Work Breakdown Structure</vt:lpstr>
      <vt:lpstr>Standards</vt:lpstr>
      <vt:lpstr>Modeling</vt:lpstr>
      <vt:lpstr>Summary</vt:lpstr>
      <vt:lpstr>PowerPoint Presentation</vt:lpstr>
      <vt:lpstr>IT Security Management Controls</vt:lpstr>
      <vt:lpstr>Security Control</vt:lpstr>
      <vt:lpstr>Control Classifications</vt:lpstr>
      <vt:lpstr>NIST SP800-53 Security Controls </vt:lpstr>
      <vt:lpstr>Detailed Security Controls </vt:lpstr>
      <vt:lpstr>Detailed Security Controls (2) </vt:lpstr>
      <vt:lpstr>Detailed Security Controls (3) </vt:lpstr>
      <vt:lpstr>Technical Security Controls</vt:lpstr>
      <vt:lpstr>IT Security Plan</vt:lpstr>
      <vt:lpstr>Security Plan Implementation</vt:lpstr>
      <vt:lpstr>Security Plan Implementation (2)</vt:lpstr>
      <vt:lpstr>Security Plan Implementation Follow-up</vt:lpstr>
      <vt:lpstr>Security Plan Maintenance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Patterson, Maria</dc:creator>
  <cp:lastModifiedBy>Qu, Chengyi</cp:lastModifiedBy>
  <cp:revision>32</cp:revision>
  <dcterms:created xsi:type="dcterms:W3CDTF">2022-11-16T16:52:58Z</dcterms:created>
  <dcterms:modified xsi:type="dcterms:W3CDTF">2025-03-10T12:27:41Z</dcterms:modified>
</cp:coreProperties>
</file>